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Layouts/slideLayout3.xml" ContentType="application/vnd.openxmlformats-officedocument.presentationml.slideLayout+xml"/>
  <Override PartName="/ppt/theme/theme4.xml" ContentType="application/vnd.openxmlformats-officedocument.theme+xml"/>
  <Override PartName="/ppt/slideLayouts/slideLayout4.xml" ContentType="application/vnd.openxmlformats-officedocument.presentationml.slideLayout+xml"/>
  <Override PartName="/ppt/theme/theme5.xml" ContentType="application/vnd.openxmlformats-officedocument.theme+xml"/>
  <Override PartName="/ppt/slideLayouts/slideLayout5.xml" ContentType="application/vnd.openxmlformats-officedocument.presentationml.slideLayout+xml"/>
  <Override PartName="/ppt/theme/theme6.xml" ContentType="application/vnd.openxmlformats-officedocument.theme+xml"/>
  <Override PartName="/ppt/slideLayouts/slideLayout6.xml" ContentType="application/vnd.openxmlformats-officedocument.presentationml.slideLayout+xml"/>
  <Override PartName="/ppt/theme/theme7.xml" ContentType="application/vnd.openxmlformats-officedocument.theme+xml"/>
  <Override PartName="/ppt/slideLayouts/slideLayout7.xml" ContentType="application/vnd.openxmlformats-officedocument.presentationml.slideLayout+xml"/>
  <Override PartName="/ppt/theme/theme8.xml" ContentType="application/vnd.openxmlformats-officedocument.theme+xml"/>
  <Override PartName="/ppt/slideLayouts/slideLayout8.xml" ContentType="application/vnd.openxmlformats-officedocument.presentationml.slideLayout+xml"/>
  <Override PartName="/ppt/theme/theme9.xml" ContentType="application/vnd.openxmlformats-officedocument.theme+xml"/>
  <Override PartName="/ppt/slideLayouts/slideLayout9.xml" ContentType="application/vnd.openxmlformats-officedocument.presentationml.slideLayout+xml"/>
  <Override PartName="/ppt/theme/theme10.xml" ContentType="application/vnd.openxmlformats-officedocument.theme+xml"/>
  <Override PartName="/ppt/slideLayouts/slideLayout10.xml" ContentType="application/vnd.openxmlformats-officedocument.presentationml.slideLayout+xml"/>
  <Override PartName="/ppt/theme/theme11.xml" ContentType="application/vnd.openxmlformats-officedocument.theme+xml"/>
  <Override PartName="/ppt/slideLayouts/slideLayout11.xml" ContentType="application/vnd.openxmlformats-officedocument.presentationml.slideLayout+xml"/>
  <Override PartName="/ppt/theme/theme12.xml" ContentType="application/vnd.openxmlformats-officedocument.theme+xml"/>
  <Override PartName="/ppt/theme/theme1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 id="2147483661" r:id="rId3"/>
    <p:sldMasterId id="2147483662" r:id="rId4"/>
    <p:sldMasterId id="2147483663" r:id="rId5"/>
    <p:sldMasterId id="2147483664" r:id="rId6"/>
    <p:sldMasterId id="2147483665" r:id="rId7"/>
    <p:sldMasterId id="2147483666" r:id="rId8"/>
    <p:sldMasterId id="2147483667" r:id="rId9"/>
    <p:sldMasterId id="2147483668" r:id="rId10"/>
    <p:sldMasterId id="2147483669" r:id="rId11"/>
    <p:sldMasterId id="2147483670" r:id="rId12"/>
  </p:sldMasterIdLst>
  <p:notesMasterIdLst>
    <p:notesMasterId r:id="rId24"/>
  </p:notesMasterIdLst>
  <p:sldIdLst>
    <p:sldId id="256" r:id="rId13"/>
    <p:sldId id="257" r:id="rId14"/>
    <p:sldId id="264" r:id="rId15"/>
    <p:sldId id="265" r:id="rId16"/>
    <p:sldId id="263" r:id="rId17"/>
    <p:sldId id="262" r:id="rId18"/>
    <p:sldId id="267" r:id="rId19"/>
    <p:sldId id="269" r:id="rId20"/>
    <p:sldId id="270" r:id="rId21"/>
    <p:sldId id="268" r:id="rId22"/>
    <p:sldId id="266" r:id="rId23"/>
  </p:sldIdLst>
  <p:sldSz cx="9144000" cy="6858000" type="screen4x3"/>
  <p:notesSz cx="7315200" cy="96012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B75FD38-E55D-4503-8FD2-52A62693DD4D}">
  <a:tblStyle styleId="{6B75FD38-E55D-4503-8FD2-52A62693DD4D}"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1500" y="5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 Target="slides/slide1.xml"/><Relationship Id="rId18" Type="http://schemas.openxmlformats.org/officeDocument/2006/relationships/slide" Target="slides/slide6.xml"/><Relationship Id="rId26" Type="http://schemas.openxmlformats.org/officeDocument/2006/relationships/viewProps" Target="viewProps.xml"/><Relationship Id="rId3" Type="http://schemas.openxmlformats.org/officeDocument/2006/relationships/slideMaster" Target="slideMasters/slideMaster3.xml"/><Relationship Id="rId21" Type="http://schemas.openxmlformats.org/officeDocument/2006/relationships/slide" Target="slides/slide9.xml"/><Relationship Id="rId7" Type="http://schemas.openxmlformats.org/officeDocument/2006/relationships/slideMaster" Target="slideMasters/slideMaster7.xml"/><Relationship Id="rId12" Type="http://schemas.openxmlformats.org/officeDocument/2006/relationships/slideMaster" Target="slideMasters/slideMaster12.xml"/><Relationship Id="rId17" Type="http://schemas.openxmlformats.org/officeDocument/2006/relationships/slide" Target="slides/slide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4.xml"/><Relationship Id="rId20" Type="http://schemas.openxmlformats.org/officeDocument/2006/relationships/slide" Target="slides/slide8.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notesMaster" Target="notesMasters/notesMaster1.xml"/><Relationship Id="rId5" Type="http://schemas.openxmlformats.org/officeDocument/2006/relationships/slideMaster" Target="slideMasters/slideMaster5.xml"/><Relationship Id="rId15" Type="http://schemas.openxmlformats.org/officeDocument/2006/relationships/slide" Target="slides/slide3.xml"/><Relationship Id="rId23" Type="http://schemas.openxmlformats.org/officeDocument/2006/relationships/slide" Target="slides/slide11.xml"/><Relationship Id="rId28" Type="http://schemas.openxmlformats.org/officeDocument/2006/relationships/tableStyles" Target="tableStyles.xml"/><Relationship Id="rId10" Type="http://schemas.openxmlformats.org/officeDocument/2006/relationships/slideMaster" Target="slideMasters/slideMaster10.xml"/><Relationship Id="rId19" Type="http://schemas.openxmlformats.org/officeDocument/2006/relationships/slide" Target="slides/slide7.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2.xml"/><Relationship Id="rId22" Type="http://schemas.openxmlformats.org/officeDocument/2006/relationships/slide" Target="slides/slide10.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170237" cy="479425"/>
          </a:xfrm>
          <a:prstGeom prst="rect">
            <a:avLst/>
          </a:prstGeom>
          <a:noFill/>
          <a:ln>
            <a:noFill/>
          </a:ln>
        </p:spPr>
        <p:txBody>
          <a:bodyPr spcFirstLastPara="1" wrap="square" lIns="96650" tIns="48325" rIns="96650" bIns="48325"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4143375" y="0"/>
            <a:ext cx="3170237" cy="479425"/>
          </a:xfrm>
          <a:prstGeom prst="rect">
            <a:avLst/>
          </a:prstGeom>
          <a:noFill/>
          <a:ln>
            <a:noFill/>
          </a:ln>
        </p:spPr>
        <p:txBody>
          <a:bodyPr spcFirstLastPara="1" wrap="square" lIns="96650" tIns="48325" rIns="96650" bIns="48325" anchor="t" anchorCtr="0">
            <a:noAutofit/>
          </a:bodyPr>
          <a:lstStyle>
            <a:lvl1pPr marR="0" lvl="0" algn="r" rtl="0">
              <a:lnSpc>
                <a:spcPct val="100000"/>
              </a:lnSpc>
              <a:spcBef>
                <a:spcPts val="0"/>
              </a:spcBef>
              <a:spcAft>
                <a:spcPts val="0"/>
              </a:spcAft>
              <a:buClr>
                <a:srgbClr val="000000"/>
              </a:buClr>
              <a:buSzPts val="1400"/>
              <a:buFont typeface="Arial"/>
              <a:buNone/>
              <a:defRPr sz="13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9120187"/>
            <a:ext cx="3170237" cy="479425"/>
          </a:xfrm>
          <a:prstGeom prst="rect">
            <a:avLst/>
          </a:prstGeom>
          <a:noFill/>
          <a:ln>
            <a:noFill/>
          </a:ln>
        </p:spPr>
        <p:txBody>
          <a:bodyPr spcFirstLastPara="1" wrap="square" lIns="96650" tIns="48325" rIns="96650" bIns="48325" anchor="b"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4143375" y="9120187"/>
            <a:ext cx="3170237" cy="479425"/>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US" sz="1300" b="0" i="0" u="none" strike="noStrike" cap="none">
                <a:solidFill>
                  <a:srgbClr val="000000"/>
                </a:solidFill>
                <a:latin typeface="Arial"/>
                <a:ea typeface="Arial"/>
                <a:cs typeface="Arial"/>
                <a:sym typeface="Arial"/>
              </a:rPr>
              <a:t>‹#›</a:t>
            </a:fld>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1: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endParaRPr/>
          </a:p>
        </p:txBody>
      </p:sp>
      <p:sp>
        <p:nvSpPr>
          <p:cNvPr id="186" name="Google Shape;186;p1: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2: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endParaRPr/>
          </a:p>
        </p:txBody>
      </p:sp>
      <p:sp>
        <p:nvSpPr>
          <p:cNvPr id="192" name="Google Shape;192;p2: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2: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endParaRPr/>
          </a:p>
        </p:txBody>
      </p:sp>
      <p:sp>
        <p:nvSpPr>
          <p:cNvPr id="192" name="Google Shape;192;p2: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33071049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2: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endParaRPr dirty="0"/>
          </a:p>
        </p:txBody>
      </p:sp>
      <p:sp>
        <p:nvSpPr>
          <p:cNvPr id="192" name="Google Shape;192;p2: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40110066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2: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endParaRPr/>
          </a:p>
        </p:txBody>
      </p:sp>
      <p:sp>
        <p:nvSpPr>
          <p:cNvPr id="192" name="Google Shape;192;p2: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12011344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2: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lnSpc>
                <a:spcPct val="100000"/>
              </a:lnSpc>
              <a:spcBef>
                <a:spcPts val="0"/>
              </a:spcBef>
              <a:spcAft>
                <a:spcPts val="0"/>
              </a:spcAft>
              <a:buSzPts val="1400"/>
              <a:buNone/>
            </a:pPr>
            <a:endParaRPr/>
          </a:p>
        </p:txBody>
      </p:sp>
      <p:sp>
        <p:nvSpPr>
          <p:cNvPr id="192" name="Google Shape;192;p2: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26133425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18"/>
        <p:cNvGrpSpPr/>
        <p:nvPr/>
      </p:nvGrpSpPr>
      <p:grpSpPr>
        <a:xfrm>
          <a:off x="0" y="0"/>
          <a:ext cx="0" cy="0"/>
          <a:chOff x="0" y="0"/>
          <a:chExt cx="0" cy="0"/>
        </a:xfrm>
      </p:grpSpPr>
      <p:sp>
        <p:nvSpPr>
          <p:cNvPr id="19" name="Google Shape;19;p2"/>
          <p:cNvSpPr txBox="1">
            <a:spLocks noGrp="1"/>
          </p:cNvSpPr>
          <p:nvPr>
            <p:ph type="body" idx="1"/>
          </p:nvPr>
        </p:nvSpPr>
        <p:spPr>
          <a:xfrm>
            <a:off x="2514600" y="5410200"/>
            <a:ext cx="6019800" cy="533400"/>
          </a:xfrm>
          <a:prstGeom prst="rect">
            <a:avLst/>
          </a:prstGeom>
          <a:noFill/>
          <a:ln>
            <a:noFill/>
          </a:ln>
        </p:spPr>
        <p:txBody>
          <a:bodyPr spcFirstLastPara="1" wrap="square" lIns="91425" tIns="45700" rIns="91425" bIns="45700" anchor="b" anchorCtr="0">
            <a:noAutofit/>
          </a:bodyPr>
          <a:lstStyle>
            <a:lvl1pPr marL="457200" lvl="0" indent="-228600" algn="r">
              <a:lnSpc>
                <a:spcPct val="100000"/>
              </a:lnSpc>
              <a:spcBef>
                <a:spcPts val="0"/>
              </a:spcBef>
              <a:spcAft>
                <a:spcPts val="0"/>
              </a:spcAft>
              <a:buClr>
                <a:schemeClr val="lt1"/>
              </a:buClr>
              <a:buSzPts val="1800"/>
              <a:buNone/>
              <a:defRPr sz="1800">
                <a:solidFill>
                  <a:schemeClr val="lt1"/>
                </a:solidFill>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0" name="Google Shape;20;p2"/>
          <p:cNvSpPr txBox="1">
            <a:spLocks noGrp="1"/>
          </p:cNvSpPr>
          <p:nvPr>
            <p:ph type="title"/>
          </p:nvPr>
        </p:nvSpPr>
        <p:spPr>
          <a:xfrm>
            <a:off x="2514600" y="3810000"/>
            <a:ext cx="6019800" cy="1524000"/>
          </a:xfrm>
          <a:prstGeom prst="rect">
            <a:avLst/>
          </a:prstGeom>
          <a:noFill/>
          <a:ln>
            <a:noFill/>
          </a:ln>
        </p:spPr>
        <p:txBody>
          <a:bodyPr spcFirstLastPara="1" wrap="square" lIns="91425" tIns="45700" rIns="91425" bIns="45700" anchor="ctr" anchorCtr="0">
            <a:noAutofit/>
          </a:bodyPr>
          <a:lstStyle>
            <a:lvl1pPr lvl="0" algn="l">
              <a:lnSpc>
                <a:spcPct val="90909"/>
              </a:lnSpc>
              <a:spcBef>
                <a:spcPts val="0"/>
              </a:spcBef>
              <a:spcAft>
                <a:spcPts val="0"/>
              </a:spcAft>
              <a:buSzPts val="1400"/>
              <a:buNone/>
              <a:defRPr sz="44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37"/>
        <p:cNvGrpSpPr/>
        <p:nvPr/>
      </p:nvGrpSpPr>
      <p:grpSpPr>
        <a:xfrm>
          <a:off x="0" y="0"/>
          <a:ext cx="0" cy="0"/>
          <a:chOff x="0" y="0"/>
          <a:chExt cx="0" cy="0"/>
        </a:xfrm>
      </p:grpSpPr>
      <p:sp>
        <p:nvSpPr>
          <p:cNvPr id="38" name="Google Shape;38;p4"/>
          <p:cNvSpPr txBox="1">
            <a:spLocks noGrp="1"/>
          </p:cNvSpPr>
          <p:nvPr>
            <p:ph type="body" idx="1"/>
          </p:nvPr>
        </p:nvSpPr>
        <p:spPr>
          <a:xfrm>
            <a:off x="304800" y="1493837"/>
            <a:ext cx="8229600" cy="4525963"/>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400"/>
              </a:spcBef>
              <a:spcAft>
                <a:spcPts val="0"/>
              </a:spcAft>
              <a:buClr>
                <a:srgbClr val="101141"/>
              </a:buClr>
              <a:buSzPts val="2000"/>
              <a:buFont typeface="Arial"/>
              <a:buNone/>
              <a:defRPr sz="2000">
                <a:latin typeface="Arial"/>
                <a:ea typeface="Arial"/>
                <a:cs typeface="Arial"/>
                <a:sym typeface="Arial"/>
              </a:defRPr>
            </a:lvl1pPr>
            <a:lvl2pPr marL="914400" marR="0" lvl="1" indent="-355600" algn="l">
              <a:lnSpc>
                <a:spcPct val="100000"/>
              </a:lnSpc>
              <a:spcBef>
                <a:spcPts val="400"/>
              </a:spcBef>
              <a:spcAft>
                <a:spcPts val="0"/>
              </a:spcAft>
              <a:buClr>
                <a:schemeClr val="dk1"/>
              </a:buClr>
              <a:buSzPts val="2000"/>
              <a:buFont typeface="Arial"/>
              <a:buChar char="–"/>
              <a:defRPr sz="2000">
                <a:latin typeface="Arial"/>
                <a:ea typeface="Arial"/>
                <a:cs typeface="Arial"/>
                <a:sym typeface="Arial"/>
              </a:defRPr>
            </a:lvl2pPr>
            <a:lvl3pPr marL="1371600" lvl="2" indent="-355600" algn="l">
              <a:lnSpc>
                <a:spcPct val="100000"/>
              </a:lnSpc>
              <a:spcBef>
                <a:spcPts val="400"/>
              </a:spcBef>
              <a:spcAft>
                <a:spcPts val="0"/>
              </a:spcAft>
              <a:buClr>
                <a:schemeClr val="dk1"/>
              </a:buClr>
              <a:buSzPts val="2000"/>
              <a:buChar char="•"/>
              <a:defRPr sz="20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39" name="Google Shape;39;p4"/>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lvl1pPr marL="457200" lvl="0" indent="-228600" algn="l">
              <a:lnSpc>
                <a:spcPct val="100000"/>
              </a:lnSpc>
              <a:spcBef>
                <a:spcPts val="0"/>
              </a:spcBef>
              <a:spcAft>
                <a:spcPts val="0"/>
              </a:spcAft>
              <a:buClr>
                <a:srgbClr val="0070C0"/>
              </a:buClr>
              <a:buSzPts val="3600"/>
              <a:buNone/>
              <a:defRPr sz="3600" b="1">
                <a:solidFill>
                  <a:srgbClr val="0070C0"/>
                </a:solidFill>
                <a:latin typeface="Arial"/>
                <a:ea typeface="Arial"/>
                <a:cs typeface="Arial"/>
                <a:sym typeface="Arial"/>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56"/>
        <p:cNvGrpSpPr/>
        <p:nvPr/>
      </p:nvGrpSpPr>
      <p:grpSpPr>
        <a:xfrm>
          <a:off x="0" y="0"/>
          <a:ext cx="0" cy="0"/>
          <a:chOff x="0" y="0"/>
          <a:chExt cx="0" cy="0"/>
        </a:xfrm>
      </p:grpSpPr>
      <p:sp>
        <p:nvSpPr>
          <p:cNvPr id="57" name="Google Shape;57;p7"/>
          <p:cNvSpPr txBox="1">
            <a:spLocks noGrp="1"/>
          </p:cNvSpPr>
          <p:nvPr>
            <p:ph type="title"/>
          </p:nvPr>
        </p:nvSpPr>
        <p:spPr>
          <a:xfrm>
            <a:off x="2514600" y="3810000"/>
            <a:ext cx="6019800" cy="1524000"/>
          </a:xfrm>
          <a:prstGeom prst="rect">
            <a:avLst/>
          </a:prstGeom>
          <a:noFill/>
          <a:ln>
            <a:noFill/>
          </a:ln>
        </p:spPr>
        <p:txBody>
          <a:bodyPr spcFirstLastPara="1" wrap="square" lIns="91425" tIns="45700" rIns="91425" bIns="45700" anchor="ctr" anchorCtr="0">
            <a:noAutofit/>
          </a:bodyPr>
          <a:lstStyle>
            <a:lvl1pPr lvl="0" algn="l">
              <a:lnSpc>
                <a:spcPct val="90909"/>
              </a:lnSpc>
              <a:spcBef>
                <a:spcPts val="0"/>
              </a:spcBef>
              <a:spcAft>
                <a:spcPts val="0"/>
              </a:spcAft>
              <a:buSzPts val="1400"/>
              <a:buNone/>
              <a:defRPr sz="44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68"/>
        <p:cNvGrpSpPr/>
        <p:nvPr/>
      </p:nvGrpSpPr>
      <p:grpSpPr>
        <a:xfrm>
          <a:off x="0" y="0"/>
          <a:ext cx="0" cy="0"/>
          <a:chOff x="0" y="0"/>
          <a:chExt cx="0" cy="0"/>
        </a:xfrm>
      </p:grpSpPr>
      <p:sp>
        <p:nvSpPr>
          <p:cNvPr id="69" name="Google Shape;69;p9"/>
          <p:cNvSpPr txBox="1">
            <a:spLocks noGrp="1"/>
          </p:cNvSpPr>
          <p:nvPr>
            <p:ph type="body" idx="1"/>
          </p:nvPr>
        </p:nvSpPr>
        <p:spPr>
          <a:xfrm>
            <a:off x="304800" y="4648200"/>
            <a:ext cx="8458200" cy="1600200"/>
          </a:xfrm>
          <a:prstGeom prst="rect">
            <a:avLst/>
          </a:prstGeom>
          <a:noFill/>
          <a:ln>
            <a:noFill/>
          </a:ln>
        </p:spPr>
        <p:txBody>
          <a:bodyPr spcFirstLastPara="1" wrap="square" lIns="91425" tIns="45700" rIns="91425" bIns="45700" anchor="t" anchorCtr="0">
            <a:noAutofit/>
          </a:bodyPr>
          <a:lstStyle>
            <a:lvl1pPr marL="457200" lvl="0" indent="-228600" algn="l">
              <a:lnSpc>
                <a:spcPct val="104999"/>
              </a:lnSpc>
              <a:spcBef>
                <a:spcPts val="0"/>
              </a:spcBef>
              <a:spcAft>
                <a:spcPts val="0"/>
              </a:spcAft>
              <a:buClr>
                <a:schemeClr val="dk1"/>
              </a:buClr>
              <a:buSzPts val="4000"/>
              <a:buNone/>
              <a:defRPr sz="4000" b="1">
                <a:latin typeface="Arial"/>
                <a:ea typeface="Arial"/>
                <a:cs typeface="Arial"/>
                <a:sym typeface="Arial"/>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83"/>
        <p:cNvGrpSpPr/>
        <p:nvPr/>
      </p:nvGrpSpPr>
      <p:grpSpPr>
        <a:xfrm>
          <a:off x="0" y="0"/>
          <a:ext cx="0" cy="0"/>
          <a:chOff x="0" y="0"/>
          <a:chExt cx="0" cy="0"/>
        </a:xfrm>
      </p:grpSpPr>
      <p:sp>
        <p:nvSpPr>
          <p:cNvPr id="84" name="Google Shape;84;p11"/>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560"/>
              </a:spcBef>
              <a:spcAft>
                <a:spcPts val="0"/>
              </a:spcAft>
              <a:buClr>
                <a:srgbClr val="101141"/>
              </a:buClr>
              <a:buSzPts val="2800"/>
              <a:buFont typeface="Arial"/>
              <a:buNone/>
              <a:defRPr sz="2800"/>
            </a:lvl1pPr>
            <a:lvl2pPr marL="914400" marR="0" lvl="1" indent="-330200" algn="l">
              <a:lnSpc>
                <a:spcPct val="100000"/>
              </a:lnSpc>
              <a:spcBef>
                <a:spcPts val="320"/>
              </a:spcBef>
              <a:spcAft>
                <a:spcPts val="0"/>
              </a:spcAft>
              <a:buClr>
                <a:schemeClr val="dk1"/>
              </a:buClr>
              <a:buSzPts val="1600"/>
              <a:buFont typeface="Arial"/>
              <a:buChar char="–"/>
              <a:defRPr sz="16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85" name="Google Shape;85;p11"/>
          <p:cNvSpPr txBox="1">
            <a:spLocks noGrp="1"/>
          </p:cNvSpPr>
          <p:nvPr>
            <p:ph type="body" idx="2"/>
          </p:nvPr>
        </p:nvSpPr>
        <p:spPr>
          <a:xfrm>
            <a:off x="4953000" y="1600200"/>
            <a:ext cx="4038600" cy="4525963"/>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560"/>
              </a:spcBef>
              <a:spcAft>
                <a:spcPts val="0"/>
              </a:spcAft>
              <a:buClr>
                <a:srgbClr val="101141"/>
              </a:buClr>
              <a:buSzPts val="2800"/>
              <a:buFont typeface="Arial"/>
              <a:buNone/>
              <a:defRPr sz="2800"/>
            </a:lvl1pPr>
            <a:lvl2pPr marL="914400" marR="0" lvl="1" indent="-330200" algn="l">
              <a:lnSpc>
                <a:spcPct val="100000"/>
              </a:lnSpc>
              <a:spcBef>
                <a:spcPts val="320"/>
              </a:spcBef>
              <a:spcAft>
                <a:spcPts val="0"/>
              </a:spcAft>
              <a:buClr>
                <a:schemeClr val="dk1"/>
              </a:buClr>
              <a:buSzPts val="1600"/>
              <a:buFont typeface="Arial"/>
              <a:buChar char="–"/>
              <a:defRPr sz="1600">
                <a:latin typeface="Arial"/>
                <a:ea typeface="Arial"/>
                <a:cs typeface="Arial"/>
                <a:sym typeface="Arial"/>
              </a:defRPr>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86" name="Google Shape;86;p11"/>
          <p:cNvSpPr txBox="1">
            <a:spLocks noGrp="1"/>
          </p:cNvSpPr>
          <p:nvPr>
            <p:ph type="body" idx="3"/>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lvl1pPr marL="457200" lvl="0" indent="-228600" algn="l">
              <a:lnSpc>
                <a:spcPct val="100000"/>
              </a:lnSpc>
              <a:spcBef>
                <a:spcPts val="0"/>
              </a:spcBef>
              <a:spcAft>
                <a:spcPts val="0"/>
              </a:spcAft>
              <a:buClr>
                <a:schemeClr val="dk1"/>
              </a:buClr>
              <a:buSzPts val="3600"/>
              <a:buNone/>
              <a:defRPr sz="3600" b="1">
                <a:latin typeface="Arial"/>
                <a:ea typeface="Arial"/>
                <a:cs typeface="Arial"/>
                <a:sym typeface="Arial"/>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100"/>
        <p:cNvGrpSpPr/>
        <p:nvPr/>
      </p:nvGrpSpPr>
      <p:grpSpPr>
        <a:xfrm>
          <a:off x="0" y="0"/>
          <a:ext cx="0" cy="0"/>
          <a:chOff x="0" y="0"/>
          <a:chExt cx="0" cy="0"/>
        </a:xfrm>
      </p:grpSpPr>
      <p:sp>
        <p:nvSpPr>
          <p:cNvPr id="101" name="Google Shape;101;p13"/>
          <p:cNvSpPr txBox="1">
            <a:spLocks noGrp="1"/>
          </p:cNvSpPr>
          <p:nvPr>
            <p:ph type="body" idx="1"/>
          </p:nvPr>
        </p:nvSpPr>
        <p:spPr>
          <a:xfrm>
            <a:off x="457200" y="1535112"/>
            <a:ext cx="4040188" cy="827087"/>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102" name="Google Shape;102;p13"/>
          <p:cNvSpPr txBox="1">
            <a:spLocks noGrp="1"/>
          </p:cNvSpPr>
          <p:nvPr>
            <p:ph type="body" idx="2"/>
          </p:nvPr>
        </p:nvSpPr>
        <p:spPr>
          <a:xfrm>
            <a:off x="457200" y="2362199"/>
            <a:ext cx="4040188" cy="3763963"/>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103" name="Google Shape;103;p13"/>
          <p:cNvSpPr txBox="1">
            <a:spLocks noGrp="1"/>
          </p:cNvSpPr>
          <p:nvPr>
            <p:ph type="body" idx="3"/>
          </p:nvPr>
        </p:nvSpPr>
        <p:spPr>
          <a:xfrm>
            <a:off x="4645025" y="1535112"/>
            <a:ext cx="4041775" cy="827087"/>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104" name="Google Shape;104;p13"/>
          <p:cNvSpPr txBox="1">
            <a:spLocks noGrp="1"/>
          </p:cNvSpPr>
          <p:nvPr>
            <p:ph type="body" idx="4"/>
          </p:nvPr>
        </p:nvSpPr>
        <p:spPr>
          <a:xfrm>
            <a:off x="4645025" y="2362199"/>
            <a:ext cx="4041775" cy="3763963"/>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105" name="Google Shape;105;p13"/>
          <p:cNvSpPr txBox="1">
            <a:spLocks noGrp="1"/>
          </p:cNvSpPr>
          <p:nvPr>
            <p:ph type="body" idx="5"/>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lvl1pPr marL="457200" lvl="0" indent="-228600" algn="l">
              <a:lnSpc>
                <a:spcPct val="100000"/>
              </a:lnSpc>
              <a:spcBef>
                <a:spcPts val="0"/>
              </a:spcBef>
              <a:spcAft>
                <a:spcPts val="0"/>
              </a:spcAft>
              <a:buClr>
                <a:schemeClr val="dk1"/>
              </a:buClr>
              <a:buSzPts val="3600"/>
              <a:buNone/>
              <a:defRPr sz="3600" b="1">
                <a:latin typeface="Arial"/>
                <a:ea typeface="Arial"/>
                <a:cs typeface="Arial"/>
                <a:sym typeface="Arial"/>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119"/>
        <p:cNvGrpSpPr/>
        <p:nvPr/>
      </p:nvGrpSpPr>
      <p:grpSpPr>
        <a:xfrm>
          <a:off x="0" y="0"/>
          <a:ext cx="0" cy="0"/>
          <a:chOff x="0" y="0"/>
          <a:chExt cx="0" cy="0"/>
        </a:xfrm>
      </p:grpSpPr>
      <p:sp>
        <p:nvSpPr>
          <p:cNvPr id="120" name="Google Shape;120;p15"/>
          <p:cNvSpPr txBox="1">
            <a:spLocks noGrp="1"/>
          </p:cNvSpPr>
          <p:nvPr>
            <p:ph type="body" idx="1"/>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lvl1pPr marL="457200" lvl="0" indent="-228600" algn="l">
              <a:lnSpc>
                <a:spcPct val="100000"/>
              </a:lnSpc>
              <a:spcBef>
                <a:spcPts val="0"/>
              </a:spcBef>
              <a:spcAft>
                <a:spcPts val="0"/>
              </a:spcAft>
              <a:buClr>
                <a:schemeClr val="dk1"/>
              </a:buClr>
              <a:buSzPts val="3600"/>
              <a:buNone/>
              <a:defRPr sz="3600" b="1">
                <a:latin typeface="Arial"/>
                <a:ea typeface="Arial"/>
                <a:cs typeface="Arial"/>
                <a:sym typeface="Arial"/>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p:cSld name="Content with Caption">
    <p:spTree>
      <p:nvGrpSpPr>
        <p:cNvPr id="1" name="Shape 134"/>
        <p:cNvGrpSpPr/>
        <p:nvPr/>
      </p:nvGrpSpPr>
      <p:grpSpPr>
        <a:xfrm>
          <a:off x="0" y="0"/>
          <a:ext cx="0" cy="0"/>
          <a:chOff x="0" y="0"/>
          <a:chExt cx="0" cy="0"/>
        </a:xfrm>
      </p:grpSpPr>
      <p:sp>
        <p:nvSpPr>
          <p:cNvPr id="135" name="Google Shape;135;p17"/>
          <p:cNvSpPr txBox="1">
            <a:spLocks noGrp="1"/>
          </p:cNvSpPr>
          <p:nvPr>
            <p:ph type="body" idx="1"/>
          </p:nvPr>
        </p:nvSpPr>
        <p:spPr>
          <a:xfrm>
            <a:off x="3575050" y="1600200"/>
            <a:ext cx="5111750" cy="4525963"/>
          </a:xfrm>
          <a:prstGeom prst="rect">
            <a:avLst/>
          </a:prstGeom>
          <a:noFill/>
          <a:ln>
            <a:noFill/>
          </a:ln>
        </p:spPr>
        <p:txBody>
          <a:bodyPr spcFirstLastPara="1" wrap="square" lIns="91425" tIns="45700" rIns="91425" bIns="45700" anchor="t" anchorCtr="0">
            <a:no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136" name="Google Shape;136;p17"/>
          <p:cNvSpPr txBox="1">
            <a:spLocks noGrp="1"/>
          </p:cNvSpPr>
          <p:nvPr>
            <p:ph type="body" idx="2"/>
          </p:nvPr>
        </p:nvSpPr>
        <p:spPr>
          <a:xfrm>
            <a:off x="457200" y="1600200"/>
            <a:ext cx="3008313" cy="452596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137" name="Google Shape;137;p17"/>
          <p:cNvSpPr txBox="1">
            <a:spLocks noGrp="1"/>
          </p:cNvSpPr>
          <p:nvPr>
            <p:ph type="body" idx="3"/>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lvl1pPr marL="457200" lvl="0" indent="-228600" algn="l">
              <a:lnSpc>
                <a:spcPct val="100000"/>
              </a:lnSpc>
              <a:spcBef>
                <a:spcPts val="0"/>
              </a:spcBef>
              <a:spcAft>
                <a:spcPts val="0"/>
              </a:spcAft>
              <a:buClr>
                <a:schemeClr val="dk1"/>
              </a:buClr>
              <a:buSzPts val="3600"/>
              <a:buNone/>
              <a:defRPr sz="3600" b="1">
                <a:latin typeface="Arial"/>
                <a:ea typeface="Arial"/>
                <a:cs typeface="Arial"/>
                <a:sym typeface="Arial"/>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p:cSld name="Picture with Caption">
    <p:spTree>
      <p:nvGrpSpPr>
        <p:cNvPr id="1" name="Shape 151"/>
        <p:cNvGrpSpPr/>
        <p:nvPr/>
      </p:nvGrpSpPr>
      <p:grpSpPr>
        <a:xfrm>
          <a:off x="0" y="0"/>
          <a:ext cx="0" cy="0"/>
          <a:chOff x="0" y="0"/>
          <a:chExt cx="0" cy="0"/>
        </a:xfrm>
      </p:grpSpPr>
      <p:sp>
        <p:nvSpPr>
          <p:cNvPr id="152" name="Google Shape;152;p19"/>
          <p:cNvSpPr txBox="1">
            <a:spLocks noGrp="1"/>
          </p:cNvSpPr>
          <p:nvPr>
            <p:ph type="title"/>
          </p:nvPr>
        </p:nvSpPr>
        <p:spPr>
          <a:xfrm>
            <a:off x="1792288" y="5407025"/>
            <a:ext cx="5486400" cy="3048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sz="18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3" name="Google Shape;153;p19"/>
          <p:cNvSpPr>
            <a:spLocks noGrp="1"/>
          </p:cNvSpPr>
          <p:nvPr>
            <p:ph type="pic" idx="2"/>
          </p:nvPr>
        </p:nvSpPr>
        <p:spPr>
          <a:xfrm>
            <a:off x="1792288" y="1828800"/>
            <a:ext cx="5486400" cy="3429000"/>
          </a:xfrm>
          <a:prstGeom prst="rect">
            <a:avLst/>
          </a:prstGeom>
          <a:solidFill>
            <a:schemeClr val="lt1"/>
          </a:solidFill>
          <a:ln w="57150" cap="flat" cmpd="sng">
            <a:solidFill>
              <a:srgbClr val="DAE5F1"/>
            </a:solidFill>
            <a:prstDash val="solid"/>
            <a:round/>
            <a:headEnd type="none" w="sm" len="sm"/>
            <a:tailEnd type="none" w="sm" len="sm"/>
          </a:ln>
        </p:spPr>
      </p:sp>
      <p:sp>
        <p:nvSpPr>
          <p:cNvPr id="154" name="Google Shape;154;p19"/>
          <p:cNvSpPr txBox="1">
            <a:spLocks noGrp="1"/>
          </p:cNvSpPr>
          <p:nvPr>
            <p:ph type="body" idx="1"/>
          </p:nvPr>
        </p:nvSpPr>
        <p:spPr>
          <a:xfrm>
            <a:off x="1792288" y="5711825"/>
            <a:ext cx="5486400" cy="3048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320"/>
              </a:spcBef>
              <a:spcAft>
                <a:spcPts val="0"/>
              </a:spcAft>
              <a:buClr>
                <a:schemeClr val="dk1"/>
              </a:buClr>
              <a:buSzPts val="1600"/>
              <a:buNone/>
              <a:defRPr sz="16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155" name="Google Shape;155;p19"/>
          <p:cNvSpPr txBox="1">
            <a:spLocks noGrp="1"/>
          </p:cNvSpPr>
          <p:nvPr>
            <p:ph type="body" idx="3"/>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lvl1pPr marL="457200" lvl="0" indent="-228600" algn="l">
              <a:lnSpc>
                <a:spcPct val="100000"/>
              </a:lnSpc>
              <a:spcBef>
                <a:spcPts val="0"/>
              </a:spcBef>
              <a:spcAft>
                <a:spcPts val="0"/>
              </a:spcAft>
              <a:buClr>
                <a:schemeClr val="dk1"/>
              </a:buClr>
              <a:buSzPts val="3600"/>
              <a:buNone/>
              <a:defRPr sz="3600" b="1">
                <a:latin typeface="Arial"/>
                <a:ea typeface="Arial"/>
                <a:cs typeface="Arial"/>
                <a:sym typeface="Arial"/>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p:cSld name="Title and Vertical Text">
    <p:spTree>
      <p:nvGrpSpPr>
        <p:cNvPr id="1" name="Shape 169"/>
        <p:cNvGrpSpPr/>
        <p:nvPr/>
      </p:nvGrpSpPr>
      <p:grpSpPr>
        <a:xfrm>
          <a:off x="0" y="0"/>
          <a:ext cx="0" cy="0"/>
          <a:chOff x="0" y="0"/>
          <a:chExt cx="0" cy="0"/>
        </a:xfrm>
      </p:grpSpPr>
      <p:sp>
        <p:nvSpPr>
          <p:cNvPr id="170" name="Google Shape;170;p21"/>
          <p:cNvSpPr txBox="1">
            <a:spLocks noGrp="1"/>
          </p:cNvSpPr>
          <p:nvPr>
            <p:ph type="body" idx="1"/>
          </p:nvPr>
        </p:nvSpPr>
        <p:spPr>
          <a:xfrm rot="5400000">
            <a:off x="2309019" y="-251619"/>
            <a:ext cx="4525962" cy="82296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71" name="Google Shape;171;p21"/>
          <p:cNvSpPr txBox="1">
            <a:spLocks noGrp="1"/>
          </p:cNvSpPr>
          <p:nvPr>
            <p:ph type="body" idx="2"/>
          </p:nvPr>
        </p:nvSpPr>
        <p:spPr>
          <a:xfrm>
            <a:off x="304800" y="152400"/>
            <a:ext cx="6324600" cy="1143000"/>
          </a:xfrm>
          <a:prstGeom prst="rect">
            <a:avLst/>
          </a:prstGeom>
          <a:noFill/>
          <a:ln>
            <a:noFill/>
          </a:ln>
        </p:spPr>
        <p:txBody>
          <a:bodyPr spcFirstLastPara="1" wrap="square" lIns="91425" tIns="45700" rIns="91425" bIns="45700" anchor="ctr" anchorCtr="0">
            <a:noAutofit/>
          </a:bodyPr>
          <a:lstStyle>
            <a:lvl1pPr marL="457200" lvl="0" indent="-228600" algn="l">
              <a:lnSpc>
                <a:spcPct val="100000"/>
              </a:lnSpc>
              <a:spcBef>
                <a:spcPts val="0"/>
              </a:spcBef>
              <a:spcAft>
                <a:spcPts val="0"/>
              </a:spcAft>
              <a:buClr>
                <a:schemeClr val="dk1"/>
              </a:buClr>
              <a:buSzPts val="3600"/>
              <a:buNone/>
              <a:defRPr sz="3600" b="1">
                <a:latin typeface="Arial"/>
                <a:ea typeface="Arial"/>
                <a:cs typeface="Arial"/>
                <a:sym typeface="Arial"/>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p:cSld name="Vertical Title and Text">
    <p:spTree>
      <p:nvGrpSpPr>
        <p:cNvPr id="1" name="Shape 181"/>
        <p:cNvGrpSpPr/>
        <p:nvPr/>
      </p:nvGrpSpPr>
      <p:grpSpPr>
        <a:xfrm>
          <a:off x="0" y="0"/>
          <a:ext cx="0" cy="0"/>
          <a:chOff x="0" y="0"/>
          <a:chExt cx="0" cy="0"/>
        </a:xfrm>
      </p:grpSpPr>
      <p:sp>
        <p:nvSpPr>
          <p:cNvPr id="182" name="Google Shape;182;p23"/>
          <p:cNvSpPr txBox="1">
            <a:spLocks noGrp="1"/>
          </p:cNvSpPr>
          <p:nvPr>
            <p:ph type="body" idx="1"/>
          </p:nvPr>
        </p:nvSpPr>
        <p:spPr>
          <a:xfrm rot="5400000">
            <a:off x="1303338" y="296863"/>
            <a:ext cx="5851525" cy="60198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83" name="Google Shape;183;p23"/>
          <p:cNvSpPr txBox="1">
            <a:spLocks noGrp="1"/>
          </p:cNvSpPr>
          <p:nvPr>
            <p:ph type="body" idx="2"/>
          </p:nvPr>
        </p:nvSpPr>
        <p:spPr>
          <a:xfrm rot="5400000">
            <a:off x="5410200" y="2743200"/>
            <a:ext cx="5867400" cy="1143000"/>
          </a:xfrm>
          <a:prstGeom prst="rect">
            <a:avLst/>
          </a:prstGeom>
          <a:noFill/>
          <a:ln>
            <a:noFill/>
          </a:ln>
        </p:spPr>
        <p:txBody>
          <a:bodyPr spcFirstLastPara="1" wrap="square" lIns="91425" tIns="45700" rIns="91425" bIns="45700" anchor="ctr" anchorCtr="0">
            <a:noAutofit/>
          </a:bodyPr>
          <a:lstStyle>
            <a:lvl1pPr marL="457200" lvl="0" indent="-228600" algn="l">
              <a:lnSpc>
                <a:spcPct val="100000"/>
              </a:lnSpc>
              <a:spcBef>
                <a:spcPts val="0"/>
              </a:spcBef>
              <a:spcAft>
                <a:spcPts val="0"/>
              </a:spcAft>
              <a:buClr>
                <a:schemeClr val="dk1"/>
              </a:buClr>
              <a:buSzPts val="3600"/>
              <a:buNone/>
              <a:defRPr sz="3600" b="1">
                <a:latin typeface="Arial"/>
                <a:ea typeface="Arial"/>
                <a:cs typeface="Arial"/>
                <a:sym typeface="Arial"/>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1"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theme" Target="../theme/theme4.xml"/><Relationship Id="rId1" Type="http://schemas.openxmlformats.org/officeDocument/2006/relationships/slideLayout" Target="../slideLayouts/slideLayout3.xml"/><Relationship Id="rId4" Type="http://schemas.openxmlformats.org/officeDocument/2006/relationships/image" Target="../media/image2.png"/></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theme" Target="../theme/theme5.xml"/><Relationship Id="rId1" Type="http://schemas.openxmlformats.org/officeDocument/2006/relationships/slideLayout" Target="../slideLayouts/slideLayout4.xml"/><Relationship Id="rId4" Type="http://schemas.openxmlformats.org/officeDocument/2006/relationships/image" Target="../media/image3.png"/></Relationships>
</file>

<file path=ppt/slideMasters/_rels/slideMaster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6.xml"/><Relationship Id="rId1" Type="http://schemas.openxmlformats.org/officeDocument/2006/relationships/slideLayout" Target="../slideLayouts/slideLayout5.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7.xml"/><Relationship Id="rId1" Type="http://schemas.openxmlformats.org/officeDocument/2006/relationships/slideLayout" Target="../slideLayouts/slideLayout6.xml"/></Relationships>
</file>

<file path=ppt/slideMasters/_rels/slideMaster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8.xml"/><Relationship Id="rId1" Type="http://schemas.openxmlformats.org/officeDocument/2006/relationships/slideLayout" Target="../slideLayouts/slideLayout7.xml"/></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9.xml"/><Relationship Id="rId1" Type="http://schemas.openxmlformats.org/officeDocument/2006/relationships/slideLayout" Target="../slideLayouts/slideLayout8.xml"/></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10.xml"/><Relationship Id="rId1" Type="http://schemas.openxmlformats.org/officeDocument/2006/relationships/slideLayout" Target="../slideLayouts/slideLayout9.xml"/></Relationships>
</file>

<file path=ppt/slideMasters/_rels/slideMaster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11.xml"/><Relationship Id="rId1" Type="http://schemas.openxmlformats.org/officeDocument/2006/relationships/slideLayout" Target="../slideLayouts/slideLayout10.xml"/></Relationships>
</file>

<file path=ppt/slideMasters/_rels/slideMaster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theme" Target="../theme/theme12.xml"/><Relationship Id="rId1"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
        <p:cNvGrpSpPr/>
        <p:nvPr/>
      </p:nvGrpSpPr>
      <p:grpSpPr>
        <a:xfrm>
          <a:off x="0" y="0"/>
          <a:ext cx="0" cy="0"/>
          <a:chOff x="0" y="0"/>
          <a:chExt cx="0" cy="0"/>
        </a:xfrm>
      </p:grpSpPr>
      <p:sp>
        <p:nvSpPr>
          <p:cNvPr id="10" name="Google Shape;10;p1"/>
          <p:cNvSpPr txBox="1"/>
          <p:nvPr/>
        </p:nvSpPr>
        <p:spPr>
          <a:xfrm>
            <a:off x="0" y="3352800"/>
            <a:ext cx="8686800" cy="2743200"/>
          </a:xfrm>
          <a:prstGeom prst="rect">
            <a:avLst/>
          </a:prstGeom>
          <a:solidFill>
            <a:srgbClr val="10114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1" name="Google Shape;11;p1"/>
          <p:cNvSpPr txBox="1"/>
          <p:nvPr/>
        </p:nvSpPr>
        <p:spPr>
          <a:xfrm>
            <a:off x="2895600" y="6096000"/>
            <a:ext cx="2895600" cy="762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2" name="Google Shape;12;p1"/>
          <p:cNvSpPr txBox="1"/>
          <p:nvPr/>
        </p:nvSpPr>
        <p:spPr>
          <a:xfrm>
            <a:off x="0" y="6096000"/>
            <a:ext cx="2895600" cy="762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3" name="Google Shape;13;p1"/>
          <p:cNvSpPr txBox="1"/>
          <p:nvPr/>
        </p:nvSpPr>
        <p:spPr>
          <a:xfrm>
            <a:off x="5791200" y="6096000"/>
            <a:ext cx="2895600" cy="762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pic>
        <p:nvPicPr>
          <p:cNvPr id="14" name="Google Shape;14;p1" descr="BITS_university_logo_whitevert.png"/>
          <p:cNvPicPr preferRelativeResize="0"/>
          <p:nvPr/>
        </p:nvPicPr>
        <p:blipFill rotWithShape="1">
          <a:blip r:embed="rId4">
            <a:alphaModFix/>
          </a:blip>
          <a:srcRect/>
          <a:stretch/>
        </p:blipFill>
        <p:spPr>
          <a:xfrm>
            <a:off x="76200" y="3352800"/>
            <a:ext cx="2057400" cy="1979612"/>
          </a:xfrm>
          <a:prstGeom prst="rect">
            <a:avLst/>
          </a:prstGeom>
          <a:noFill/>
          <a:ln>
            <a:noFill/>
          </a:ln>
        </p:spPr>
      </p:pic>
      <p:sp>
        <p:nvSpPr>
          <p:cNvPr id="15" name="Google Shape;15;p1"/>
          <p:cNvSpPr txBox="1"/>
          <p:nvPr/>
        </p:nvSpPr>
        <p:spPr>
          <a:xfrm>
            <a:off x="-76200" y="5257800"/>
            <a:ext cx="2209800" cy="55403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lt1"/>
              </a:buClr>
              <a:buSzPts val="2900"/>
              <a:buFont typeface="Arial"/>
              <a:buNone/>
            </a:pPr>
            <a:r>
              <a:rPr lang="en-US" sz="2900" b="1" i="0" u="none" strike="noStrike" cap="none">
                <a:solidFill>
                  <a:schemeClr val="lt1"/>
                </a:solidFill>
                <a:latin typeface="Arial"/>
                <a:ea typeface="Arial"/>
                <a:cs typeface="Arial"/>
                <a:sym typeface="Arial"/>
              </a:rPr>
              <a:t>BITS</a:t>
            </a:r>
            <a:r>
              <a:rPr lang="en-US" sz="2900" b="0" i="0" u="none" strike="noStrike" cap="none">
                <a:solidFill>
                  <a:schemeClr val="lt1"/>
                </a:solidFill>
                <a:latin typeface="Arial"/>
                <a:ea typeface="Arial"/>
                <a:cs typeface="Arial"/>
                <a:sym typeface="Arial"/>
              </a:rPr>
              <a:t> Pilani</a:t>
            </a:r>
            <a:endParaRPr sz="1400" b="0" i="0" u="none" strike="noStrike" cap="none">
              <a:solidFill>
                <a:srgbClr val="000000"/>
              </a:solidFill>
              <a:latin typeface="Arial"/>
              <a:ea typeface="Arial"/>
              <a:cs typeface="Arial"/>
              <a:sym typeface="Arial"/>
            </a:endParaRPr>
          </a:p>
        </p:txBody>
      </p:sp>
      <p:sp>
        <p:nvSpPr>
          <p:cNvPr id="16" name="Google Shape;16;p1"/>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9pPr>
          </a:lstStyle>
          <a:p>
            <a:endParaRPr/>
          </a:p>
        </p:txBody>
      </p:sp>
      <p:sp>
        <p:nvSpPr>
          <p:cNvPr id="17" name="Google Shape;17;p1"/>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1"/>
        <p:cNvGrpSpPr/>
        <p:nvPr/>
      </p:nvGrpSpPr>
      <p:grpSpPr>
        <a:xfrm>
          <a:off x="0" y="0"/>
          <a:ext cx="0" cy="0"/>
          <a:chOff x="0" y="0"/>
          <a:chExt cx="0" cy="0"/>
        </a:xfrm>
      </p:grpSpPr>
      <p:grpSp>
        <p:nvGrpSpPr>
          <p:cNvPr id="22" name="Google Shape;22;p3"/>
          <p:cNvGrpSpPr/>
          <p:nvPr/>
        </p:nvGrpSpPr>
        <p:grpSpPr>
          <a:xfrm>
            <a:off x="2084387" y="6550025"/>
            <a:ext cx="7059612" cy="49212"/>
            <a:chOff x="2083888" y="6550671"/>
            <a:chExt cx="7060112" cy="48665"/>
          </a:xfrm>
        </p:grpSpPr>
        <p:sp>
          <p:nvSpPr>
            <p:cNvPr id="23" name="Google Shape;23;p3"/>
            <p:cNvSpPr txBox="1"/>
            <p:nvPr/>
          </p:nvSpPr>
          <p:spPr>
            <a:xfrm>
              <a:off x="4630418" y="6550671"/>
              <a:ext cx="2329027" cy="48665"/>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4" name="Google Shape;24;p3"/>
            <p:cNvSpPr txBox="1"/>
            <p:nvPr/>
          </p:nvSpPr>
          <p:spPr>
            <a:xfrm>
              <a:off x="6908642" y="6550671"/>
              <a:ext cx="2235358" cy="45525"/>
            </a:xfrm>
            <a:prstGeom prst="rect">
              <a:avLst/>
            </a:prstGeom>
            <a:solidFill>
              <a:srgbClr val="E31C24"/>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5" name="Google Shape;25;p3"/>
            <p:cNvSpPr txBox="1"/>
            <p:nvPr/>
          </p:nvSpPr>
          <p:spPr>
            <a:xfrm>
              <a:off x="2083888" y="6550671"/>
              <a:ext cx="2581458" cy="48665"/>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pic>
        <p:nvPicPr>
          <p:cNvPr id="26" name="Google Shape;26;p3" descr="Picture 7.png"/>
          <p:cNvPicPr preferRelativeResize="0"/>
          <p:nvPr/>
        </p:nvPicPr>
        <p:blipFill rotWithShape="1">
          <a:blip r:embed="rId3">
            <a:alphaModFix/>
          </a:blip>
          <a:srcRect/>
          <a:stretch/>
        </p:blipFill>
        <p:spPr>
          <a:xfrm>
            <a:off x="6629400" y="0"/>
            <a:ext cx="2193925" cy="692150"/>
          </a:xfrm>
          <a:prstGeom prst="rect">
            <a:avLst/>
          </a:prstGeom>
          <a:noFill/>
          <a:ln>
            <a:noFill/>
          </a:ln>
        </p:spPr>
      </p:pic>
      <p:grpSp>
        <p:nvGrpSpPr>
          <p:cNvPr id="27" name="Google Shape;27;p3"/>
          <p:cNvGrpSpPr/>
          <p:nvPr/>
        </p:nvGrpSpPr>
        <p:grpSpPr>
          <a:xfrm>
            <a:off x="2133600" y="6553200"/>
            <a:ext cx="7010400" cy="46037"/>
            <a:chOff x="1905000" y="6553200"/>
            <a:chExt cx="7010400" cy="45719"/>
          </a:xfrm>
        </p:grpSpPr>
        <p:sp>
          <p:nvSpPr>
            <p:cNvPr id="28" name="Google Shape;28;p3"/>
            <p:cNvSpPr txBox="1"/>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9" name="Google Shape;29;p3"/>
            <p:cNvSpPr txBox="1"/>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0" name="Google Shape;30;p3"/>
            <p:cNvSpPr txBox="1"/>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nvGrpSpPr>
          <p:cNvPr id="31" name="Google Shape;31;p3"/>
          <p:cNvGrpSpPr/>
          <p:nvPr/>
        </p:nvGrpSpPr>
        <p:grpSpPr>
          <a:xfrm>
            <a:off x="0" y="1295400"/>
            <a:ext cx="7010400" cy="46037"/>
            <a:chOff x="1905000" y="6553200"/>
            <a:chExt cx="7010400" cy="45719"/>
          </a:xfrm>
        </p:grpSpPr>
        <p:sp>
          <p:nvSpPr>
            <p:cNvPr id="32" name="Google Shape;32;p3"/>
            <p:cNvSpPr txBox="1"/>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3" name="Google Shape;33;p3"/>
            <p:cNvSpPr txBox="1"/>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4" name="Google Shape;34;p3"/>
            <p:cNvSpPr txBox="1"/>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sp>
        <p:nvSpPr>
          <p:cNvPr id="35" name="Google Shape;35;p3"/>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9pPr>
          </a:lstStyle>
          <a:p>
            <a:endParaRPr/>
          </a:p>
        </p:txBody>
      </p:sp>
      <p:sp>
        <p:nvSpPr>
          <p:cNvPr id="36" name="Google Shape;36;p3"/>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0"/>
        <p:cNvGrpSpPr/>
        <p:nvPr/>
      </p:nvGrpSpPr>
      <p:grpSpPr>
        <a:xfrm>
          <a:off x="0" y="0"/>
          <a:ext cx="0" cy="0"/>
          <a:chOff x="0" y="0"/>
          <a:chExt cx="0" cy="0"/>
        </a:xfrm>
      </p:grpSpPr>
      <p:sp>
        <p:nvSpPr>
          <p:cNvPr id="41" name="Google Shape;41;p5"/>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9pPr>
          </a:lstStyle>
          <a:p>
            <a:endParaRPr/>
          </a:p>
        </p:txBody>
      </p:sp>
      <p:sp>
        <p:nvSpPr>
          <p:cNvPr id="42" name="Google Shape;42;p5"/>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43" name="Google Shape;43;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98989"/>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4" name="Google Shape;44;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5" name="Google Shape;45;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1pPr>
            <a:lvl2pPr marL="0" marR="0" lvl="1"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2pPr>
            <a:lvl3pPr marL="0" marR="0" lvl="2"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3pPr>
            <a:lvl4pPr marL="0" marR="0" lvl="3"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4pPr>
            <a:lvl5pPr marL="0" marR="0" lvl="4"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5pPr>
            <a:lvl6pPr marL="0" marR="0" lvl="5"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6pPr>
            <a:lvl7pPr marL="0" marR="0" lvl="6"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7pPr>
            <a:lvl8pPr marL="0" marR="0" lvl="7"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8pPr>
            <a:lvl9pPr marL="0" marR="0" lvl="8" indent="0" algn="r" rtl="0">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6"/>
        <p:cNvGrpSpPr/>
        <p:nvPr/>
      </p:nvGrpSpPr>
      <p:grpSpPr>
        <a:xfrm>
          <a:off x="0" y="0"/>
          <a:ext cx="0" cy="0"/>
          <a:chOff x="0" y="0"/>
          <a:chExt cx="0" cy="0"/>
        </a:xfrm>
      </p:grpSpPr>
      <p:sp>
        <p:nvSpPr>
          <p:cNvPr id="47" name="Google Shape;47;p6"/>
          <p:cNvSpPr txBox="1"/>
          <p:nvPr/>
        </p:nvSpPr>
        <p:spPr>
          <a:xfrm>
            <a:off x="0" y="3352800"/>
            <a:ext cx="8686800" cy="2743200"/>
          </a:xfrm>
          <a:prstGeom prst="rect">
            <a:avLst/>
          </a:prstGeom>
          <a:solidFill>
            <a:srgbClr val="10114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48" name="Google Shape;48;p6"/>
          <p:cNvSpPr txBox="1"/>
          <p:nvPr/>
        </p:nvSpPr>
        <p:spPr>
          <a:xfrm>
            <a:off x="2895600" y="6096000"/>
            <a:ext cx="2895600" cy="762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49" name="Google Shape;49;p6"/>
          <p:cNvSpPr txBox="1"/>
          <p:nvPr/>
        </p:nvSpPr>
        <p:spPr>
          <a:xfrm>
            <a:off x="0" y="6096000"/>
            <a:ext cx="2895600" cy="762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50" name="Google Shape;50;p6"/>
          <p:cNvSpPr txBox="1"/>
          <p:nvPr/>
        </p:nvSpPr>
        <p:spPr>
          <a:xfrm>
            <a:off x="5791200" y="6096000"/>
            <a:ext cx="2895600" cy="762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pic>
        <p:nvPicPr>
          <p:cNvPr id="51" name="Google Shape;51;p6" descr="BITS_university_logo_whitevert.png"/>
          <p:cNvPicPr preferRelativeResize="0"/>
          <p:nvPr/>
        </p:nvPicPr>
        <p:blipFill rotWithShape="1">
          <a:blip r:embed="rId4">
            <a:alphaModFix/>
          </a:blip>
          <a:srcRect/>
          <a:stretch/>
        </p:blipFill>
        <p:spPr>
          <a:xfrm>
            <a:off x="76200" y="3352800"/>
            <a:ext cx="2057400" cy="1979612"/>
          </a:xfrm>
          <a:prstGeom prst="rect">
            <a:avLst/>
          </a:prstGeom>
          <a:noFill/>
          <a:ln>
            <a:noFill/>
          </a:ln>
        </p:spPr>
      </p:pic>
      <p:sp>
        <p:nvSpPr>
          <p:cNvPr id="52" name="Google Shape;52;p6"/>
          <p:cNvSpPr txBox="1"/>
          <p:nvPr/>
        </p:nvSpPr>
        <p:spPr>
          <a:xfrm>
            <a:off x="-76200" y="5257800"/>
            <a:ext cx="2209800" cy="55403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lt1"/>
              </a:buClr>
              <a:buSzPts val="2900"/>
              <a:buFont typeface="Arial"/>
              <a:buNone/>
            </a:pPr>
            <a:r>
              <a:rPr lang="en-US" sz="2900" b="1" i="0" u="none" strike="noStrike" cap="none">
                <a:solidFill>
                  <a:schemeClr val="lt1"/>
                </a:solidFill>
                <a:latin typeface="Arial"/>
                <a:ea typeface="Arial"/>
                <a:cs typeface="Arial"/>
                <a:sym typeface="Arial"/>
              </a:rPr>
              <a:t>BITS</a:t>
            </a:r>
            <a:r>
              <a:rPr lang="en-US" sz="2900" b="0" i="0" u="none" strike="noStrike" cap="none">
                <a:solidFill>
                  <a:schemeClr val="lt1"/>
                </a:solidFill>
                <a:latin typeface="Arial"/>
                <a:ea typeface="Arial"/>
                <a:cs typeface="Arial"/>
                <a:sym typeface="Arial"/>
              </a:rPr>
              <a:t> Pilani</a:t>
            </a:r>
            <a:endParaRPr sz="1400" b="0" i="0" u="none" strike="noStrike" cap="none">
              <a:solidFill>
                <a:srgbClr val="000000"/>
              </a:solidFill>
              <a:latin typeface="Arial"/>
              <a:ea typeface="Arial"/>
              <a:cs typeface="Arial"/>
              <a:sym typeface="Arial"/>
            </a:endParaRPr>
          </a:p>
        </p:txBody>
      </p:sp>
      <p:sp>
        <p:nvSpPr>
          <p:cNvPr id="53" name="Google Shape;53;p6"/>
          <p:cNvSpPr txBox="1"/>
          <p:nvPr/>
        </p:nvSpPr>
        <p:spPr>
          <a:xfrm>
            <a:off x="152400" y="5667375"/>
            <a:ext cx="1905000" cy="27622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FFFF"/>
              </a:buClr>
              <a:buSzPts val="1200"/>
              <a:buFont typeface="Arial"/>
              <a:buNone/>
            </a:pPr>
            <a:r>
              <a:rPr lang="en-US" sz="1200" b="0" i="0" u="none" strike="noStrike" cap="none">
                <a:solidFill>
                  <a:srgbClr val="FFFFFF"/>
                </a:solidFill>
                <a:latin typeface="Arial"/>
                <a:ea typeface="Arial"/>
                <a:cs typeface="Arial"/>
                <a:sym typeface="Arial"/>
              </a:rPr>
              <a:t>Hyderabad Campus</a:t>
            </a:r>
            <a:endParaRPr sz="1400" b="0" i="0" u="none" strike="noStrike" cap="none">
              <a:solidFill>
                <a:srgbClr val="000000"/>
              </a:solidFill>
              <a:latin typeface="Arial"/>
              <a:ea typeface="Arial"/>
              <a:cs typeface="Arial"/>
              <a:sym typeface="Arial"/>
            </a:endParaRPr>
          </a:p>
        </p:txBody>
      </p:sp>
      <p:sp>
        <p:nvSpPr>
          <p:cNvPr id="54" name="Google Shape;54;p6"/>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9pPr>
          </a:lstStyle>
          <a:p>
            <a:endParaRPr/>
          </a:p>
        </p:txBody>
      </p:sp>
      <p:sp>
        <p:nvSpPr>
          <p:cNvPr id="55" name="Google Shape;55;p6"/>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50"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8"/>
        <p:cNvGrpSpPr/>
        <p:nvPr/>
      </p:nvGrpSpPr>
      <p:grpSpPr>
        <a:xfrm>
          <a:off x="0" y="0"/>
          <a:ext cx="0" cy="0"/>
          <a:chOff x="0" y="0"/>
          <a:chExt cx="0" cy="0"/>
        </a:xfrm>
      </p:grpSpPr>
      <p:pic>
        <p:nvPicPr>
          <p:cNvPr id="59" name="Google Shape;59;p8" descr="\\Server\D\jyoti\FI023_BITS_v1\styleguide img\IMG_5627_b.jpg"/>
          <p:cNvPicPr preferRelativeResize="0"/>
          <p:nvPr/>
        </p:nvPicPr>
        <p:blipFill rotWithShape="1">
          <a:blip r:embed="rId3">
            <a:alphaModFix/>
          </a:blip>
          <a:srcRect/>
          <a:stretch/>
        </p:blipFill>
        <p:spPr>
          <a:xfrm>
            <a:off x="0" y="0"/>
            <a:ext cx="9144000" cy="6858000"/>
          </a:xfrm>
          <a:prstGeom prst="rect">
            <a:avLst/>
          </a:prstGeom>
          <a:noFill/>
          <a:ln>
            <a:noFill/>
          </a:ln>
        </p:spPr>
      </p:pic>
      <p:sp>
        <p:nvSpPr>
          <p:cNvPr id="60" name="Google Shape;60;p8"/>
          <p:cNvSpPr txBox="1"/>
          <p:nvPr/>
        </p:nvSpPr>
        <p:spPr>
          <a:xfrm>
            <a:off x="0" y="4281487"/>
            <a:ext cx="9144000" cy="2576512"/>
          </a:xfrm>
          <a:prstGeom prst="rect">
            <a:avLst/>
          </a:prstGeom>
          <a:solidFill>
            <a:schemeClr val="lt1"/>
          </a:solidFill>
          <a:ln w="9525" cap="flat" cmpd="sng">
            <a:solidFill>
              <a:srgbClr val="4A7EBB"/>
            </a:solidFill>
            <a:prstDash val="solid"/>
            <a:miter lim="800000"/>
            <a:headEnd type="none" w="sm" len="sm"/>
            <a:tailEnd type="none" w="sm" len="sm"/>
          </a:ln>
          <a:effectLst>
            <a:outerShdw blurRad="63500" dist="23000" dir="5400000">
              <a:srgbClr val="000000">
                <a:alpha val="34117"/>
              </a:srgbClr>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pic>
        <p:nvPicPr>
          <p:cNvPr id="61" name="Google Shape;61;p8" descr="Picture 7.png"/>
          <p:cNvPicPr preferRelativeResize="0"/>
          <p:nvPr/>
        </p:nvPicPr>
        <p:blipFill rotWithShape="1">
          <a:blip r:embed="rId4">
            <a:alphaModFix/>
          </a:blip>
          <a:srcRect/>
          <a:stretch/>
        </p:blipFill>
        <p:spPr>
          <a:xfrm>
            <a:off x="6629400" y="0"/>
            <a:ext cx="2193925" cy="692150"/>
          </a:xfrm>
          <a:prstGeom prst="rect">
            <a:avLst/>
          </a:prstGeom>
          <a:noFill/>
          <a:ln>
            <a:noFill/>
          </a:ln>
        </p:spPr>
      </p:pic>
      <p:sp>
        <p:nvSpPr>
          <p:cNvPr id="62" name="Google Shape;62;p8"/>
          <p:cNvSpPr txBox="1"/>
          <p:nvPr/>
        </p:nvSpPr>
        <p:spPr>
          <a:xfrm>
            <a:off x="2882900" y="6775450"/>
            <a:ext cx="2895600" cy="762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63" name="Google Shape;63;p8"/>
          <p:cNvSpPr txBox="1"/>
          <p:nvPr/>
        </p:nvSpPr>
        <p:spPr>
          <a:xfrm>
            <a:off x="-12700" y="6775450"/>
            <a:ext cx="2895600" cy="762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64" name="Google Shape;64;p8"/>
          <p:cNvSpPr txBox="1"/>
          <p:nvPr/>
        </p:nvSpPr>
        <p:spPr>
          <a:xfrm>
            <a:off x="5778500" y="6775450"/>
            <a:ext cx="2895600" cy="762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65" name="Google Shape;65;p8"/>
          <p:cNvSpPr txBox="1"/>
          <p:nvPr/>
        </p:nvSpPr>
        <p:spPr>
          <a:xfrm>
            <a:off x="6858000" y="762000"/>
            <a:ext cx="2209800" cy="55403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lt1"/>
              </a:buClr>
              <a:buSzPts val="2900"/>
              <a:buFont typeface="Arial"/>
              <a:buNone/>
            </a:pPr>
            <a:r>
              <a:rPr lang="en-US" sz="2900" b="1" i="0" u="none" strike="noStrike" cap="none">
                <a:solidFill>
                  <a:schemeClr val="lt1"/>
                </a:solidFill>
                <a:latin typeface="Arial"/>
                <a:ea typeface="Arial"/>
                <a:cs typeface="Arial"/>
                <a:sym typeface="Arial"/>
              </a:rPr>
              <a:t>BITS</a:t>
            </a:r>
            <a:r>
              <a:rPr lang="en-US" sz="2900" b="0" i="0" u="none" strike="noStrike" cap="none">
                <a:solidFill>
                  <a:schemeClr val="lt1"/>
                </a:solidFill>
                <a:latin typeface="Arial"/>
                <a:ea typeface="Arial"/>
                <a:cs typeface="Arial"/>
                <a:sym typeface="Arial"/>
              </a:rPr>
              <a:t> Pilani</a:t>
            </a:r>
            <a:endParaRPr sz="1400" b="0" i="0" u="none" strike="noStrike" cap="none">
              <a:solidFill>
                <a:srgbClr val="000000"/>
              </a:solidFill>
              <a:latin typeface="Arial"/>
              <a:ea typeface="Arial"/>
              <a:cs typeface="Arial"/>
              <a:sym typeface="Arial"/>
            </a:endParaRPr>
          </a:p>
        </p:txBody>
      </p:sp>
      <p:sp>
        <p:nvSpPr>
          <p:cNvPr id="66" name="Google Shape;66;p8"/>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9pPr>
          </a:lstStyle>
          <a:p>
            <a:endParaRPr/>
          </a:p>
        </p:txBody>
      </p:sp>
      <p:sp>
        <p:nvSpPr>
          <p:cNvPr id="67" name="Google Shape;67;p8"/>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5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0"/>
        <p:cNvGrpSpPr/>
        <p:nvPr/>
      </p:nvGrpSpPr>
      <p:grpSpPr>
        <a:xfrm>
          <a:off x="0" y="0"/>
          <a:ext cx="0" cy="0"/>
          <a:chOff x="0" y="0"/>
          <a:chExt cx="0" cy="0"/>
        </a:xfrm>
      </p:grpSpPr>
      <p:pic>
        <p:nvPicPr>
          <p:cNvPr id="71" name="Google Shape;71;p10" descr="Picture 7.png"/>
          <p:cNvPicPr preferRelativeResize="0"/>
          <p:nvPr/>
        </p:nvPicPr>
        <p:blipFill rotWithShape="1">
          <a:blip r:embed="rId3">
            <a:alphaModFix/>
          </a:blip>
          <a:srcRect/>
          <a:stretch/>
        </p:blipFill>
        <p:spPr>
          <a:xfrm>
            <a:off x="6629400" y="0"/>
            <a:ext cx="2193925" cy="692150"/>
          </a:xfrm>
          <a:prstGeom prst="rect">
            <a:avLst/>
          </a:prstGeom>
          <a:noFill/>
          <a:ln>
            <a:noFill/>
          </a:ln>
        </p:spPr>
      </p:pic>
      <p:grpSp>
        <p:nvGrpSpPr>
          <p:cNvPr id="72" name="Google Shape;72;p10"/>
          <p:cNvGrpSpPr/>
          <p:nvPr/>
        </p:nvGrpSpPr>
        <p:grpSpPr>
          <a:xfrm>
            <a:off x="0" y="1295400"/>
            <a:ext cx="7010400" cy="46037"/>
            <a:chOff x="1905000" y="6553200"/>
            <a:chExt cx="7010400" cy="45719"/>
          </a:xfrm>
        </p:grpSpPr>
        <p:sp>
          <p:nvSpPr>
            <p:cNvPr id="73" name="Google Shape;73;p10"/>
            <p:cNvSpPr txBox="1"/>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74" name="Google Shape;74;p10"/>
            <p:cNvSpPr txBox="1"/>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75" name="Google Shape;75;p10"/>
            <p:cNvSpPr txBox="1"/>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nvGrpSpPr>
          <p:cNvPr id="76" name="Google Shape;76;p10"/>
          <p:cNvGrpSpPr/>
          <p:nvPr/>
        </p:nvGrpSpPr>
        <p:grpSpPr>
          <a:xfrm>
            <a:off x="2133600" y="6553200"/>
            <a:ext cx="7010400" cy="46037"/>
            <a:chOff x="1905000" y="6553200"/>
            <a:chExt cx="7010400" cy="45719"/>
          </a:xfrm>
        </p:grpSpPr>
        <p:sp>
          <p:nvSpPr>
            <p:cNvPr id="77" name="Google Shape;77;p10"/>
            <p:cNvSpPr txBox="1"/>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78" name="Google Shape;78;p10"/>
            <p:cNvSpPr txBox="1"/>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79" name="Google Shape;79;p10"/>
            <p:cNvSpPr txBox="1"/>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sp>
        <p:nvSpPr>
          <p:cNvPr id="80" name="Google Shape;80;p10"/>
          <p:cNvSpPr txBox="1"/>
          <p:nvPr/>
        </p:nvSpPr>
        <p:spPr>
          <a:xfrm>
            <a:off x="3276600" y="6596062"/>
            <a:ext cx="5867400" cy="261937"/>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101141"/>
              </a:buClr>
              <a:buSzPts val="1100"/>
              <a:buFont typeface="Arial"/>
              <a:buNone/>
            </a:pPr>
            <a:r>
              <a:rPr lang="en-US" sz="1100" b="1" i="0" u="none" strike="noStrike" cap="none">
                <a:solidFill>
                  <a:srgbClr val="101141"/>
                </a:solidFill>
                <a:latin typeface="Arial"/>
                <a:ea typeface="Arial"/>
                <a:cs typeface="Arial"/>
                <a:sym typeface="Arial"/>
              </a:rPr>
              <a:t>BITS </a:t>
            </a:r>
            <a:r>
              <a:rPr lang="en-US" sz="1100" b="0" i="0" u="none" strike="noStrike" cap="none">
                <a:solidFill>
                  <a:srgbClr val="101141"/>
                </a:solidFill>
                <a:latin typeface="Arial"/>
                <a:ea typeface="Arial"/>
                <a:cs typeface="Arial"/>
                <a:sym typeface="Arial"/>
              </a:rPr>
              <a:t>Pilani, Hyderabad Campus</a:t>
            </a:r>
            <a:endParaRPr sz="1400" b="0" i="0" u="none" strike="noStrike" cap="none">
              <a:solidFill>
                <a:srgbClr val="000000"/>
              </a:solidFill>
              <a:latin typeface="Arial"/>
              <a:ea typeface="Arial"/>
              <a:cs typeface="Arial"/>
              <a:sym typeface="Arial"/>
            </a:endParaRPr>
          </a:p>
        </p:txBody>
      </p:sp>
      <p:sp>
        <p:nvSpPr>
          <p:cNvPr id="81" name="Google Shape;81;p10"/>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9pPr>
          </a:lstStyle>
          <a:p>
            <a:endParaRPr/>
          </a:p>
        </p:txBody>
      </p:sp>
      <p:sp>
        <p:nvSpPr>
          <p:cNvPr id="82" name="Google Shape;82;p10"/>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52"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7"/>
        <p:cNvGrpSpPr/>
        <p:nvPr/>
      </p:nvGrpSpPr>
      <p:grpSpPr>
        <a:xfrm>
          <a:off x="0" y="0"/>
          <a:ext cx="0" cy="0"/>
          <a:chOff x="0" y="0"/>
          <a:chExt cx="0" cy="0"/>
        </a:xfrm>
      </p:grpSpPr>
      <p:grpSp>
        <p:nvGrpSpPr>
          <p:cNvPr id="88" name="Google Shape;88;p12"/>
          <p:cNvGrpSpPr/>
          <p:nvPr/>
        </p:nvGrpSpPr>
        <p:grpSpPr>
          <a:xfrm>
            <a:off x="0" y="1295400"/>
            <a:ext cx="7010400" cy="46037"/>
            <a:chOff x="1905000" y="6553200"/>
            <a:chExt cx="7010400" cy="45719"/>
          </a:xfrm>
        </p:grpSpPr>
        <p:sp>
          <p:nvSpPr>
            <p:cNvPr id="89" name="Google Shape;89;p12"/>
            <p:cNvSpPr txBox="1"/>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0" name="Google Shape;90;p12"/>
            <p:cNvSpPr txBox="1"/>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1" name="Google Shape;91;p12"/>
            <p:cNvSpPr txBox="1"/>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nvGrpSpPr>
          <p:cNvPr id="92" name="Google Shape;92;p12"/>
          <p:cNvGrpSpPr/>
          <p:nvPr/>
        </p:nvGrpSpPr>
        <p:grpSpPr>
          <a:xfrm>
            <a:off x="2133600" y="6553200"/>
            <a:ext cx="7010400" cy="46037"/>
            <a:chOff x="1905000" y="6553200"/>
            <a:chExt cx="7010400" cy="45719"/>
          </a:xfrm>
        </p:grpSpPr>
        <p:sp>
          <p:nvSpPr>
            <p:cNvPr id="93" name="Google Shape;93;p12"/>
            <p:cNvSpPr txBox="1"/>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4" name="Google Shape;94;p12"/>
            <p:cNvSpPr txBox="1"/>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5" name="Google Shape;95;p12"/>
            <p:cNvSpPr txBox="1"/>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pic>
        <p:nvPicPr>
          <p:cNvPr id="96" name="Google Shape;96;p12" descr="Picture 7.png"/>
          <p:cNvPicPr preferRelativeResize="0"/>
          <p:nvPr/>
        </p:nvPicPr>
        <p:blipFill rotWithShape="1">
          <a:blip r:embed="rId3">
            <a:alphaModFix/>
          </a:blip>
          <a:srcRect/>
          <a:stretch/>
        </p:blipFill>
        <p:spPr>
          <a:xfrm>
            <a:off x="6629400" y="0"/>
            <a:ext cx="2193925" cy="692150"/>
          </a:xfrm>
          <a:prstGeom prst="rect">
            <a:avLst/>
          </a:prstGeom>
          <a:noFill/>
          <a:ln>
            <a:noFill/>
          </a:ln>
        </p:spPr>
      </p:pic>
      <p:sp>
        <p:nvSpPr>
          <p:cNvPr id="97" name="Google Shape;97;p12"/>
          <p:cNvSpPr txBox="1"/>
          <p:nvPr/>
        </p:nvSpPr>
        <p:spPr>
          <a:xfrm>
            <a:off x="3276600" y="6596062"/>
            <a:ext cx="5867400" cy="261937"/>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101141"/>
              </a:buClr>
              <a:buSzPts val="1100"/>
              <a:buFont typeface="Arial"/>
              <a:buNone/>
            </a:pPr>
            <a:r>
              <a:rPr lang="en-US" sz="1100" b="1" i="0" u="none" strike="noStrike" cap="none">
                <a:solidFill>
                  <a:srgbClr val="101141"/>
                </a:solidFill>
                <a:latin typeface="Arial"/>
                <a:ea typeface="Arial"/>
                <a:cs typeface="Arial"/>
                <a:sym typeface="Arial"/>
              </a:rPr>
              <a:t>BITS </a:t>
            </a:r>
            <a:r>
              <a:rPr lang="en-US" sz="1100" b="0" i="0" u="none" strike="noStrike" cap="none">
                <a:solidFill>
                  <a:srgbClr val="101141"/>
                </a:solidFill>
                <a:latin typeface="Arial"/>
                <a:ea typeface="Arial"/>
                <a:cs typeface="Arial"/>
                <a:sym typeface="Arial"/>
              </a:rPr>
              <a:t>Pilani, Hyderabad Campus</a:t>
            </a:r>
            <a:endParaRPr sz="1400" b="0" i="0" u="none" strike="noStrike" cap="none">
              <a:solidFill>
                <a:srgbClr val="000000"/>
              </a:solidFill>
              <a:latin typeface="Arial"/>
              <a:ea typeface="Arial"/>
              <a:cs typeface="Arial"/>
              <a:sym typeface="Arial"/>
            </a:endParaRPr>
          </a:p>
        </p:txBody>
      </p:sp>
      <p:sp>
        <p:nvSpPr>
          <p:cNvPr id="98" name="Google Shape;98;p12"/>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9pPr>
          </a:lstStyle>
          <a:p>
            <a:endParaRPr/>
          </a:p>
        </p:txBody>
      </p:sp>
      <p:sp>
        <p:nvSpPr>
          <p:cNvPr id="99" name="Google Shape;99;p12"/>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5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6"/>
        <p:cNvGrpSpPr/>
        <p:nvPr/>
      </p:nvGrpSpPr>
      <p:grpSpPr>
        <a:xfrm>
          <a:off x="0" y="0"/>
          <a:ext cx="0" cy="0"/>
          <a:chOff x="0" y="0"/>
          <a:chExt cx="0" cy="0"/>
        </a:xfrm>
      </p:grpSpPr>
      <p:grpSp>
        <p:nvGrpSpPr>
          <p:cNvPr id="107" name="Google Shape;107;p14"/>
          <p:cNvGrpSpPr/>
          <p:nvPr/>
        </p:nvGrpSpPr>
        <p:grpSpPr>
          <a:xfrm>
            <a:off x="0" y="1295400"/>
            <a:ext cx="7010400" cy="46037"/>
            <a:chOff x="1905000" y="6553200"/>
            <a:chExt cx="7010400" cy="45719"/>
          </a:xfrm>
        </p:grpSpPr>
        <p:sp>
          <p:nvSpPr>
            <p:cNvPr id="108" name="Google Shape;108;p14"/>
            <p:cNvSpPr txBox="1"/>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9" name="Google Shape;109;p14"/>
            <p:cNvSpPr txBox="1"/>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10" name="Google Shape;110;p14"/>
            <p:cNvSpPr txBox="1"/>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nvGrpSpPr>
          <p:cNvPr id="111" name="Google Shape;111;p14"/>
          <p:cNvGrpSpPr/>
          <p:nvPr/>
        </p:nvGrpSpPr>
        <p:grpSpPr>
          <a:xfrm>
            <a:off x="2133600" y="6553200"/>
            <a:ext cx="7010400" cy="46037"/>
            <a:chOff x="1905000" y="6553200"/>
            <a:chExt cx="7010400" cy="45719"/>
          </a:xfrm>
        </p:grpSpPr>
        <p:sp>
          <p:nvSpPr>
            <p:cNvPr id="112" name="Google Shape;112;p14"/>
            <p:cNvSpPr txBox="1"/>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13" name="Google Shape;113;p14"/>
            <p:cNvSpPr txBox="1"/>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14" name="Google Shape;114;p14"/>
            <p:cNvSpPr txBox="1"/>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pic>
        <p:nvPicPr>
          <p:cNvPr id="115" name="Google Shape;115;p14" descr="Picture 7.png"/>
          <p:cNvPicPr preferRelativeResize="0"/>
          <p:nvPr/>
        </p:nvPicPr>
        <p:blipFill rotWithShape="1">
          <a:blip r:embed="rId3">
            <a:alphaModFix/>
          </a:blip>
          <a:srcRect/>
          <a:stretch/>
        </p:blipFill>
        <p:spPr>
          <a:xfrm>
            <a:off x="6629400" y="0"/>
            <a:ext cx="2193925" cy="692150"/>
          </a:xfrm>
          <a:prstGeom prst="rect">
            <a:avLst/>
          </a:prstGeom>
          <a:noFill/>
          <a:ln>
            <a:noFill/>
          </a:ln>
        </p:spPr>
      </p:pic>
      <p:sp>
        <p:nvSpPr>
          <p:cNvPr id="116" name="Google Shape;116;p14"/>
          <p:cNvSpPr txBox="1"/>
          <p:nvPr/>
        </p:nvSpPr>
        <p:spPr>
          <a:xfrm>
            <a:off x="3276600" y="6596062"/>
            <a:ext cx="5867400" cy="261937"/>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101141"/>
              </a:buClr>
              <a:buSzPts val="1100"/>
              <a:buFont typeface="Arial"/>
              <a:buNone/>
            </a:pPr>
            <a:r>
              <a:rPr lang="en-US" sz="1100" b="1" i="0" u="none" strike="noStrike" cap="none">
                <a:solidFill>
                  <a:srgbClr val="101141"/>
                </a:solidFill>
                <a:latin typeface="Arial"/>
                <a:ea typeface="Arial"/>
                <a:cs typeface="Arial"/>
                <a:sym typeface="Arial"/>
              </a:rPr>
              <a:t>BITS </a:t>
            </a:r>
            <a:r>
              <a:rPr lang="en-US" sz="1100" b="0" i="0" u="none" strike="noStrike" cap="none">
                <a:solidFill>
                  <a:srgbClr val="101141"/>
                </a:solidFill>
                <a:latin typeface="Arial"/>
                <a:ea typeface="Arial"/>
                <a:cs typeface="Arial"/>
                <a:sym typeface="Arial"/>
              </a:rPr>
              <a:t>Pilani, Hyderabad Campus</a:t>
            </a:r>
            <a:endParaRPr sz="1400" b="0" i="0" u="none" strike="noStrike" cap="none">
              <a:solidFill>
                <a:srgbClr val="000000"/>
              </a:solidFill>
              <a:latin typeface="Arial"/>
              <a:ea typeface="Arial"/>
              <a:cs typeface="Arial"/>
              <a:sym typeface="Arial"/>
            </a:endParaRPr>
          </a:p>
        </p:txBody>
      </p:sp>
      <p:sp>
        <p:nvSpPr>
          <p:cNvPr id="117" name="Google Shape;117;p14"/>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9pPr>
          </a:lstStyle>
          <a:p>
            <a:endParaRPr/>
          </a:p>
        </p:txBody>
      </p:sp>
      <p:sp>
        <p:nvSpPr>
          <p:cNvPr id="118" name="Google Shape;118;p14"/>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54"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1"/>
        <p:cNvGrpSpPr/>
        <p:nvPr/>
      </p:nvGrpSpPr>
      <p:grpSpPr>
        <a:xfrm>
          <a:off x="0" y="0"/>
          <a:ext cx="0" cy="0"/>
          <a:chOff x="0" y="0"/>
          <a:chExt cx="0" cy="0"/>
        </a:xfrm>
      </p:grpSpPr>
      <p:grpSp>
        <p:nvGrpSpPr>
          <p:cNvPr id="122" name="Google Shape;122;p16"/>
          <p:cNvGrpSpPr/>
          <p:nvPr/>
        </p:nvGrpSpPr>
        <p:grpSpPr>
          <a:xfrm>
            <a:off x="0" y="1295400"/>
            <a:ext cx="7010400" cy="46037"/>
            <a:chOff x="1905000" y="6553200"/>
            <a:chExt cx="7010400" cy="45719"/>
          </a:xfrm>
        </p:grpSpPr>
        <p:sp>
          <p:nvSpPr>
            <p:cNvPr id="123" name="Google Shape;123;p16"/>
            <p:cNvSpPr txBox="1"/>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24" name="Google Shape;124;p16"/>
            <p:cNvSpPr txBox="1"/>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25" name="Google Shape;125;p16"/>
            <p:cNvSpPr txBox="1"/>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nvGrpSpPr>
          <p:cNvPr id="126" name="Google Shape;126;p16"/>
          <p:cNvGrpSpPr/>
          <p:nvPr/>
        </p:nvGrpSpPr>
        <p:grpSpPr>
          <a:xfrm>
            <a:off x="2133600" y="6553200"/>
            <a:ext cx="7010400" cy="46037"/>
            <a:chOff x="1905000" y="6553200"/>
            <a:chExt cx="7010400" cy="45719"/>
          </a:xfrm>
        </p:grpSpPr>
        <p:sp>
          <p:nvSpPr>
            <p:cNvPr id="127" name="Google Shape;127;p16"/>
            <p:cNvSpPr txBox="1"/>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28" name="Google Shape;128;p16"/>
            <p:cNvSpPr txBox="1"/>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29" name="Google Shape;129;p16"/>
            <p:cNvSpPr txBox="1"/>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pic>
        <p:nvPicPr>
          <p:cNvPr id="130" name="Google Shape;130;p16" descr="Picture 7.png"/>
          <p:cNvPicPr preferRelativeResize="0"/>
          <p:nvPr/>
        </p:nvPicPr>
        <p:blipFill rotWithShape="1">
          <a:blip r:embed="rId3">
            <a:alphaModFix/>
          </a:blip>
          <a:srcRect/>
          <a:stretch/>
        </p:blipFill>
        <p:spPr>
          <a:xfrm>
            <a:off x="6629400" y="0"/>
            <a:ext cx="2193925" cy="692150"/>
          </a:xfrm>
          <a:prstGeom prst="rect">
            <a:avLst/>
          </a:prstGeom>
          <a:noFill/>
          <a:ln>
            <a:noFill/>
          </a:ln>
        </p:spPr>
      </p:pic>
      <p:sp>
        <p:nvSpPr>
          <p:cNvPr id="131" name="Google Shape;131;p16"/>
          <p:cNvSpPr txBox="1"/>
          <p:nvPr/>
        </p:nvSpPr>
        <p:spPr>
          <a:xfrm>
            <a:off x="3276600" y="6596062"/>
            <a:ext cx="5867400" cy="261937"/>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101141"/>
              </a:buClr>
              <a:buSzPts val="1100"/>
              <a:buFont typeface="Arial"/>
              <a:buNone/>
            </a:pPr>
            <a:r>
              <a:rPr lang="en-US" sz="1100" b="1" i="0" u="none" strike="noStrike" cap="none">
                <a:solidFill>
                  <a:srgbClr val="101141"/>
                </a:solidFill>
                <a:latin typeface="Arial"/>
                <a:ea typeface="Arial"/>
                <a:cs typeface="Arial"/>
                <a:sym typeface="Arial"/>
              </a:rPr>
              <a:t>BITS </a:t>
            </a:r>
            <a:r>
              <a:rPr lang="en-US" sz="1100" b="0" i="0" u="none" strike="noStrike" cap="none">
                <a:solidFill>
                  <a:srgbClr val="101141"/>
                </a:solidFill>
                <a:latin typeface="Arial"/>
                <a:ea typeface="Arial"/>
                <a:cs typeface="Arial"/>
                <a:sym typeface="Arial"/>
              </a:rPr>
              <a:t>Pilani, Hyderabad Campus</a:t>
            </a:r>
            <a:endParaRPr sz="1400" b="0" i="0" u="none" strike="noStrike" cap="none">
              <a:solidFill>
                <a:srgbClr val="000000"/>
              </a:solidFill>
              <a:latin typeface="Arial"/>
              <a:ea typeface="Arial"/>
              <a:cs typeface="Arial"/>
              <a:sym typeface="Arial"/>
            </a:endParaRPr>
          </a:p>
        </p:txBody>
      </p:sp>
      <p:sp>
        <p:nvSpPr>
          <p:cNvPr id="132" name="Google Shape;132;p16"/>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9pPr>
          </a:lstStyle>
          <a:p>
            <a:endParaRPr/>
          </a:p>
        </p:txBody>
      </p:sp>
      <p:sp>
        <p:nvSpPr>
          <p:cNvPr id="133" name="Google Shape;133;p16"/>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5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8"/>
        <p:cNvGrpSpPr/>
        <p:nvPr/>
      </p:nvGrpSpPr>
      <p:grpSpPr>
        <a:xfrm>
          <a:off x="0" y="0"/>
          <a:ext cx="0" cy="0"/>
          <a:chOff x="0" y="0"/>
          <a:chExt cx="0" cy="0"/>
        </a:xfrm>
      </p:grpSpPr>
      <p:grpSp>
        <p:nvGrpSpPr>
          <p:cNvPr id="139" name="Google Shape;139;p18"/>
          <p:cNvGrpSpPr/>
          <p:nvPr/>
        </p:nvGrpSpPr>
        <p:grpSpPr>
          <a:xfrm>
            <a:off x="0" y="1295400"/>
            <a:ext cx="7010400" cy="46037"/>
            <a:chOff x="1905000" y="6553200"/>
            <a:chExt cx="7010400" cy="45719"/>
          </a:xfrm>
        </p:grpSpPr>
        <p:sp>
          <p:nvSpPr>
            <p:cNvPr id="140" name="Google Shape;140;p18"/>
            <p:cNvSpPr txBox="1"/>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41" name="Google Shape;141;p18"/>
            <p:cNvSpPr txBox="1"/>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42" name="Google Shape;142;p18"/>
            <p:cNvSpPr txBox="1"/>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nvGrpSpPr>
          <p:cNvPr id="143" name="Google Shape;143;p18"/>
          <p:cNvGrpSpPr/>
          <p:nvPr/>
        </p:nvGrpSpPr>
        <p:grpSpPr>
          <a:xfrm>
            <a:off x="2133600" y="6553200"/>
            <a:ext cx="7010400" cy="46037"/>
            <a:chOff x="1905000" y="6553200"/>
            <a:chExt cx="7010400" cy="45719"/>
          </a:xfrm>
        </p:grpSpPr>
        <p:sp>
          <p:nvSpPr>
            <p:cNvPr id="144" name="Google Shape;144;p18"/>
            <p:cNvSpPr txBox="1"/>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45" name="Google Shape;145;p18"/>
            <p:cNvSpPr txBox="1"/>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46" name="Google Shape;146;p18"/>
            <p:cNvSpPr txBox="1"/>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pic>
        <p:nvPicPr>
          <p:cNvPr id="147" name="Google Shape;147;p18" descr="Picture 7.png"/>
          <p:cNvPicPr preferRelativeResize="0"/>
          <p:nvPr/>
        </p:nvPicPr>
        <p:blipFill rotWithShape="1">
          <a:blip r:embed="rId3">
            <a:alphaModFix/>
          </a:blip>
          <a:srcRect/>
          <a:stretch/>
        </p:blipFill>
        <p:spPr>
          <a:xfrm>
            <a:off x="6629400" y="0"/>
            <a:ext cx="2193925" cy="692150"/>
          </a:xfrm>
          <a:prstGeom prst="rect">
            <a:avLst/>
          </a:prstGeom>
          <a:noFill/>
          <a:ln>
            <a:noFill/>
          </a:ln>
        </p:spPr>
      </p:pic>
      <p:sp>
        <p:nvSpPr>
          <p:cNvPr id="148" name="Google Shape;148;p18"/>
          <p:cNvSpPr txBox="1"/>
          <p:nvPr/>
        </p:nvSpPr>
        <p:spPr>
          <a:xfrm>
            <a:off x="3276600" y="6596062"/>
            <a:ext cx="5867400" cy="261937"/>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101141"/>
              </a:buClr>
              <a:buSzPts val="1100"/>
              <a:buFont typeface="Arial"/>
              <a:buNone/>
            </a:pPr>
            <a:r>
              <a:rPr lang="en-US" sz="1100" b="1" i="0" u="none" strike="noStrike" cap="none">
                <a:solidFill>
                  <a:srgbClr val="101141"/>
                </a:solidFill>
                <a:latin typeface="Arial"/>
                <a:ea typeface="Arial"/>
                <a:cs typeface="Arial"/>
                <a:sym typeface="Arial"/>
              </a:rPr>
              <a:t>BITS </a:t>
            </a:r>
            <a:r>
              <a:rPr lang="en-US" sz="1100" b="0" i="0" u="none" strike="noStrike" cap="none">
                <a:solidFill>
                  <a:srgbClr val="101141"/>
                </a:solidFill>
                <a:latin typeface="Arial"/>
                <a:ea typeface="Arial"/>
                <a:cs typeface="Arial"/>
                <a:sym typeface="Arial"/>
              </a:rPr>
              <a:t>Pilani, Hyderabad Campus</a:t>
            </a:r>
            <a:endParaRPr sz="1400" b="0" i="0" u="none" strike="noStrike" cap="none">
              <a:solidFill>
                <a:srgbClr val="000000"/>
              </a:solidFill>
              <a:latin typeface="Arial"/>
              <a:ea typeface="Arial"/>
              <a:cs typeface="Arial"/>
              <a:sym typeface="Arial"/>
            </a:endParaRPr>
          </a:p>
        </p:txBody>
      </p:sp>
      <p:sp>
        <p:nvSpPr>
          <p:cNvPr id="149" name="Google Shape;149;p18"/>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9pPr>
          </a:lstStyle>
          <a:p>
            <a:endParaRPr/>
          </a:p>
        </p:txBody>
      </p:sp>
      <p:sp>
        <p:nvSpPr>
          <p:cNvPr id="150" name="Google Shape;150;p18"/>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56"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6"/>
        <p:cNvGrpSpPr/>
        <p:nvPr/>
      </p:nvGrpSpPr>
      <p:grpSpPr>
        <a:xfrm>
          <a:off x="0" y="0"/>
          <a:ext cx="0" cy="0"/>
          <a:chOff x="0" y="0"/>
          <a:chExt cx="0" cy="0"/>
        </a:xfrm>
      </p:grpSpPr>
      <p:grpSp>
        <p:nvGrpSpPr>
          <p:cNvPr id="157" name="Google Shape;157;p20"/>
          <p:cNvGrpSpPr/>
          <p:nvPr/>
        </p:nvGrpSpPr>
        <p:grpSpPr>
          <a:xfrm>
            <a:off x="0" y="1295400"/>
            <a:ext cx="7010400" cy="46037"/>
            <a:chOff x="1905000" y="6553200"/>
            <a:chExt cx="7010400" cy="45719"/>
          </a:xfrm>
        </p:grpSpPr>
        <p:sp>
          <p:nvSpPr>
            <p:cNvPr id="158" name="Google Shape;158;p20"/>
            <p:cNvSpPr txBox="1"/>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59" name="Google Shape;159;p20"/>
            <p:cNvSpPr txBox="1"/>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60" name="Google Shape;160;p20"/>
            <p:cNvSpPr txBox="1"/>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nvGrpSpPr>
          <p:cNvPr id="161" name="Google Shape;161;p20"/>
          <p:cNvGrpSpPr/>
          <p:nvPr/>
        </p:nvGrpSpPr>
        <p:grpSpPr>
          <a:xfrm>
            <a:off x="2133600" y="6553200"/>
            <a:ext cx="7010400" cy="46037"/>
            <a:chOff x="1905000" y="6553200"/>
            <a:chExt cx="7010400" cy="45719"/>
          </a:xfrm>
        </p:grpSpPr>
        <p:sp>
          <p:nvSpPr>
            <p:cNvPr id="162" name="Google Shape;162;p20"/>
            <p:cNvSpPr txBox="1"/>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63" name="Google Shape;163;p20"/>
            <p:cNvSpPr txBox="1"/>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64" name="Google Shape;164;p20"/>
            <p:cNvSpPr txBox="1"/>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pic>
        <p:nvPicPr>
          <p:cNvPr id="165" name="Google Shape;165;p20" descr="Picture 7.png"/>
          <p:cNvPicPr preferRelativeResize="0"/>
          <p:nvPr/>
        </p:nvPicPr>
        <p:blipFill rotWithShape="1">
          <a:blip r:embed="rId3">
            <a:alphaModFix/>
          </a:blip>
          <a:srcRect/>
          <a:stretch/>
        </p:blipFill>
        <p:spPr>
          <a:xfrm>
            <a:off x="6629400" y="0"/>
            <a:ext cx="2193925" cy="692150"/>
          </a:xfrm>
          <a:prstGeom prst="rect">
            <a:avLst/>
          </a:prstGeom>
          <a:noFill/>
          <a:ln>
            <a:noFill/>
          </a:ln>
        </p:spPr>
      </p:pic>
      <p:sp>
        <p:nvSpPr>
          <p:cNvPr id="166" name="Google Shape;166;p20"/>
          <p:cNvSpPr txBox="1"/>
          <p:nvPr/>
        </p:nvSpPr>
        <p:spPr>
          <a:xfrm>
            <a:off x="3276600" y="6596062"/>
            <a:ext cx="5867400" cy="261937"/>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101141"/>
              </a:buClr>
              <a:buSzPts val="1100"/>
              <a:buFont typeface="Arial"/>
              <a:buNone/>
            </a:pPr>
            <a:r>
              <a:rPr lang="en-US" sz="1100" b="1" i="0" u="none" strike="noStrike" cap="none">
                <a:solidFill>
                  <a:srgbClr val="101141"/>
                </a:solidFill>
                <a:latin typeface="Arial"/>
                <a:ea typeface="Arial"/>
                <a:cs typeface="Arial"/>
                <a:sym typeface="Arial"/>
              </a:rPr>
              <a:t>BITS </a:t>
            </a:r>
            <a:r>
              <a:rPr lang="en-US" sz="1100" b="0" i="0" u="none" strike="noStrike" cap="none">
                <a:solidFill>
                  <a:srgbClr val="101141"/>
                </a:solidFill>
                <a:latin typeface="Arial"/>
                <a:ea typeface="Arial"/>
                <a:cs typeface="Arial"/>
                <a:sym typeface="Arial"/>
              </a:rPr>
              <a:t>Pilani, Hyderabad Campus</a:t>
            </a:r>
            <a:endParaRPr sz="1400" b="0" i="0" u="none" strike="noStrike" cap="none">
              <a:solidFill>
                <a:srgbClr val="000000"/>
              </a:solidFill>
              <a:latin typeface="Arial"/>
              <a:ea typeface="Arial"/>
              <a:cs typeface="Arial"/>
              <a:sym typeface="Arial"/>
            </a:endParaRPr>
          </a:p>
        </p:txBody>
      </p:sp>
      <p:sp>
        <p:nvSpPr>
          <p:cNvPr id="167" name="Google Shape;167;p20"/>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9pPr>
          </a:lstStyle>
          <a:p>
            <a:endParaRPr/>
          </a:p>
        </p:txBody>
      </p:sp>
      <p:sp>
        <p:nvSpPr>
          <p:cNvPr id="168" name="Google Shape;168;p20"/>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57"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72"/>
        <p:cNvGrpSpPr/>
        <p:nvPr/>
      </p:nvGrpSpPr>
      <p:grpSpPr>
        <a:xfrm>
          <a:off x="0" y="0"/>
          <a:ext cx="0" cy="0"/>
          <a:chOff x="0" y="0"/>
          <a:chExt cx="0" cy="0"/>
        </a:xfrm>
      </p:grpSpPr>
      <p:grpSp>
        <p:nvGrpSpPr>
          <p:cNvPr id="173" name="Google Shape;173;p22"/>
          <p:cNvGrpSpPr/>
          <p:nvPr/>
        </p:nvGrpSpPr>
        <p:grpSpPr>
          <a:xfrm rot="5400000">
            <a:off x="5006182" y="2567781"/>
            <a:ext cx="5181600" cy="46037"/>
            <a:chOff x="1905000" y="6553200"/>
            <a:chExt cx="7010400" cy="45719"/>
          </a:xfrm>
        </p:grpSpPr>
        <p:sp>
          <p:nvSpPr>
            <p:cNvPr id="174" name="Google Shape;174;p22"/>
            <p:cNvSpPr txBox="1"/>
            <p:nvPr/>
          </p:nvSpPr>
          <p:spPr>
            <a:xfrm>
              <a:off x="4267574" y="6553200"/>
              <a:ext cx="2328209"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75" name="Google Shape;175;p22"/>
            <p:cNvSpPr txBox="1"/>
            <p:nvPr/>
          </p:nvSpPr>
          <p:spPr>
            <a:xfrm>
              <a:off x="1905000" y="6553200"/>
              <a:ext cx="2362574"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76" name="Google Shape;176;p22"/>
            <p:cNvSpPr txBox="1"/>
            <p:nvPr/>
          </p:nvSpPr>
          <p:spPr>
            <a:xfrm>
              <a:off x="6587191" y="6553200"/>
              <a:ext cx="2328209"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pic>
        <p:nvPicPr>
          <p:cNvPr id="177" name="Google Shape;177;p22" descr="Picture 7.png"/>
          <p:cNvPicPr preferRelativeResize="0"/>
          <p:nvPr/>
        </p:nvPicPr>
        <p:blipFill rotWithShape="1">
          <a:blip r:embed="rId3">
            <a:alphaModFix/>
          </a:blip>
          <a:srcRect/>
          <a:stretch/>
        </p:blipFill>
        <p:spPr>
          <a:xfrm>
            <a:off x="-7937" y="381000"/>
            <a:ext cx="692150" cy="2193925"/>
          </a:xfrm>
          <a:prstGeom prst="rect">
            <a:avLst/>
          </a:prstGeom>
          <a:noFill/>
          <a:ln>
            <a:noFill/>
          </a:ln>
        </p:spPr>
      </p:pic>
      <p:sp>
        <p:nvSpPr>
          <p:cNvPr id="178" name="Google Shape;178;p22"/>
          <p:cNvSpPr txBox="1"/>
          <p:nvPr/>
        </p:nvSpPr>
        <p:spPr>
          <a:xfrm rot="5400000">
            <a:off x="-2794793" y="3809206"/>
            <a:ext cx="5867400" cy="230187"/>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101141"/>
              </a:buClr>
              <a:buSzPts val="900"/>
              <a:buFont typeface="Arial"/>
              <a:buNone/>
            </a:pPr>
            <a:r>
              <a:rPr lang="en-US" sz="900" b="1" i="0" u="none" strike="noStrike" cap="none">
                <a:solidFill>
                  <a:srgbClr val="101141"/>
                </a:solidFill>
                <a:latin typeface="Arial"/>
                <a:ea typeface="Arial"/>
                <a:cs typeface="Arial"/>
                <a:sym typeface="Arial"/>
              </a:rPr>
              <a:t>BITS </a:t>
            </a:r>
            <a:r>
              <a:rPr lang="en-US" sz="900" b="0" i="0" u="none" strike="noStrike" cap="none">
                <a:solidFill>
                  <a:srgbClr val="101141"/>
                </a:solidFill>
                <a:latin typeface="Arial"/>
                <a:ea typeface="Arial"/>
                <a:cs typeface="Arial"/>
                <a:sym typeface="Arial"/>
              </a:rPr>
              <a:t>Pilani, Hyderabad Campus</a:t>
            </a:r>
            <a:endParaRPr sz="1400" b="0" i="0" u="none" strike="noStrike" cap="none">
              <a:solidFill>
                <a:srgbClr val="000000"/>
              </a:solidFill>
              <a:latin typeface="Arial"/>
              <a:ea typeface="Arial"/>
              <a:cs typeface="Arial"/>
              <a:sym typeface="Arial"/>
            </a:endParaRPr>
          </a:p>
        </p:txBody>
      </p:sp>
      <p:sp>
        <p:nvSpPr>
          <p:cNvPr id="179" name="Google Shape;179;p22"/>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9pPr>
          </a:lstStyle>
          <a:p>
            <a:endParaRPr/>
          </a:p>
        </p:txBody>
      </p:sp>
      <p:sp>
        <p:nvSpPr>
          <p:cNvPr id="180" name="Google Shape;180;p22"/>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58"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3" name="Title 2">
            <a:extLst>
              <a:ext uri="{FF2B5EF4-FFF2-40B4-BE49-F238E27FC236}">
                <a16:creationId xmlns:a16="http://schemas.microsoft.com/office/drawing/2014/main" id="{201F6DD6-1D46-BCFF-DDC6-A77CE6CF424D}"/>
              </a:ext>
            </a:extLst>
          </p:cNvPr>
          <p:cNvSpPr>
            <a:spLocks noGrp="1"/>
          </p:cNvSpPr>
          <p:nvPr>
            <p:ph type="title"/>
          </p:nvPr>
        </p:nvSpPr>
        <p:spPr>
          <a:xfrm>
            <a:off x="2514600" y="3333308"/>
            <a:ext cx="6161567" cy="1302488"/>
          </a:xfrm>
        </p:spPr>
        <p:txBody>
          <a:bodyPr/>
          <a:lstStyle/>
          <a:p>
            <a:r>
              <a:rPr lang="en-US" sz="3600" dirty="0"/>
              <a:t>SSZG622 Software Project Management</a:t>
            </a:r>
            <a:endParaRPr lang="en-US" sz="3600" b="0" dirty="0"/>
          </a:p>
        </p:txBody>
      </p:sp>
      <p:sp>
        <p:nvSpPr>
          <p:cNvPr id="5" name="Text Placeholder 4">
            <a:extLst>
              <a:ext uri="{FF2B5EF4-FFF2-40B4-BE49-F238E27FC236}">
                <a16:creationId xmlns:a16="http://schemas.microsoft.com/office/drawing/2014/main" id="{A3D15283-0FB8-1307-DC57-82CF457B90B8}"/>
              </a:ext>
            </a:extLst>
          </p:cNvPr>
          <p:cNvSpPr>
            <a:spLocks noGrp="1"/>
          </p:cNvSpPr>
          <p:nvPr>
            <p:ph type="body" idx="1"/>
          </p:nvPr>
        </p:nvSpPr>
        <p:spPr>
          <a:xfrm>
            <a:off x="2514600" y="4986670"/>
            <a:ext cx="6019800" cy="956930"/>
          </a:xfrm>
        </p:spPr>
        <p:txBody>
          <a:bodyPr/>
          <a:lstStyle/>
          <a:p>
            <a:r>
              <a:rPr lang="en-US" sz="2800" dirty="0"/>
              <a:t>2025-26 First Semester</a:t>
            </a:r>
            <a:endParaRPr lang="en-IN" sz="2800" dirty="0"/>
          </a:p>
          <a:p>
            <a:r>
              <a:rPr lang="en-IN" sz="2800" dirty="0"/>
              <a:t>Individual Assignment 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5" name="Text Placeholder 4">
            <a:extLst>
              <a:ext uri="{FF2B5EF4-FFF2-40B4-BE49-F238E27FC236}">
                <a16:creationId xmlns:a16="http://schemas.microsoft.com/office/drawing/2014/main" id="{0B7D77A9-11C6-F94D-1572-802898E0CF9C}"/>
              </a:ext>
            </a:extLst>
          </p:cNvPr>
          <p:cNvSpPr>
            <a:spLocks noGrp="1"/>
          </p:cNvSpPr>
          <p:nvPr>
            <p:ph type="body" idx="1"/>
          </p:nvPr>
        </p:nvSpPr>
        <p:spPr>
          <a:xfrm>
            <a:off x="0" y="1157177"/>
            <a:ext cx="9144000" cy="5243622"/>
          </a:xfrm>
        </p:spPr>
        <p:txBody>
          <a:bodyPr/>
          <a:lstStyle/>
          <a:p>
            <a:endParaRPr lang="en-IN" sz="2400" b="1" dirty="0">
              <a:solidFill>
                <a:srgbClr val="0070C0"/>
              </a:solidFill>
            </a:endParaRPr>
          </a:p>
          <a:p>
            <a:r>
              <a:rPr lang="en-IN" sz="2400" b="1" dirty="0">
                <a:solidFill>
                  <a:srgbClr val="0070C0"/>
                </a:solidFill>
              </a:rPr>
              <a:t>Topic	</a:t>
            </a:r>
            <a:r>
              <a:rPr lang="en-IN" sz="2400" dirty="0"/>
              <a:t>: Schedule Management and Planning</a:t>
            </a:r>
          </a:p>
          <a:p>
            <a:r>
              <a:rPr lang="en-IN" sz="2400" b="1" dirty="0">
                <a:solidFill>
                  <a:srgbClr val="0070C0"/>
                </a:solidFill>
              </a:rPr>
              <a:t>Name	</a:t>
            </a:r>
            <a:r>
              <a:rPr lang="en-IN" sz="2400" dirty="0"/>
              <a:t>: Harmalkar Rahul Rajan Sayali</a:t>
            </a:r>
          </a:p>
          <a:p>
            <a:r>
              <a:rPr lang="en-IN" sz="2400" b="1" dirty="0">
                <a:solidFill>
                  <a:srgbClr val="0070C0"/>
                </a:solidFill>
              </a:rPr>
              <a:t>Student</a:t>
            </a:r>
            <a:r>
              <a:rPr lang="en-IN" sz="2400" dirty="0"/>
              <a:t> </a:t>
            </a:r>
            <a:r>
              <a:rPr lang="en-IN" sz="2400" b="1" dirty="0">
                <a:solidFill>
                  <a:srgbClr val="0070C0"/>
                </a:solidFill>
              </a:rPr>
              <a:t>ID</a:t>
            </a:r>
            <a:r>
              <a:rPr lang="en-IN" sz="2400" dirty="0">
                <a:solidFill>
                  <a:srgbClr val="0070C0"/>
                </a:solidFill>
              </a:rPr>
              <a:t>	</a:t>
            </a:r>
            <a:r>
              <a:rPr lang="en-IN" sz="2400" dirty="0"/>
              <a:t>: 2024TM93073</a:t>
            </a:r>
          </a:p>
          <a:p>
            <a:endParaRPr lang="en-IN" sz="2400" dirty="0"/>
          </a:p>
          <a:p>
            <a:r>
              <a:rPr lang="en-US" dirty="0"/>
              <a:t>	I certify that this report submitted towards the Software Project Management course assignment is my own work. I also certify that I have not copied the work of other students or the material from any other sources (books, online documents, etc.).</a:t>
            </a:r>
            <a:endParaRPr lang="en-US" sz="2400" dirty="0"/>
          </a:p>
          <a:p>
            <a:r>
              <a:rPr lang="en-US" dirty="0"/>
              <a:t>	I understand that if this report scores a similarity score above 25%, zero marks will be awarded for this assignment.</a:t>
            </a:r>
          </a:p>
          <a:p>
            <a:endParaRPr lang="en-US" sz="2400" dirty="0"/>
          </a:p>
          <a:p>
            <a:pPr marL="3771900" lvl="8" indent="0">
              <a:buNone/>
            </a:pPr>
            <a:r>
              <a:rPr lang="en-US" dirty="0"/>
              <a:t>		Harmalkar Rahul Rajan Sayali</a:t>
            </a:r>
            <a:br>
              <a:rPr lang="en-US" dirty="0"/>
            </a:br>
            <a:r>
              <a:rPr lang="en-US" dirty="0"/>
              <a:t>		           2024TM93073</a:t>
            </a:r>
            <a:endParaRPr lang="en-IN"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3" name="Text Placeholder 2">
            <a:extLst>
              <a:ext uri="{FF2B5EF4-FFF2-40B4-BE49-F238E27FC236}">
                <a16:creationId xmlns:a16="http://schemas.microsoft.com/office/drawing/2014/main" id="{39DAD0E6-D877-0DA2-7802-2C5B03EFB422}"/>
              </a:ext>
            </a:extLst>
          </p:cNvPr>
          <p:cNvSpPr>
            <a:spLocks noGrp="1"/>
          </p:cNvSpPr>
          <p:nvPr>
            <p:ph type="body" idx="2"/>
          </p:nvPr>
        </p:nvSpPr>
        <p:spPr/>
        <p:txBody>
          <a:bodyPr/>
          <a:lstStyle/>
          <a:p>
            <a:r>
              <a:rPr lang="en-IN" dirty="0"/>
              <a:t>Executive Summary</a:t>
            </a:r>
            <a:endParaRPr lang="en-US" dirty="0"/>
          </a:p>
        </p:txBody>
      </p:sp>
      <p:sp>
        <p:nvSpPr>
          <p:cNvPr id="5" name="Text Placeholder 4">
            <a:extLst>
              <a:ext uri="{FF2B5EF4-FFF2-40B4-BE49-F238E27FC236}">
                <a16:creationId xmlns:a16="http://schemas.microsoft.com/office/drawing/2014/main" id="{0B7D77A9-11C6-F94D-1572-802898E0CF9C}"/>
              </a:ext>
            </a:extLst>
          </p:cNvPr>
          <p:cNvSpPr>
            <a:spLocks noGrp="1"/>
          </p:cNvSpPr>
          <p:nvPr>
            <p:ph type="body" idx="1"/>
          </p:nvPr>
        </p:nvSpPr>
        <p:spPr>
          <a:xfrm>
            <a:off x="0" y="1295400"/>
            <a:ext cx="9144000" cy="5410199"/>
          </a:xfrm>
        </p:spPr>
        <p:txBody>
          <a:bodyPr/>
          <a:lstStyle/>
          <a:p>
            <a:pPr marL="514350" indent="-285750">
              <a:buFont typeface="Arial" panose="020B0604020202020204" pitchFamily="34" charset="0"/>
              <a:buChar char="•"/>
            </a:pPr>
            <a:r>
              <a:rPr lang="en-US" sz="1800" dirty="0"/>
              <a:t>This report reviews the role of </a:t>
            </a:r>
            <a:r>
              <a:rPr lang="en-US" sz="1800" b="1" dirty="0"/>
              <a:t>schedule management and planning </a:t>
            </a:r>
            <a:r>
              <a:rPr lang="en-US" sz="1800" dirty="0"/>
              <a:t>in a mid-sized IT services organization that delivered an enhancement project for a retail e-commerce client. </a:t>
            </a:r>
          </a:p>
          <a:p>
            <a:pPr marL="514350" indent="-285750">
              <a:buFont typeface="Arial" panose="020B0604020202020204" pitchFamily="34" charset="0"/>
              <a:buChar char="•"/>
            </a:pPr>
            <a:r>
              <a:rPr lang="en-US" sz="1800" dirty="0"/>
              <a:t>The project focused on upgrading the client’s order processing platform with improved scalability and seamless payment integration. </a:t>
            </a:r>
          </a:p>
          <a:p>
            <a:pPr marL="514350" indent="-285750">
              <a:buFont typeface="Arial" panose="020B0604020202020204" pitchFamily="34" charset="0"/>
              <a:buChar char="•"/>
            </a:pPr>
            <a:r>
              <a:rPr lang="en-US" sz="1800" dirty="0"/>
              <a:t>The project team used tools like Microsoft Project and sprint-based tracking to manage timelines. However, execution was affected by delays in client feedback, resource constraints, and overlooked interdependencies. These factors resulted in milestone shifts and additional coordination efforts. </a:t>
            </a:r>
          </a:p>
          <a:p>
            <a:pPr marL="514350" indent="-285750">
              <a:buFont typeface="Arial" panose="020B0604020202020204" pitchFamily="34" charset="0"/>
              <a:buChar char="•"/>
            </a:pPr>
            <a:r>
              <a:rPr lang="en-US" sz="1800" dirty="0"/>
              <a:t>Despite these difficulties, structured monitoring through dashboards and frequent review sessions enabled the team to regain partial control and finish the project with only minor overruns. The case highlights how estimation precision, stakeholder involvement, and proactive risk planning can significantly strengthen schedule adherence. </a:t>
            </a:r>
          </a:p>
          <a:p>
            <a:pPr marL="514350" indent="-285750">
              <a:buFont typeface="Arial" panose="020B0604020202020204" pitchFamily="34" charset="0"/>
              <a:buChar char="•"/>
            </a:pPr>
            <a:r>
              <a:rPr lang="en-US" sz="1800" dirty="0"/>
              <a:t>The findings emphasize the value of flexible scheduling approaches that combine structured planning with adaptive methods. Future initiatives can benefit from applying these practices to balance deadlines, resources, and client expectations more effectively.</a:t>
            </a:r>
            <a:endParaRPr lang="en-IN" sz="1800" dirty="0"/>
          </a:p>
        </p:txBody>
      </p:sp>
    </p:spTree>
    <p:extLst>
      <p:ext uri="{BB962C8B-B14F-4D97-AF65-F5344CB8AC3E}">
        <p14:creationId xmlns:p14="http://schemas.microsoft.com/office/powerpoint/2010/main" val="30511613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3" name="Text Placeholder 2">
            <a:extLst>
              <a:ext uri="{FF2B5EF4-FFF2-40B4-BE49-F238E27FC236}">
                <a16:creationId xmlns:a16="http://schemas.microsoft.com/office/drawing/2014/main" id="{39DAD0E6-D877-0DA2-7802-2C5B03EFB422}"/>
              </a:ext>
            </a:extLst>
          </p:cNvPr>
          <p:cNvSpPr>
            <a:spLocks noGrp="1"/>
          </p:cNvSpPr>
          <p:nvPr>
            <p:ph type="body" idx="2"/>
          </p:nvPr>
        </p:nvSpPr>
        <p:spPr/>
        <p:txBody>
          <a:bodyPr/>
          <a:lstStyle/>
          <a:p>
            <a:r>
              <a:rPr lang="en-IN" dirty="0"/>
              <a:t>Real-life Scenario</a:t>
            </a:r>
          </a:p>
        </p:txBody>
      </p:sp>
      <p:sp>
        <p:nvSpPr>
          <p:cNvPr id="5" name="Text Placeholder 4">
            <a:extLst>
              <a:ext uri="{FF2B5EF4-FFF2-40B4-BE49-F238E27FC236}">
                <a16:creationId xmlns:a16="http://schemas.microsoft.com/office/drawing/2014/main" id="{0B7D77A9-11C6-F94D-1572-802898E0CF9C}"/>
              </a:ext>
            </a:extLst>
          </p:cNvPr>
          <p:cNvSpPr>
            <a:spLocks noGrp="1"/>
          </p:cNvSpPr>
          <p:nvPr>
            <p:ph type="body" idx="1"/>
          </p:nvPr>
        </p:nvSpPr>
        <p:spPr>
          <a:xfrm>
            <a:off x="0" y="1295400"/>
            <a:ext cx="9144000" cy="5637027"/>
          </a:xfrm>
        </p:spPr>
        <p:txBody>
          <a:bodyPr/>
          <a:lstStyle/>
          <a:p>
            <a:r>
              <a:rPr lang="en-US" sz="1800" b="1" dirty="0">
                <a:solidFill>
                  <a:srgbClr val="0070C0"/>
                </a:solidFill>
              </a:rPr>
              <a:t>Company Overview:</a:t>
            </a:r>
          </a:p>
          <a:p>
            <a:pPr marL="571500" indent="-342900">
              <a:buFont typeface="Arial" panose="020B0604020202020204" pitchFamily="34" charset="0"/>
              <a:buChar char="•"/>
            </a:pPr>
            <a:r>
              <a:rPr lang="en-US" sz="1800" dirty="0"/>
              <a:t>The case study is drawn from a mid-sized IT services provider (referred to as </a:t>
            </a:r>
            <a:r>
              <a:rPr lang="en-US" sz="1800" dirty="0" err="1"/>
              <a:t>TechNova</a:t>
            </a:r>
            <a:r>
              <a:rPr lang="en-US" sz="1800" dirty="0"/>
              <a:t> Solutions) with expertise in enterprise software delivery. </a:t>
            </a:r>
          </a:p>
          <a:p>
            <a:pPr marL="571500" indent="-342900">
              <a:buFont typeface="Arial" panose="020B0604020202020204" pitchFamily="34" charset="0"/>
              <a:buChar char="•"/>
            </a:pPr>
            <a:r>
              <a:rPr lang="en-US" sz="1800" dirty="0"/>
              <a:t>The company employs around 1,200 professionals and executes projects across sectors including retail, banking, and healthcare. </a:t>
            </a:r>
          </a:p>
          <a:p>
            <a:pPr marL="228600" indent="0"/>
            <a:r>
              <a:rPr lang="en-US" sz="1800" b="1" dirty="0">
                <a:solidFill>
                  <a:srgbClr val="0070C0"/>
                </a:solidFill>
              </a:rPr>
              <a:t>Project Description: </a:t>
            </a:r>
          </a:p>
          <a:p>
            <a:pPr marL="571500" indent="-342900">
              <a:buFont typeface="Arial" panose="020B0604020202020204" pitchFamily="34" charset="0"/>
              <a:buChar char="•"/>
            </a:pPr>
            <a:r>
              <a:rPr lang="en-US" sz="1800" dirty="0"/>
              <a:t>The selected project was </a:t>
            </a:r>
            <a:r>
              <a:rPr lang="en-US" sz="1800" b="1" dirty="0"/>
              <a:t>an e-commerce system enhancement </a:t>
            </a:r>
            <a:r>
              <a:rPr lang="en-US" sz="1800" dirty="0"/>
              <a:t>aimed at modernizing the client’s online ordering solution. </a:t>
            </a:r>
          </a:p>
          <a:p>
            <a:pPr marL="571500" indent="-342900">
              <a:buFont typeface="Arial" panose="020B0604020202020204" pitchFamily="34" charset="0"/>
              <a:buChar char="•"/>
            </a:pPr>
            <a:r>
              <a:rPr lang="en-US" sz="1800" dirty="0"/>
              <a:t>Major objectives included integrating secure payment gateways and enabling analytical dashboards for decision-making. </a:t>
            </a:r>
          </a:p>
          <a:p>
            <a:pPr marL="1143000" lvl="1" indent="-457200">
              <a:buFont typeface="+mj-lt"/>
              <a:buAutoNum type="arabicPeriod"/>
            </a:pPr>
            <a:r>
              <a:rPr lang="en-US" sz="1800" dirty="0"/>
              <a:t>Team Size: 35 (mix of developers, testers, analysts, and one project manager)</a:t>
            </a:r>
          </a:p>
          <a:p>
            <a:pPr marL="1143000" lvl="1" indent="-457200">
              <a:buFont typeface="+mj-lt"/>
              <a:buAutoNum type="arabicPeriod"/>
            </a:pPr>
            <a:r>
              <a:rPr lang="en-US" sz="1800" dirty="0"/>
              <a:t>Planned Duration: 8 months</a:t>
            </a:r>
          </a:p>
          <a:p>
            <a:pPr marL="1143000" lvl="1" indent="-457200">
              <a:buFont typeface="+mj-lt"/>
              <a:buAutoNum type="arabicPeriod"/>
            </a:pPr>
            <a:r>
              <a:rPr lang="en-US" sz="1800" dirty="0"/>
              <a:t>Delivery Approach: Hybrid Agile, combining upfront scheduling with sprint-based delivery</a:t>
            </a:r>
          </a:p>
          <a:p>
            <a:pPr marL="1143000" lvl="1" indent="-457200">
              <a:buFont typeface="+mj-lt"/>
              <a:buAutoNum type="arabicPeriod"/>
            </a:pPr>
            <a:r>
              <a:rPr lang="en-US" sz="1800" dirty="0"/>
              <a:t>Planned Milestones: Requirement freeze, sprint reviews, integration testing, UAT, and deployment</a:t>
            </a:r>
            <a:endParaRPr lang="en-IN" sz="1800" dirty="0"/>
          </a:p>
        </p:txBody>
      </p:sp>
    </p:spTree>
    <p:extLst>
      <p:ext uri="{BB962C8B-B14F-4D97-AF65-F5344CB8AC3E}">
        <p14:creationId xmlns:p14="http://schemas.microsoft.com/office/powerpoint/2010/main" val="2309845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5" name="Text Placeholder 4">
            <a:extLst>
              <a:ext uri="{FF2B5EF4-FFF2-40B4-BE49-F238E27FC236}">
                <a16:creationId xmlns:a16="http://schemas.microsoft.com/office/drawing/2014/main" id="{0B7D77A9-11C6-F94D-1572-802898E0CF9C}"/>
              </a:ext>
            </a:extLst>
          </p:cNvPr>
          <p:cNvSpPr>
            <a:spLocks noGrp="1"/>
          </p:cNvSpPr>
          <p:nvPr>
            <p:ph type="body" idx="1"/>
          </p:nvPr>
        </p:nvSpPr>
        <p:spPr>
          <a:xfrm>
            <a:off x="0" y="1295400"/>
            <a:ext cx="9144000" cy="5410199"/>
          </a:xfrm>
        </p:spPr>
        <p:txBody>
          <a:bodyPr/>
          <a:lstStyle/>
          <a:p>
            <a:r>
              <a:rPr lang="en-IN" sz="1600" b="1" dirty="0">
                <a:solidFill>
                  <a:srgbClr val="0070C0"/>
                </a:solidFill>
              </a:rPr>
              <a:t>How Scheduling Was Applied</a:t>
            </a:r>
            <a:r>
              <a:rPr lang="en-US" sz="1600" dirty="0"/>
              <a:t>	</a:t>
            </a:r>
          </a:p>
          <a:p>
            <a:r>
              <a:rPr lang="en-US" sz="1600" dirty="0"/>
              <a:t>	The project manager developed a </a:t>
            </a:r>
            <a:r>
              <a:rPr lang="en-US" sz="1600" b="1" dirty="0"/>
              <a:t>task hierarchy </a:t>
            </a:r>
            <a:r>
              <a:rPr lang="en-US" sz="1600" dirty="0"/>
              <a:t>through a Work Breakdown Structure (WBS) and mapped it into Microsoft Project for tracking. Dependencies were outlined, and a Gantt chart was used to visualize timelines. Agile ceremonies were included alongside formal planning:</a:t>
            </a:r>
          </a:p>
          <a:p>
            <a:pPr marL="971550" lvl="1" indent="-285750">
              <a:buFont typeface="Arial" panose="020B0604020202020204" pitchFamily="34" charset="0"/>
              <a:buChar char="•"/>
            </a:pPr>
            <a:r>
              <a:rPr lang="en-US" sz="1600" dirty="0"/>
              <a:t>Three-week sprints with backlog refinement</a:t>
            </a:r>
          </a:p>
          <a:p>
            <a:pPr marL="971550" lvl="1" indent="-285750">
              <a:buFont typeface="Arial" panose="020B0604020202020204" pitchFamily="34" charset="0"/>
              <a:buChar char="•"/>
            </a:pPr>
            <a:r>
              <a:rPr lang="en-US" sz="1600" dirty="0"/>
              <a:t>Daily stand-ups for task tracking</a:t>
            </a:r>
          </a:p>
          <a:p>
            <a:pPr marL="971550" lvl="1" indent="-285750">
              <a:buFont typeface="Arial" panose="020B0604020202020204" pitchFamily="34" charset="0"/>
              <a:buChar char="•"/>
            </a:pPr>
            <a:r>
              <a:rPr lang="en-US" sz="1600" dirty="0"/>
              <a:t>Bi-weekly progress reviews with stakeholders Although the schedule was detailed and comprehensive, execution presented unforeseen challenges.</a:t>
            </a:r>
          </a:p>
          <a:p>
            <a:r>
              <a:rPr lang="en-US" sz="1600" b="1" dirty="0">
                <a:solidFill>
                  <a:srgbClr val="0070C0"/>
                </a:solidFill>
              </a:rPr>
              <a:t>Observed Outcomes </a:t>
            </a:r>
          </a:p>
          <a:p>
            <a:r>
              <a:rPr lang="en-US" sz="1600" dirty="0"/>
              <a:t>	The scheduling framework provided early visibility and clarity, but actual performance deviated from the baseline:</a:t>
            </a:r>
          </a:p>
          <a:p>
            <a:pPr marL="971550" lvl="1" indent="-285750">
              <a:buFont typeface="Arial" panose="020B0604020202020204" pitchFamily="34" charset="0"/>
              <a:buChar char="•"/>
            </a:pPr>
            <a:r>
              <a:rPr lang="en-US" sz="1600" dirty="0"/>
              <a:t>Requirement Finalization Delays: Client-side approvals took 3 extra weeks.</a:t>
            </a:r>
          </a:p>
          <a:p>
            <a:pPr marL="971550" lvl="1" indent="-285750">
              <a:buFont typeface="Arial" panose="020B0604020202020204" pitchFamily="34" charset="0"/>
              <a:buChar char="•"/>
            </a:pPr>
            <a:r>
              <a:rPr lang="en-US" sz="1600" dirty="0"/>
              <a:t>Integration Issues: Payment gateway testing was prolonged, postponing downstream activities.</a:t>
            </a:r>
          </a:p>
          <a:p>
            <a:pPr marL="971550" lvl="1" indent="-285750">
              <a:buFont typeface="Arial" panose="020B0604020202020204" pitchFamily="34" charset="0"/>
              <a:buChar char="•"/>
            </a:pPr>
            <a:r>
              <a:rPr lang="en-US" sz="1600" dirty="0"/>
              <a:t>Resource Bottlenecks: Specialists were allocated across multiple projects, affecting availability. </a:t>
            </a:r>
          </a:p>
          <a:p>
            <a:r>
              <a:rPr lang="en-US" sz="1600" dirty="0"/>
              <a:t>	Ultimately, the project concluded in 9 months, only one month later than planned and within budget, though not without stress on the team.</a:t>
            </a:r>
            <a:endParaRPr lang="en-IN" sz="1600" dirty="0"/>
          </a:p>
        </p:txBody>
      </p:sp>
    </p:spTree>
    <p:extLst>
      <p:ext uri="{BB962C8B-B14F-4D97-AF65-F5344CB8AC3E}">
        <p14:creationId xmlns:p14="http://schemas.microsoft.com/office/powerpoint/2010/main" val="13499322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5" name="Text Placeholder 4">
            <a:extLst>
              <a:ext uri="{FF2B5EF4-FFF2-40B4-BE49-F238E27FC236}">
                <a16:creationId xmlns:a16="http://schemas.microsoft.com/office/drawing/2014/main" id="{0B7D77A9-11C6-F94D-1572-802898E0CF9C}"/>
              </a:ext>
            </a:extLst>
          </p:cNvPr>
          <p:cNvSpPr>
            <a:spLocks noGrp="1"/>
          </p:cNvSpPr>
          <p:nvPr>
            <p:ph type="body" idx="1"/>
          </p:nvPr>
        </p:nvSpPr>
        <p:spPr>
          <a:xfrm>
            <a:off x="0" y="1329070"/>
            <a:ext cx="9144000" cy="5220585"/>
          </a:xfrm>
        </p:spPr>
        <p:txBody>
          <a:bodyPr/>
          <a:lstStyle/>
          <a:p>
            <a:r>
              <a:rPr lang="en-US" b="1" dirty="0">
                <a:solidFill>
                  <a:srgbClr val="0070C0"/>
                </a:solidFill>
              </a:rPr>
              <a:t>Key Challenges </a:t>
            </a:r>
          </a:p>
          <a:p>
            <a:pPr marL="685800" indent="-457200">
              <a:buFont typeface="+mj-lt"/>
              <a:buAutoNum type="arabicPeriod"/>
            </a:pPr>
            <a:r>
              <a:rPr lang="en-US" b="1" dirty="0"/>
              <a:t>Overlooked Dependencies </a:t>
            </a:r>
            <a:r>
              <a:rPr lang="en-US" dirty="0"/>
              <a:t>– Coordination across modules was underestimated. </a:t>
            </a:r>
          </a:p>
          <a:p>
            <a:pPr marL="685800" indent="-457200">
              <a:buFont typeface="+mj-lt"/>
              <a:buAutoNum type="arabicPeriod"/>
            </a:pPr>
            <a:r>
              <a:rPr lang="en-US" b="1" dirty="0"/>
              <a:t>Insufficient Contingency </a:t>
            </a:r>
            <a:r>
              <a:rPr lang="en-US" dirty="0"/>
              <a:t>– No effective buffer was built for testing and integration phases. </a:t>
            </a:r>
          </a:p>
          <a:p>
            <a:pPr marL="685800" indent="-457200">
              <a:buFont typeface="+mj-lt"/>
              <a:buAutoNum type="arabicPeriod"/>
            </a:pPr>
            <a:r>
              <a:rPr lang="en-US" b="1" dirty="0"/>
              <a:t>Resource Sharing Conflicts </a:t>
            </a:r>
            <a:r>
              <a:rPr lang="en-US" dirty="0"/>
              <a:t>– Team members with critical expertise were double-booked. </a:t>
            </a:r>
          </a:p>
          <a:p>
            <a:pPr marL="685800" indent="-457200">
              <a:buFont typeface="+mj-lt"/>
              <a:buAutoNum type="arabicPeriod"/>
            </a:pPr>
            <a:r>
              <a:rPr lang="en-US" b="1" dirty="0"/>
              <a:t>Slow Client Feedback </a:t>
            </a:r>
            <a:r>
              <a:rPr lang="en-US" dirty="0"/>
              <a:t>– Response cycles caused recurring slippages in milestones.</a:t>
            </a:r>
          </a:p>
          <a:p>
            <a:r>
              <a:rPr lang="en-US" b="1" dirty="0">
                <a:solidFill>
                  <a:srgbClr val="0070C0"/>
                </a:solidFill>
              </a:rPr>
              <a:t>Personal Reflection</a:t>
            </a:r>
          </a:p>
          <a:p>
            <a:pPr marL="571500" indent="-342900">
              <a:buFont typeface="Arial" panose="020B0604020202020204" pitchFamily="34" charset="0"/>
              <a:buChar char="•"/>
            </a:pPr>
            <a:r>
              <a:rPr lang="en-US" dirty="0"/>
              <a:t>This experience underlined that scheduling success is not only about detailed planning but also about anticipating uncertainties. </a:t>
            </a:r>
          </a:p>
          <a:p>
            <a:pPr marL="571500" indent="-342900">
              <a:buFont typeface="Arial" panose="020B0604020202020204" pitchFamily="34" charset="0"/>
              <a:buChar char="•"/>
            </a:pPr>
            <a:r>
              <a:rPr lang="en-US" dirty="0"/>
              <a:t>Building flexibility into plans, improving estimation discipline, and involving stakeholders more actively would have prevented much of the delay</a:t>
            </a:r>
            <a:endParaRPr lang="en-IN" dirty="0"/>
          </a:p>
        </p:txBody>
      </p:sp>
    </p:spTree>
    <p:extLst>
      <p:ext uri="{BB962C8B-B14F-4D97-AF65-F5344CB8AC3E}">
        <p14:creationId xmlns:p14="http://schemas.microsoft.com/office/powerpoint/2010/main" val="26509572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AF13257-5DF8-7B60-B8F0-5E6868AF0765}"/>
              </a:ext>
            </a:extLst>
          </p:cNvPr>
          <p:cNvSpPr>
            <a:spLocks noGrp="1"/>
          </p:cNvSpPr>
          <p:nvPr>
            <p:ph type="body" idx="1"/>
          </p:nvPr>
        </p:nvSpPr>
        <p:spPr>
          <a:xfrm>
            <a:off x="0" y="1295400"/>
            <a:ext cx="9144000" cy="5246914"/>
          </a:xfrm>
        </p:spPr>
        <p:txBody>
          <a:bodyPr/>
          <a:lstStyle/>
          <a:p>
            <a:r>
              <a:rPr lang="en-US" sz="1950" b="1" dirty="0">
                <a:solidFill>
                  <a:srgbClr val="0070C0"/>
                </a:solidFill>
              </a:rPr>
              <a:t>Weakness 1</a:t>
            </a:r>
            <a:r>
              <a:rPr lang="en-US" sz="1950" dirty="0"/>
              <a:t>: </a:t>
            </a:r>
            <a:r>
              <a:rPr lang="en-US" sz="1950" b="1" dirty="0"/>
              <a:t>Underestimation of Dependencies </a:t>
            </a:r>
          </a:p>
          <a:p>
            <a:r>
              <a:rPr lang="en-US" sz="1950" dirty="0"/>
              <a:t>	The project team underestimated interdependencies between modules (e.g., integration of the payment gateway and analytics dashboard). This caused rework and delays when downstream activities could not begin on time.</a:t>
            </a:r>
          </a:p>
          <a:p>
            <a:pPr marL="1028700" lvl="1" indent="-342900">
              <a:buFont typeface="Arial" panose="020B0604020202020204" pitchFamily="34" charset="0"/>
              <a:buChar char="•"/>
            </a:pPr>
            <a:r>
              <a:rPr lang="en-US" sz="1950" b="1" dirty="0"/>
              <a:t>Impact</a:t>
            </a:r>
            <a:r>
              <a:rPr lang="en-US" sz="1950" dirty="0"/>
              <a:t>: Delayed integration testing and missed milestone deadlines.</a:t>
            </a:r>
          </a:p>
          <a:p>
            <a:pPr marL="1028700" lvl="1" indent="-342900">
              <a:buFont typeface="Arial" panose="020B0604020202020204" pitchFamily="34" charset="0"/>
              <a:buChar char="•"/>
            </a:pPr>
            <a:r>
              <a:rPr lang="en-US" sz="1950" b="1" dirty="0"/>
              <a:t>Why it was a problem</a:t>
            </a:r>
            <a:r>
              <a:rPr lang="en-US" sz="1950" dirty="0"/>
              <a:t>: As per PMBOK, dependencies must be identified and tracked rigorously. Failure to do so creates schedule risks. </a:t>
            </a:r>
          </a:p>
          <a:p>
            <a:r>
              <a:rPr lang="en-US" sz="1950" b="1" dirty="0">
                <a:solidFill>
                  <a:srgbClr val="0070C0"/>
                </a:solidFill>
              </a:rPr>
              <a:t>Weakness 2</a:t>
            </a:r>
            <a:r>
              <a:rPr lang="en-US" sz="1950" dirty="0"/>
              <a:t>: </a:t>
            </a:r>
            <a:r>
              <a:rPr lang="en-US" sz="1950" b="1" dirty="0"/>
              <a:t>Inadequate Buffering in Schedule </a:t>
            </a:r>
          </a:p>
          <a:p>
            <a:r>
              <a:rPr lang="en-US" sz="1950" b="1" dirty="0"/>
              <a:t>	</a:t>
            </a:r>
            <a:r>
              <a:rPr lang="en-US" sz="1950" dirty="0"/>
              <a:t>The initial plan had little contingency built into critical phases such as integration and testing. When client-side delays occurred, the lack of time buffers amplified schedule slippages.</a:t>
            </a:r>
          </a:p>
          <a:p>
            <a:pPr marL="1028700" lvl="1" indent="-342900">
              <a:buFont typeface="Arial" panose="020B0604020202020204" pitchFamily="34" charset="0"/>
              <a:buChar char="•"/>
            </a:pPr>
            <a:r>
              <a:rPr lang="en-US" sz="1950" b="1" dirty="0"/>
              <a:t>Impact</a:t>
            </a:r>
            <a:r>
              <a:rPr lang="en-US" sz="1950" dirty="0"/>
              <a:t>: Extended project delivery by one month.</a:t>
            </a:r>
          </a:p>
          <a:p>
            <a:pPr marL="1028700" lvl="1" indent="-342900">
              <a:buFont typeface="Arial" panose="020B0604020202020204" pitchFamily="34" charset="0"/>
              <a:buChar char="•"/>
            </a:pPr>
            <a:r>
              <a:rPr lang="en-US" sz="1950" b="1" dirty="0"/>
              <a:t>Why it was a problem</a:t>
            </a:r>
            <a:r>
              <a:rPr lang="en-US" sz="1950" dirty="0"/>
              <a:t>: PMBOK recommends schedule reserves to manage uncertainties. Ignoring this reduced flexibility.</a:t>
            </a:r>
            <a:endParaRPr lang="en-IN" sz="1950" dirty="0"/>
          </a:p>
        </p:txBody>
      </p:sp>
      <p:sp>
        <p:nvSpPr>
          <p:cNvPr id="3" name="Text Placeholder 2">
            <a:extLst>
              <a:ext uri="{FF2B5EF4-FFF2-40B4-BE49-F238E27FC236}">
                <a16:creationId xmlns:a16="http://schemas.microsoft.com/office/drawing/2014/main" id="{C10DA63F-ACA7-B00F-FCAC-E32BC46EEDD1}"/>
              </a:ext>
            </a:extLst>
          </p:cNvPr>
          <p:cNvSpPr>
            <a:spLocks noGrp="1"/>
          </p:cNvSpPr>
          <p:nvPr>
            <p:ph type="body" idx="2"/>
          </p:nvPr>
        </p:nvSpPr>
        <p:spPr/>
        <p:txBody>
          <a:bodyPr/>
          <a:lstStyle/>
          <a:p>
            <a:r>
              <a:rPr lang="en-IN" dirty="0"/>
              <a:t>Analysis</a:t>
            </a:r>
          </a:p>
        </p:txBody>
      </p:sp>
    </p:spTree>
    <p:extLst>
      <p:ext uri="{BB962C8B-B14F-4D97-AF65-F5344CB8AC3E}">
        <p14:creationId xmlns:p14="http://schemas.microsoft.com/office/powerpoint/2010/main" val="27861476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8188D56-DAA8-5520-3292-B346C165E643}"/>
              </a:ext>
            </a:extLst>
          </p:cNvPr>
          <p:cNvSpPr>
            <a:spLocks noGrp="1"/>
          </p:cNvSpPr>
          <p:nvPr>
            <p:ph type="body" idx="1"/>
          </p:nvPr>
        </p:nvSpPr>
        <p:spPr>
          <a:xfrm>
            <a:off x="0" y="1295401"/>
            <a:ext cx="9144000" cy="5290456"/>
          </a:xfrm>
        </p:spPr>
        <p:txBody>
          <a:bodyPr/>
          <a:lstStyle/>
          <a:p>
            <a:r>
              <a:rPr lang="en-US" b="1" dirty="0">
                <a:solidFill>
                  <a:srgbClr val="0070C0"/>
                </a:solidFill>
              </a:rPr>
              <a:t>Weakness 3</a:t>
            </a:r>
            <a:r>
              <a:rPr lang="en-US" dirty="0"/>
              <a:t>: </a:t>
            </a:r>
            <a:r>
              <a:rPr lang="en-US" b="1" dirty="0"/>
              <a:t>Resource Allocation Conflicts </a:t>
            </a:r>
          </a:p>
          <a:p>
            <a:r>
              <a:rPr lang="en-US" dirty="0"/>
              <a:t>	Key technical resources were assigned across multiple projects simultaneously, leading to availability gaps and priority clashes.</a:t>
            </a:r>
          </a:p>
          <a:p>
            <a:pPr marL="1028700" lvl="1" indent="-342900">
              <a:buFont typeface="Arial" panose="020B0604020202020204" pitchFamily="34" charset="0"/>
              <a:buChar char="•"/>
            </a:pPr>
            <a:r>
              <a:rPr lang="en-US" b="1" dirty="0"/>
              <a:t>Impact</a:t>
            </a:r>
            <a:r>
              <a:rPr lang="en-US" dirty="0"/>
              <a:t>: Some tasks remained idle while waiting for expert inputs.</a:t>
            </a:r>
          </a:p>
          <a:p>
            <a:pPr marL="1028700" lvl="1" indent="-342900">
              <a:buFont typeface="Arial" panose="020B0604020202020204" pitchFamily="34" charset="0"/>
              <a:buChar char="•"/>
            </a:pPr>
            <a:r>
              <a:rPr lang="en-US" b="1" dirty="0"/>
              <a:t>Why it was a problem</a:t>
            </a:r>
            <a:r>
              <a:rPr lang="en-US" dirty="0"/>
              <a:t>: Resource leveling and allocation analysis, if applied, could have balanced workload and reduced delays. </a:t>
            </a:r>
          </a:p>
          <a:p>
            <a:r>
              <a:rPr lang="en-US" b="1" dirty="0">
                <a:solidFill>
                  <a:srgbClr val="0070C0"/>
                </a:solidFill>
              </a:rPr>
              <a:t>Weakness 4</a:t>
            </a:r>
            <a:r>
              <a:rPr lang="en-US" dirty="0"/>
              <a:t>: </a:t>
            </a:r>
            <a:r>
              <a:rPr lang="en-US" b="1" dirty="0"/>
              <a:t>Ineffective Stakeholder Coordination </a:t>
            </a:r>
          </a:p>
          <a:p>
            <a:r>
              <a:rPr lang="en-US" dirty="0"/>
              <a:t>	Client feedback cycles were slower than expected, but no escalation or structured communication plan was in place to mitigate delays.</a:t>
            </a:r>
          </a:p>
          <a:p>
            <a:pPr marL="1028700" lvl="1" indent="-342900">
              <a:buFont typeface="Arial" panose="020B0604020202020204" pitchFamily="34" charset="0"/>
              <a:buChar char="•"/>
            </a:pPr>
            <a:r>
              <a:rPr lang="en-US" b="1" dirty="0"/>
              <a:t>Impact</a:t>
            </a:r>
            <a:r>
              <a:rPr lang="en-US" dirty="0"/>
              <a:t>: Requirements finalization slipped by 3 weeks.</a:t>
            </a:r>
          </a:p>
          <a:p>
            <a:pPr marL="1028700" lvl="1" indent="-342900">
              <a:buFont typeface="Arial" panose="020B0604020202020204" pitchFamily="34" charset="0"/>
              <a:buChar char="•"/>
            </a:pPr>
            <a:r>
              <a:rPr lang="en-US" b="1" dirty="0"/>
              <a:t>Why it was a problem</a:t>
            </a:r>
            <a:r>
              <a:rPr lang="en-US" dirty="0"/>
              <a:t>: Strong stakeholder engagement is a core principle of schedule management. Lack of timely coordination hurt milestone adherence</a:t>
            </a:r>
            <a:endParaRPr lang="en-IN" dirty="0"/>
          </a:p>
        </p:txBody>
      </p:sp>
    </p:spTree>
    <p:extLst>
      <p:ext uri="{BB962C8B-B14F-4D97-AF65-F5344CB8AC3E}">
        <p14:creationId xmlns:p14="http://schemas.microsoft.com/office/powerpoint/2010/main" val="6413392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CB16EA1-25DA-32C6-4F5D-8BEB56AB8F29}"/>
              </a:ext>
            </a:extLst>
          </p:cNvPr>
          <p:cNvSpPr>
            <a:spLocks noGrp="1"/>
          </p:cNvSpPr>
          <p:nvPr>
            <p:ph type="body" idx="1"/>
          </p:nvPr>
        </p:nvSpPr>
        <p:spPr>
          <a:xfrm>
            <a:off x="0" y="1295400"/>
            <a:ext cx="9144000" cy="5257799"/>
          </a:xfrm>
        </p:spPr>
        <p:txBody>
          <a:bodyPr/>
          <a:lstStyle/>
          <a:p>
            <a:pPr marL="228600" indent="0"/>
            <a:r>
              <a:rPr lang="en-US" sz="1600" b="1" dirty="0">
                <a:solidFill>
                  <a:srgbClr val="0070C0"/>
                </a:solidFill>
              </a:rPr>
              <a:t>1. Strengthen Dependency Mapping</a:t>
            </a:r>
          </a:p>
          <a:p>
            <a:pPr marL="571500" indent="-342900">
              <a:buFont typeface="Arial" panose="020B0604020202020204" pitchFamily="34" charset="0"/>
              <a:buChar char="•"/>
            </a:pPr>
            <a:r>
              <a:rPr lang="en-US" sz="1600" dirty="0"/>
              <a:t>Use dependency matrices and critical path analysis to identify potential bottlenecks early.</a:t>
            </a:r>
          </a:p>
          <a:p>
            <a:pPr marL="571500" indent="-342900">
              <a:buFont typeface="Arial" panose="020B0604020202020204" pitchFamily="34" charset="0"/>
              <a:buChar char="•"/>
            </a:pPr>
            <a:r>
              <a:rPr lang="en-US" sz="1600" dirty="0"/>
              <a:t>Tools such as MS Project or Jira Advanced Roadmaps can help visualize dependencies. </a:t>
            </a:r>
          </a:p>
          <a:p>
            <a:pPr marL="228600" indent="0"/>
            <a:r>
              <a:rPr lang="en-US" sz="1600" b="1" dirty="0">
                <a:solidFill>
                  <a:srgbClr val="0070C0"/>
                </a:solidFill>
              </a:rPr>
              <a:t>2. Introduce Schedule Buffers and Risk Contingencies</a:t>
            </a:r>
          </a:p>
          <a:p>
            <a:pPr marL="514350" indent="-285750">
              <a:buFont typeface="Arial" panose="020B0604020202020204" pitchFamily="34" charset="0"/>
              <a:buChar char="•"/>
            </a:pPr>
            <a:r>
              <a:rPr lang="en-US" sz="1600" dirty="0"/>
              <a:t>Apply the Critical Chain Method (CCM) with project buffers to absorb uncertainties.</a:t>
            </a:r>
          </a:p>
          <a:p>
            <a:pPr marL="514350" indent="-285750">
              <a:buFont typeface="Arial" panose="020B0604020202020204" pitchFamily="34" charset="0"/>
              <a:buChar char="•"/>
            </a:pPr>
            <a:r>
              <a:rPr lang="en-US" sz="1600" dirty="0"/>
              <a:t>Reserve at least 10–15% contingency for testing and integration phases. </a:t>
            </a:r>
          </a:p>
          <a:p>
            <a:pPr marL="228600" indent="0"/>
            <a:r>
              <a:rPr lang="en-US" sz="1600" b="1" dirty="0">
                <a:solidFill>
                  <a:srgbClr val="0070C0"/>
                </a:solidFill>
              </a:rPr>
              <a:t>3. Implement Resource Leveling Practices</a:t>
            </a:r>
          </a:p>
          <a:p>
            <a:pPr marL="514350" indent="-285750">
              <a:buFont typeface="Arial" panose="020B0604020202020204" pitchFamily="34" charset="0"/>
              <a:buChar char="•"/>
            </a:pPr>
            <a:r>
              <a:rPr lang="en-US" sz="1600" dirty="0"/>
              <a:t>Use resource calendars to avoid double-booking critical experts.</a:t>
            </a:r>
          </a:p>
          <a:p>
            <a:pPr marL="514350" indent="-285750">
              <a:buFont typeface="Arial" panose="020B0604020202020204" pitchFamily="34" charset="0"/>
              <a:buChar char="•"/>
            </a:pPr>
            <a:r>
              <a:rPr lang="en-US" sz="1600" dirty="0"/>
              <a:t>Apply load balancing across teams to ensure smooth availability. </a:t>
            </a:r>
          </a:p>
          <a:p>
            <a:pPr marL="228600" indent="0"/>
            <a:r>
              <a:rPr lang="en-US" sz="1600" b="1" dirty="0">
                <a:solidFill>
                  <a:srgbClr val="0070C0"/>
                </a:solidFill>
              </a:rPr>
              <a:t>4. Establish a Stakeholder Communication Plan</a:t>
            </a:r>
          </a:p>
          <a:p>
            <a:pPr marL="514350" indent="-285750">
              <a:buFont typeface="Arial" panose="020B0604020202020204" pitchFamily="34" charset="0"/>
              <a:buChar char="•"/>
            </a:pPr>
            <a:r>
              <a:rPr lang="en-US" sz="1600" dirty="0"/>
              <a:t>Weekly status updates, escalation protocols, and sign-off checkpoints.</a:t>
            </a:r>
          </a:p>
          <a:p>
            <a:pPr marL="514350" indent="-285750">
              <a:buFont typeface="Arial" panose="020B0604020202020204" pitchFamily="34" charset="0"/>
              <a:buChar char="•"/>
            </a:pPr>
            <a:r>
              <a:rPr lang="en-US" sz="1600" dirty="0"/>
              <a:t>Early alignment ensures faster decision-making and reduced rework. Implementation </a:t>
            </a:r>
          </a:p>
          <a:p>
            <a:pPr marL="228600" indent="0"/>
            <a:endParaRPr lang="en-US" sz="1600" dirty="0"/>
          </a:p>
          <a:p>
            <a:pPr marL="228600" indent="0"/>
            <a:r>
              <a:rPr lang="en-US" sz="1600" b="1" dirty="0"/>
              <a:t>Example</a:t>
            </a:r>
            <a:r>
              <a:rPr lang="en-US" sz="1600" dirty="0"/>
              <a:t>: For future projects, a “Schedule Risk Review” can be held bi-weekly to track dependencies, buffer usage, and resource load. This proactive approach ensures risks are addressed before they impact milestones</a:t>
            </a:r>
            <a:endParaRPr lang="en-IN" sz="1600" b="1" dirty="0"/>
          </a:p>
        </p:txBody>
      </p:sp>
      <p:sp>
        <p:nvSpPr>
          <p:cNvPr id="3" name="Text Placeholder 2">
            <a:extLst>
              <a:ext uri="{FF2B5EF4-FFF2-40B4-BE49-F238E27FC236}">
                <a16:creationId xmlns:a16="http://schemas.microsoft.com/office/drawing/2014/main" id="{85015969-DED9-6FEB-6894-26D27765FF36}"/>
              </a:ext>
            </a:extLst>
          </p:cNvPr>
          <p:cNvSpPr>
            <a:spLocks noGrp="1"/>
          </p:cNvSpPr>
          <p:nvPr>
            <p:ph type="body" idx="2"/>
          </p:nvPr>
        </p:nvSpPr>
        <p:spPr/>
        <p:txBody>
          <a:bodyPr/>
          <a:lstStyle/>
          <a:p>
            <a:r>
              <a:rPr lang="en-IN" dirty="0"/>
              <a:t>Recommendations</a:t>
            </a:r>
          </a:p>
        </p:txBody>
      </p:sp>
    </p:spTree>
    <p:extLst>
      <p:ext uri="{BB962C8B-B14F-4D97-AF65-F5344CB8AC3E}">
        <p14:creationId xmlns:p14="http://schemas.microsoft.com/office/powerpoint/2010/main" val="23002637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B75423F-E6E8-31EB-6E5D-86D971BB215E}"/>
              </a:ext>
            </a:extLst>
          </p:cNvPr>
          <p:cNvSpPr>
            <a:spLocks noGrp="1"/>
          </p:cNvSpPr>
          <p:nvPr>
            <p:ph type="body" idx="1"/>
          </p:nvPr>
        </p:nvSpPr>
        <p:spPr>
          <a:xfrm>
            <a:off x="-1" y="1295400"/>
            <a:ext cx="8948057" cy="5105399"/>
          </a:xfrm>
        </p:spPr>
        <p:txBody>
          <a:bodyPr/>
          <a:lstStyle/>
          <a:p>
            <a:pPr marL="571500" indent="-342900">
              <a:buFont typeface="Arial" panose="020B0604020202020204" pitchFamily="34" charset="0"/>
              <a:buChar char="•"/>
            </a:pPr>
            <a:endParaRPr lang="en-US" dirty="0"/>
          </a:p>
          <a:p>
            <a:pPr marL="571500" indent="-342900">
              <a:buFont typeface="Arial" panose="020B0604020202020204" pitchFamily="34" charset="0"/>
              <a:buChar char="•"/>
            </a:pPr>
            <a:endParaRPr lang="en-US" dirty="0"/>
          </a:p>
          <a:p>
            <a:pPr marL="571500" indent="-342900">
              <a:buFont typeface="Arial" panose="020B0604020202020204" pitchFamily="34" charset="0"/>
              <a:buChar char="•"/>
            </a:pPr>
            <a:endParaRPr lang="en-US" dirty="0"/>
          </a:p>
          <a:p>
            <a:pPr marL="571500" indent="-342900">
              <a:buFont typeface="Arial" panose="020B0604020202020204" pitchFamily="34" charset="0"/>
              <a:buChar char="•"/>
            </a:pPr>
            <a:r>
              <a:rPr lang="en-US" dirty="0"/>
              <a:t>Project Management Institute. (2021). </a:t>
            </a:r>
            <a:r>
              <a:rPr lang="en-US" i="1" dirty="0"/>
              <a:t>A Guide to the Project Management Body of Knowledge (PMBOK Guide) (7th ed.). </a:t>
            </a:r>
            <a:r>
              <a:rPr lang="en-US" dirty="0"/>
              <a:t>PMI.</a:t>
            </a:r>
          </a:p>
          <a:p>
            <a:pPr marL="571500" indent="-342900">
              <a:buFont typeface="Arial" panose="020B0604020202020204" pitchFamily="34" charset="0"/>
              <a:buChar char="•"/>
            </a:pPr>
            <a:endParaRPr lang="en-US" dirty="0"/>
          </a:p>
          <a:p>
            <a:pPr marL="571500" indent="-342900">
              <a:buFont typeface="Arial" panose="020B0604020202020204" pitchFamily="34" charset="0"/>
              <a:buChar char="•"/>
            </a:pPr>
            <a:endParaRPr lang="en-US" dirty="0"/>
          </a:p>
          <a:p>
            <a:pPr marL="571500" indent="-342900">
              <a:buFont typeface="Arial" panose="020B0604020202020204" pitchFamily="34" charset="0"/>
              <a:buChar char="•"/>
            </a:pPr>
            <a:r>
              <a:rPr lang="en-US" dirty="0"/>
              <a:t>Kerzner, H. (2017). </a:t>
            </a:r>
            <a:r>
              <a:rPr lang="en-US" i="1" dirty="0"/>
              <a:t>Project Management: A Systems Approach to Planning, Scheduling, and Controlling</a:t>
            </a:r>
            <a:r>
              <a:rPr lang="en-US" dirty="0"/>
              <a:t>. John Wiley &amp; Sons</a:t>
            </a:r>
            <a:endParaRPr lang="en-IN" b="1" dirty="0"/>
          </a:p>
        </p:txBody>
      </p:sp>
      <p:sp>
        <p:nvSpPr>
          <p:cNvPr id="3" name="Text Placeholder 2">
            <a:extLst>
              <a:ext uri="{FF2B5EF4-FFF2-40B4-BE49-F238E27FC236}">
                <a16:creationId xmlns:a16="http://schemas.microsoft.com/office/drawing/2014/main" id="{FCCA9FB3-0E13-64B3-74D4-192A05B48377}"/>
              </a:ext>
            </a:extLst>
          </p:cNvPr>
          <p:cNvSpPr>
            <a:spLocks noGrp="1"/>
          </p:cNvSpPr>
          <p:nvPr>
            <p:ph type="body" idx="2"/>
          </p:nvPr>
        </p:nvSpPr>
        <p:spPr/>
        <p:txBody>
          <a:bodyPr/>
          <a:lstStyle/>
          <a:p>
            <a:r>
              <a:rPr lang="en-IN" dirty="0"/>
              <a:t>References</a:t>
            </a:r>
          </a:p>
        </p:txBody>
      </p:sp>
    </p:spTree>
    <p:extLst>
      <p:ext uri="{BB962C8B-B14F-4D97-AF65-F5344CB8AC3E}">
        <p14:creationId xmlns:p14="http://schemas.microsoft.com/office/powerpoint/2010/main" val="35335979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47020D3-458A-D2D2-66F0-397EABD26F93}"/>
              </a:ext>
            </a:extLst>
          </p:cNvPr>
          <p:cNvPicPr>
            <a:picLocks noChangeAspect="1"/>
          </p:cNvPicPr>
          <p:nvPr/>
        </p:nvPicPr>
        <p:blipFill>
          <a:blip r:embed="rId2"/>
          <a:stretch>
            <a:fillRect/>
          </a:stretch>
        </p:blipFill>
        <p:spPr>
          <a:xfrm>
            <a:off x="-33866" y="0"/>
            <a:ext cx="9211732" cy="6858000"/>
          </a:xfrm>
          <a:prstGeom prst="rect">
            <a:avLst/>
          </a:prstGeom>
        </p:spPr>
      </p:pic>
    </p:spTree>
    <p:extLst>
      <p:ext uri="{BB962C8B-B14F-4D97-AF65-F5344CB8AC3E}">
        <p14:creationId xmlns:p14="http://schemas.microsoft.com/office/powerpoint/2010/main" val="82421015"/>
      </p:ext>
    </p:extLst>
  </p:cSld>
  <p:clrMapOvr>
    <a:masterClrMapping/>
  </p:clrMapOvr>
</p:sld>
</file>

<file path=ppt/theme/theme1.xml><?xml version="1.0" encoding="utf-8"?>
<a:theme xmlns:a="http://schemas.openxmlformats.org/drawingml/2006/main" name="2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4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3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5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6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7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8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9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10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2.xml><?xml version="1.0" encoding="utf-8"?>
<a:theme xmlns:a="http://schemas.openxmlformats.org/drawingml/2006/main" name="1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903</TotalTime>
  <Words>1153</Words>
  <Application>Microsoft Office PowerPoint</Application>
  <PresentationFormat>On-screen Show (4:3)</PresentationFormat>
  <Paragraphs>88</Paragraphs>
  <Slides>11</Slides>
  <Notes>6</Notes>
  <HiddenSlides>0</HiddenSlides>
  <MMClips>0</MMClips>
  <ScaleCrop>false</ScaleCrop>
  <HeadingPairs>
    <vt:vector size="6" baseType="variant">
      <vt:variant>
        <vt:lpstr>Fonts Used</vt:lpstr>
      </vt:variant>
      <vt:variant>
        <vt:i4>1</vt:i4>
      </vt:variant>
      <vt:variant>
        <vt:lpstr>Theme</vt:lpstr>
      </vt:variant>
      <vt:variant>
        <vt:i4>12</vt:i4>
      </vt:variant>
      <vt:variant>
        <vt:lpstr>Slide Titles</vt:lpstr>
      </vt:variant>
      <vt:variant>
        <vt:i4>11</vt:i4>
      </vt:variant>
    </vt:vector>
  </HeadingPairs>
  <TitlesOfParts>
    <vt:vector size="24" baseType="lpstr">
      <vt:lpstr>Arial</vt:lpstr>
      <vt:lpstr>2_Office Theme</vt:lpstr>
      <vt:lpstr>4_Office Theme</vt:lpstr>
      <vt:lpstr>Office Theme</vt:lpstr>
      <vt:lpstr>1_Office Theme</vt:lpstr>
      <vt:lpstr>3_Office Theme</vt:lpstr>
      <vt:lpstr>5_Office Theme</vt:lpstr>
      <vt:lpstr>6_Office Theme</vt:lpstr>
      <vt:lpstr>7_Office Theme</vt:lpstr>
      <vt:lpstr>8_Office Theme</vt:lpstr>
      <vt:lpstr>9_Office Theme</vt:lpstr>
      <vt:lpstr>10_Office Theme</vt:lpstr>
      <vt:lpstr>11_Office Theme</vt:lpstr>
      <vt:lpstr>SSZG622 Software Project Management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Product Management  Specify product features – Story Map</dc:title>
  <dc:creator>Rahul Harmalkar</dc:creator>
  <cp:lastModifiedBy>Rahul Harmalkar</cp:lastModifiedBy>
  <cp:revision>10</cp:revision>
  <dcterms:modified xsi:type="dcterms:W3CDTF">2025-11-01T21:51:36Z</dcterms:modified>
</cp:coreProperties>
</file>