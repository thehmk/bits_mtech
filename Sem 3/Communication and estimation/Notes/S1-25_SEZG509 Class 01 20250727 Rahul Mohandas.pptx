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0" r:id="rId2"/>
    <p:sldId id="257" r:id="rId3"/>
    <p:sldId id="262" r:id="rId4"/>
    <p:sldId id="4148" r:id="rId5"/>
    <p:sldId id="4176" r:id="rId6"/>
    <p:sldId id="4124" r:id="rId7"/>
    <p:sldId id="4153" r:id="rId8"/>
    <p:sldId id="263" r:id="rId9"/>
    <p:sldId id="4189" r:id="rId10"/>
    <p:sldId id="4157" r:id="rId11"/>
    <p:sldId id="4156" r:id="rId12"/>
    <p:sldId id="4177" r:id="rId13"/>
    <p:sldId id="293" r:id="rId14"/>
    <p:sldId id="4127" r:id="rId15"/>
    <p:sldId id="4187" r:id="rId16"/>
    <p:sldId id="4178" r:id="rId17"/>
    <p:sldId id="4190" r:id="rId18"/>
    <p:sldId id="4182" r:id="rId19"/>
    <p:sldId id="4181" r:id="rId20"/>
    <p:sldId id="4184" r:id="rId21"/>
    <p:sldId id="4185" r:id="rId22"/>
    <p:sldId id="4186" r:id="rId23"/>
    <p:sldId id="4180" r:id="rId24"/>
    <p:sldId id="4170" r:id="rId25"/>
    <p:sldId id="4188" r:id="rId26"/>
    <p:sldId id="4174" r:id="rId2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388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79A98-E4AA-53FC-BDD8-C9EE79B97AEC}" v="20" dt="2025-07-26T10:36:10.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43"/>
    <p:restoredTop sz="88904"/>
  </p:normalViewPr>
  <p:slideViewPr>
    <p:cSldViewPr showGuides="1">
      <p:cViewPr varScale="1">
        <p:scale>
          <a:sx n="108" d="100"/>
          <a:sy n="108" d="100"/>
        </p:scale>
        <p:origin x="992" y="184"/>
      </p:cViewPr>
      <p:guideLst>
        <p:guide orient="horz" pos="3888"/>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d" userId="cdc53f0a-00cb-4490-8a90-22675af5e74d" providerId="ADAL" clId="{30C75EC0-EDD0-E441-B85F-A68A5B3C5DC4}"/>
    <pc:docChg chg="custSel modSld">
      <pc:chgData name="Rahul Md" userId="cdc53f0a-00cb-4490-8a90-22675af5e74d" providerId="ADAL" clId="{30C75EC0-EDD0-E441-B85F-A68A5B3C5DC4}" dt="2024-01-13T16:05:37.299" v="43" actId="20577"/>
      <pc:docMkLst>
        <pc:docMk/>
      </pc:docMkLst>
      <pc:sldChg chg="modSp mod">
        <pc:chgData name="Rahul Md" userId="cdc53f0a-00cb-4490-8a90-22675af5e74d" providerId="ADAL" clId="{30C75EC0-EDD0-E441-B85F-A68A5B3C5DC4}" dt="2024-01-13T16:05:37.299" v="43" actId="20577"/>
        <pc:sldMkLst>
          <pc:docMk/>
          <pc:sldMk cId="0" sldId="257"/>
        </pc:sldMkLst>
      </pc:sldChg>
    </pc:docChg>
  </pc:docChgLst>
  <pc:docChgLst>
    <pc:chgData name="Rahul Mohandas (RMd)" userId="cdc53f0a-00cb-4490-8a90-22675af5e74d" providerId="ADAL" clId="{CA3CDD4C-A0DB-4E49-8D94-80AE420932E9}"/>
    <pc:docChg chg="undo custSel addSld delSld modSld sldOrd">
      <pc:chgData name="Rahul Mohandas (RMd)" userId="cdc53f0a-00cb-4490-8a90-22675af5e74d" providerId="ADAL" clId="{CA3CDD4C-A0DB-4E49-8D94-80AE420932E9}" dt="2024-07-28T12:28:25.184" v="4315" actId="20577"/>
      <pc:docMkLst>
        <pc:docMk/>
      </pc:docMkLst>
      <pc:sldChg chg="modSp mod">
        <pc:chgData name="Rahul Mohandas (RMd)" userId="cdc53f0a-00cb-4490-8a90-22675af5e74d" providerId="ADAL" clId="{CA3CDD4C-A0DB-4E49-8D94-80AE420932E9}" dt="2024-07-28T12:28:14.416" v="4310" actId="20577"/>
        <pc:sldMkLst>
          <pc:docMk/>
          <pc:sldMk cId="0" sldId="257"/>
        </pc:sldMkLst>
      </pc:sldChg>
      <pc:sldChg chg="modSp mod">
        <pc:chgData name="Rahul Mohandas (RMd)" userId="cdc53f0a-00cb-4490-8a90-22675af5e74d" providerId="ADAL" clId="{CA3CDD4C-A0DB-4E49-8D94-80AE420932E9}" dt="2024-07-28T12:28:25.184" v="4315" actId="20577"/>
        <pc:sldMkLst>
          <pc:docMk/>
          <pc:sldMk cId="0" sldId="260"/>
        </pc:sldMkLst>
      </pc:sldChg>
      <pc:sldChg chg="modSp mod">
        <pc:chgData name="Rahul Mohandas (RMd)" userId="cdc53f0a-00cb-4490-8a90-22675af5e74d" providerId="ADAL" clId="{CA3CDD4C-A0DB-4E49-8D94-80AE420932E9}" dt="2024-07-28T03:58:45.706" v="1949" actId="20577"/>
        <pc:sldMkLst>
          <pc:docMk/>
          <pc:sldMk cId="2301697734" sldId="262"/>
        </pc:sldMkLst>
      </pc:sldChg>
      <pc:sldChg chg="ord">
        <pc:chgData name="Rahul Mohandas (RMd)" userId="cdc53f0a-00cb-4490-8a90-22675af5e74d" providerId="ADAL" clId="{CA3CDD4C-A0DB-4E49-8D94-80AE420932E9}" dt="2024-07-28T07:33:40.920" v="2376" actId="20578"/>
        <pc:sldMkLst>
          <pc:docMk/>
          <pc:sldMk cId="3607683791" sldId="263"/>
        </pc:sldMkLst>
      </pc:sldChg>
      <pc:sldChg chg="del">
        <pc:chgData name="Rahul Mohandas (RMd)" userId="cdc53f0a-00cb-4490-8a90-22675af5e74d" providerId="ADAL" clId="{CA3CDD4C-A0DB-4E49-8D94-80AE420932E9}" dt="2024-07-27T10:04:49.515" v="160" actId="2696"/>
        <pc:sldMkLst>
          <pc:docMk/>
          <pc:sldMk cId="2315391699" sldId="291"/>
        </pc:sldMkLst>
      </pc:sldChg>
      <pc:sldChg chg="addSp delSp modSp add del mod modClrScheme chgLayout">
        <pc:chgData name="Rahul Mohandas (RMd)" userId="cdc53f0a-00cb-4490-8a90-22675af5e74d" providerId="ADAL" clId="{CA3CDD4C-A0DB-4E49-8D94-80AE420932E9}" dt="2024-07-27T10:23:19.146" v="449" actId="113"/>
        <pc:sldMkLst>
          <pc:docMk/>
          <pc:sldMk cId="772219433" sldId="293"/>
        </pc:sldMkLst>
      </pc:sldChg>
      <pc:sldChg chg="addSp delSp modSp add mod modClrScheme chgLayout">
        <pc:chgData name="Rahul Mohandas (RMd)" userId="cdc53f0a-00cb-4490-8a90-22675af5e74d" providerId="ADAL" clId="{CA3CDD4C-A0DB-4E49-8D94-80AE420932E9}" dt="2024-07-28T04:58:50.326" v="2167" actId="478"/>
        <pc:sldMkLst>
          <pc:docMk/>
          <pc:sldMk cId="2700900967" sldId="4127"/>
        </pc:sldMkLst>
      </pc:sldChg>
      <pc:sldChg chg="modSp mod ord">
        <pc:chgData name="Rahul Mohandas (RMd)" userId="cdc53f0a-00cb-4490-8a90-22675af5e74d" providerId="ADAL" clId="{CA3CDD4C-A0DB-4E49-8D94-80AE420932E9}" dt="2024-07-28T03:57:48.405" v="1923" actId="14100"/>
        <pc:sldMkLst>
          <pc:docMk/>
          <pc:sldMk cId="1041053728" sldId="4148"/>
        </pc:sldMkLst>
      </pc:sldChg>
      <pc:sldChg chg="del">
        <pc:chgData name="Rahul Mohandas (RMd)" userId="cdc53f0a-00cb-4490-8a90-22675af5e74d" providerId="ADAL" clId="{CA3CDD4C-A0DB-4E49-8D94-80AE420932E9}" dt="2024-07-27T10:04:49.511" v="158" actId="2696"/>
        <pc:sldMkLst>
          <pc:docMk/>
          <pc:sldMk cId="4015386047" sldId="4149"/>
        </pc:sldMkLst>
      </pc:sldChg>
      <pc:sldChg chg="del">
        <pc:chgData name="Rahul Mohandas (RMd)" userId="cdc53f0a-00cb-4490-8a90-22675af5e74d" providerId="ADAL" clId="{CA3CDD4C-A0DB-4E49-8D94-80AE420932E9}" dt="2024-07-27T10:04:49.518" v="165" actId="2696"/>
        <pc:sldMkLst>
          <pc:docMk/>
          <pc:sldMk cId="1238703253" sldId="4150"/>
        </pc:sldMkLst>
      </pc:sldChg>
      <pc:sldChg chg="del">
        <pc:chgData name="Rahul Mohandas (RMd)" userId="cdc53f0a-00cb-4490-8a90-22675af5e74d" providerId="ADAL" clId="{CA3CDD4C-A0DB-4E49-8D94-80AE420932E9}" dt="2024-07-27T10:04:49.504" v="154" actId="2696"/>
        <pc:sldMkLst>
          <pc:docMk/>
          <pc:sldMk cId="2279051279" sldId="4151"/>
        </pc:sldMkLst>
      </pc:sldChg>
      <pc:sldChg chg="del">
        <pc:chgData name="Rahul Mohandas (RMd)" userId="cdc53f0a-00cb-4490-8a90-22675af5e74d" providerId="ADAL" clId="{CA3CDD4C-A0DB-4E49-8D94-80AE420932E9}" dt="2024-07-27T10:04:49.510" v="156" actId="2696"/>
        <pc:sldMkLst>
          <pc:docMk/>
          <pc:sldMk cId="2297587967" sldId="4152"/>
        </pc:sldMkLst>
      </pc:sldChg>
      <pc:sldChg chg="addSp delSp modSp add mod ord modClrScheme chgLayout">
        <pc:chgData name="Rahul Mohandas (RMd)" userId="cdc53f0a-00cb-4490-8a90-22675af5e74d" providerId="ADAL" clId="{CA3CDD4C-A0DB-4E49-8D94-80AE420932E9}" dt="2024-07-28T07:33:04.600" v="2375"/>
        <pc:sldMkLst>
          <pc:docMk/>
          <pc:sldMk cId="2653173988" sldId="4153"/>
        </pc:sldMkLst>
      </pc:sldChg>
      <pc:sldChg chg="del">
        <pc:chgData name="Rahul Mohandas (RMd)" userId="cdc53f0a-00cb-4490-8a90-22675af5e74d" providerId="ADAL" clId="{CA3CDD4C-A0DB-4E49-8D94-80AE420932E9}" dt="2024-07-27T10:04:18.753" v="143" actId="2696"/>
        <pc:sldMkLst>
          <pc:docMk/>
          <pc:sldMk cId="4192160446" sldId="4153"/>
        </pc:sldMkLst>
      </pc:sldChg>
      <pc:sldChg chg="del">
        <pc:chgData name="Rahul Mohandas (RMd)" userId="cdc53f0a-00cb-4490-8a90-22675af5e74d" providerId="ADAL" clId="{CA3CDD4C-A0DB-4E49-8D94-80AE420932E9}" dt="2024-07-27T10:04:23.138" v="145" actId="2696"/>
        <pc:sldMkLst>
          <pc:docMk/>
          <pc:sldMk cId="194492896" sldId="4154"/>
        </pc:sldMkLst>
      </pc:sldChg>
      <pc:sldChg chg="del">
        <pc:chgData name="Rahul Mohandas (RMd)" userId="cdc53f0a-00cb-4490-8a90-22675af5e74d" providerId="ADAL" clId="{CA3CDD4C-A0DB-4E49-8D94-80AE420932E9}" dt="2024-07-27T10:04:49.515" v="161" actId="2696"/>
        <pc:sldMkLst>
          <pc:docMk/>
          <pc:sldMk cId="2263986708" sldId="4155"/>
        </pc:sldMkLst>
      </pc:sldChg>
      <pc:sldChg chg="ord">
        <pc:chgData name="Rahul Mohandas (RMd)" userId="cdc53f0a-00cb-4490-8a90-22675af5e74d" providerId="ADAL" clId="{CA3CDD4C-A0DB-4E49-8D94-80AE420932E9}" dt="2024-07-28T07:33:56.390" v="2378" actId="20578"/>
        <pc:sldMkLst>
          <pc:docMk/>
          <pc:sldMk cId="3536281384" sldId="4156"/>
        </pc:sldMkLst>
      </pc:sldChg>
      <pc:sldChg chg="addSp delSp modSp mod ord">
        <pc:chgData name="Rahul Mohandas (RMd)" userId="cdc53f0a-00cb-4490-8a90-22675af5e74d" providerId="ADAL" clId="{CA3CDD4C-A0DB-4E49-8D94-80AE420932E9}" dt="2024-07-28T07:33:49.884" v="2377" actId="20578"/>
        <pc:sldMkLst>
          <pc:docMk/>
          <pc:sldMk cId="3956292136" sldId="4157"/>
        </pc:sldMkLst>
      </pc:sldChg>
      <pc:sldChg chg="del">
        <pc:chgData name="Rahul Mohandas (RMd)" userId="cdc53f0a-00cb-4490-8a90-22675af5e74d" providerId="ADAL" clId="{CA3CDD4C-A0DB-4E49-8D94-80AE420932E9}" dt="2024-07-27T10:04:49.492" v="147" actId="2696"/>
        <pc:sldMkLst>
          <pc:docMk/>
          <pc:sldMk cId="4110881540" sldId="4158"/>
        </pc:sldMkLst>
      </pc:sldChg>
      <pc:sldChg chg="del">
        <pc:chgData name="Rahul Mohandas (RMd)" userId="cdc53f0a-00cb-4490-8a90-22675af5e74d" providerId="ADAL" clId="{CA3CDD4C-A0DB-4E49-8D94-80AE420932E9}" dt="2024-07-27T10:04:49.499" v="150" actId="2696"/>
        <pc:sldMkLst>
          <pc:docMk/>
          <pc:sldMk cId="2142223522" sldId="4160"/>
        </pc:sldMkLst>
      </pc:sldChg>
      <pc:sldChg chg="del">
        <pc:chgData name="Rahul Mohandas (RMd)" userId="cdc53f0a-00cb-4490-8a90-22675af5e74d" providerId="ADAL" clId="{CA3CDD4C-A0DB-4E49-8D94-80AE420932E9}" dt="2024-07-27T10:04:49.509" v="155" actId="2696"/>
        <pc:sldMkLst>
          <pc:docMk/>
          <pc:sldMk cId="270183623" sldId="4161"/>
        </pc:sldMkLst>
      </pc:sldChg>
      <pc:sldChg chg="del">
        <pc:chgData name="Rahul Mohandas (RMd)" userId="cdc53f0a-00cb-4490-8a90-22675af5e74d" providerId="ADAL" clId="{CA3CDD4C-A0DB-4E49-8D94-80AE420932E9}" dt="2024-07-27T10:04:49.512" v="159" actId="2696"/>
        <pc:sldMkLst>
          <pc:docMk/>
          <pc:sldMk cId="2527302375" sldId="4162"/>
        </pc:sldMkLst>
      </pc:sldChg>
      <pc:sldChg chg="del">
        <pc:chgData name="Rahul Mohandas (RMd)" userId="cdc53f0a-00cb-4490-8a90-22675af5e74d" providerId="ADAL" clId="{CA3CDD4C-A0DB-4E49-8D94-80AE420932E9}" dt="2024-07-27T10:04:49.517" v="163" actId="2696"/>
        <pc:sldMkLst>
          <pc:docMk/>
          <pc:sldMk cId="967550642" sldId="4163"/>
        </pc:sldMkLst>
      </pc:sldChg>
      <pc:sldChg chg="del">
        <pc:chgData name="Rahul Mohandas (RMd)" userId="cdc53f0a-00cb-4490-8a90-22675af5e74d" providerId="ADAL" clId="{CA3CDD4C-A0DB-4E49-8D94-80AE420932E9}" dt="2024-07-27T10:04:49.510" v="157" actId="2696"/>
        <pc:sldMkLst>
          <pc:docMk/>
          <pc:sldMk cId="2216118688" sldId="4164"/>
        </pc:sldMkLst>
      </pc:sldChg>
      <pc:sldChg chg="del">
        <pc:chgData name="Rahul Mohandas (RMd)" userId="cdc53f0a-00cb-4490-8a90-22675af5e74d" providerId="ADAL" clId="{CA3CDD4C-A0DB-4E49-8D94-80AE420932E9}" dt="2024-07-27T10:04:49.517" v="164" actId="2696"/>
        <pc:sldMkLst>
          <pc:docMk/>
          <pc:sldMk cId="967751023" sldId="4165"/>
        </pc:sldMkLst>
      </pc:sldChg>
      <pc:sldChg chg="del">
        <pc:chgData name="Rahul Mohandas (RMd)" userId="cdc53f0a-00cb-4490-8a90-22675af5e74d" providerId="ADAL" clId="{CA3CDD4C-A0DB-4E49-8D94-80AE420932E9}" dt="2024-07-27T10:04:49.503" v="153" actId="2696"/>
        <pc:sldMkLst>
          <pc:docMk/>
          <pc:sldMk cId="1688172485" sldId="4166"/>
        </pc:sldMkLst>
      </pc:sldChg>
      <pc:sldChg chg="del">
        <pc:chgData name="Rahul Mohandas (RMd)" userId="cdc53f0a-00cb-4490-8a90-22675af5e74d" providerId="ADAL" clId="{CA3CDD4C-A0DB-4E49-8D94-80AE420932E9}" dt="2024-07-27T10:04:49.497" v="149" actId="2696"/>
        <pc:sldMkLst>
          <pc:docMk/>
          <pc:sldMk cId="3039831990" sldId="4167"/>
        </pc:sldMkLst>
      </pc:sldChg>
      <pc:sldChg chg="del">
        <pc:chgData name="Rahul Mohandas (RMd)" userId="cdc53f0a-00cb-4490-8a90-22675af5e74d" providerId="ADAL" clId="{CA3CDD4C-A0DB-4E49-8D94-80AE420932E9}" dt="2024-07-27T10:04:49.490" v="146" actId="2696"/>
        <pc:sldMkLst>
          <pc:docMk/>
          <pc:sldMk cId="1189614051" sldId="4168"/>
        </pc:sldMkLst>
      </pc:sldChg>
      <pc:sldChg chg="del">
        <pc:chgData name="Rahul Mohandas (RMd)" userId="cdc53f0a-00cb-4490-8a90-22675af5e74d" providerId="ADAL" clId="{CA3CDD4C-A0DB-4E49-8D94-80AE420932E9}" dt="2024-07-27T10:04:49.516" v="162" actId="2696"/>
        <pc:sldMkLst>
          <pc:docMk/>
          <pc:sldMk cId="3425165119" sldId="4169"/>
        </pc:sldMkLst>
      </pc:sldChg>
      <pc:sldChg chg="modSp mod">
        <pc:chgData name="Rahul Mohandas (RMd)" userId="cdc53f0a-00cb-4490-8a90-22675af5e74d" providerId="ADAL" clId="{CA3CDD4C-A0DB-4E49-8D94-80AE420932E9}" dt="2024-07-28T04:54:25.805" v="2160" actId="20577"/>
        <pc:sldMkLst>
          <pc:docMk/>
          <pc:sldMk cId="3832112072" sldId="4170"/>
        </pc:sldMkLst>
      </pc:sldChg>
      <pc:sldChg chg="del">
        <pc:chgData name="Rahul Mohandas (RMd)" userId="cdc53f0a-00cb-4490-8a90-22675af5e74d" providerId="ADAL" clId="{CA3CDD4C-A0DB-4E49-8D94-80AE420932E9}" dt="2024-07-27T10:04:21.251" v="144" actId="2696"/>
        <pc:sldMkLst>
          <pc:docMk/>
          <pc:sldMk cId="628115242" sldId="4171"/>
        </pc:sldMkLst>
      </pc:sldChg>
      <pc:sldChg chg="del">
        <pc:chgData name="Rahul Mohandas (RMd)" userId="cdc53f0a-00cb-4490-8a90-22675af5e74d" providerId="ADAL" clId="{CA3CDD4C-A0DB-4E49-8D94-80AE420932E9}" dt="2024-07-27T10:04:49.502" v="152" actId="2696"/>
        <pc:sldMkLst>
          <pc:docMk/>
          <pc:sldMk cId="1339588837" sldId="4172"/>
        </pc:sldMkLst>
      </pc:sldChg>
      <pc:sldChg chg="del">
        <pc:chgData name="Rahul Mohandas (RMd)" userId="cdc53f0a-00cb-4490-8a90-22675af5e74d" providerId="ADAL" clId="{CA3CDD4C-A0DB-4E49-8D94-80AE420932E9}" dt="2024-07-27T10:04:49.496" v="148" actId="2696"/>
        <pc:sldMkLst>
          <pc:docMk/>
          <pc:sldMk cId="3769210793" sldId="4173"/>
        </pc:sldMkLst>
      </pc:sldChg>
      <pc:sldChg chg="new del ord">
        <pc:chgData name="Rahul Mohandas (RMd)" userId="cdc53f0a-00cb-4490-8a90-22675af5e74d" providerId="ADAL" clId="{CA3CDD4C-A0DB-4E49-8D94-80AE420932E9}" dt="2024-07-27T10:04:13.468" v="142" actId="2696"/>
        <pc:sldMkLst>
          <pc:docMk/>
          <pc:sldMk cId="1594984495" sldId="4175"/>
        </pc:sldMkLst>
      </pc:sldChg>
      <pc:sldChg chg="addSp delSp modSp add mod ord modTransition modClrScheme chgLayout">
        <pc:chgData name="Rahul Mohandas (RMd)" userId="cdc53f0a-00cb-4490-8a90-22675af5e74d" providerId="ADAL" clId="{CA3CDD4C-A0DB-4E49-8D94-80AE420932E9}" dt="2024-07-28T03:57:32.018" v="1921" actId="20577"/>
        <pc:sldMkLst>
          <pc:docMk/>
          <pc:sldMk cId="3160900679" sldId="4176"/>
        </pc:sldMkLst>
      </pc:sldChg>
      <pc:sldChg chg="addSp delSp modSp new mod ord modClrScheme chgLayout">
        <pc:chgData name="Rahul Mohandas (RMd)" userId="cdc53f0a-00cb-4490-8a90-22675af5e74d" providerId="ADAL" clId="{CA3CDD4C-A0DB-4E49-8D94-80AE420932E9}" dt="2024-07-27T10:27:26.256" v="551" actId="1038"/>
        <pc:sldMkLst>
          <pc:docMk/>
          <pc:sldMk cId="2515472185" sldId="4177"/>
        </pc:sldMkLst>
      </pc:sldChg>
      <pc:sldChg chg="addSp delSp modSp new mod modClrScheme chgLayout">
        <pc:chgData name="Rahul Mohandas (RMd)" userId="cdc53f0a-00cb-4490-8a90-22675af5e74d" providerId="ADAL" clId="{CA3CDD4C-A0DB-4E49-8D94-80AE420932E9}" dt="2024-07-28T04:55:23.321" v="2164" actId="20577"/>
        <pc:sldMkLst>
          <pc:docMk/>
          <pc:sldMk cId="1779549199" sldId="4178"/>
        </pc:sldMkLst>
      </pc:sldChg>
      <pc:sldChg chg="addSp delSp modSp new del mod">
        <pc:chgData name="Rahul Mohandas (RMd)" userId="cdc53f0a-00cb-4490-8a90-22675af5e74d" providerId="ADAL" clId="{CA3CDD4C-A0DB-4E49-8D94-80AE420932E9}" dt="2024-07-28T12:27:01.080" v="4264" actId="2696"/>
        <pc:sldMkLst>
          <pc:docMk/>
          <pc:sldMk cId="2670650602" sldId="4179"/>
        </pc:sldMkLst>
      </pc:sldChg>
      <pc:sldChg chg="addSp delSp modSp new mod ord">
        <pc:chgData name="Rahul Mohandas (RMd)" userId="cdc53f0a-00cb-4490-8a90-22675af5e74d" providerId="ADAL" clId="{CA3CDD4C-A0DB-4E49-8D94-80AE420932E9}" dt="2024-07-28T03:58:58.848" v="1950" actId="20578"/>
        <pc:sldMkLst>
          <pc:docMk/>
          <pc:sldMk cId="1578609614" sldId="4180"/>
        </pc:sldMkLst>
      </pc:sldChg>
      <pc:sldChg chg="addSp delSp modSp new mod chgLayout">
        <pc:chgData name="Rahul Mohandas (RMd)" userId="cdc53f0a-00cb-4490-8a90-22675af5e74d" providerId="ADAL" clId="{CA3CDD4C-A0DB-4E49-8D94-80AE420932E9}" dt="2024-07-28T04:47:40.065" v="2147" actId="20577"/>
        <pc:sldMkLst>
          <pc:docMk/>
          <pc:sldMk cId="2019615523" sldId="4181"/>
        </pc:sldMkLst>
      </pc:sldChg>
      <pc:sldChg chg="modSp new del mod">
        <pc:chgData name="Rahul Mohandas (RMd)" userId="cdc53f0a-00cb-4490-8a90-22675af5e74d" providerId="ADAL" clId="{CA3CDD4C-A0DB-4E49-8D94-80AE420932E9}" dt="2024-07-27T12:42:13.409" v="613" actId="2696"/>
        <pc:sldMkLst>
          <pc:docMk/>
          <pc:sldMk cId="4024921528" sldId="4181"/>
        </pc:sldMkLst>
      </pc:sldChg>
      <pc:sldChg chg="addSp delSp modSp new mod modClrScheme chgLayout">
        <pc:chgData name="Rahul Mohandas (RMd)" userId="cdc53f0a-00cb-4490-8a90-22675af5e74d" providerId="ADAL" clId="{CA3CDD4C-A0DB-4E49-8D94-80AE420932E9}" dt="2024-07-28T03:49:33.877" v="1772" actId="20577"/>
        <pc:sldMkLst>
          <pc:docMk/>
          <pc:sldMk cId="1916913562" sldId="4182"/>
        </pc:sldMkLst>
      </pc:sldChg>
      <pc:sldChg chg="new del">
        <pc:chgData name="Rahul Mohandas (RMd)" userId="cdc53f0a-00cb-4490-8a90-22675af5e74d" providerId="ADAL" clId="{CA3CDD4C-A0DB-4E49-8D94-80AE420932E9}" dt="2024-07-28T04:55:01.905" v="2161" actId="2696"/>
        <pc:sldMkLst>
          <pc:docMk/>
          <pc:sldMk cId="4226046690" sldId="4183"/>
        </pc:sldMkLst>
      </pc:sldChg>
      <pc:sldChg chg="addSp delSp modSp new mod ord modClrScheme chgLayout">
        <pc:chgData name="Rahul Mohandas (RMd)" userId="cdc53f0a-00cb-4490-8a90-22675af5e74d" providerId="ADAL" clId="{CA3CDD4C-A0DB-4E49-8D94-80AE420932E9}" dt="2024-07-28T12:19:37.415" v="4247" actId="20577"/>
        <pc:sldMkLst>
          <pc:docMk/>
          <pc:sldMk cId="1962266202" sldId="4184"/>
        </pc:sldMkLst>
      </pc:sldChg>
      <pc:sldChg chg="modSp add mod">
        <pc:chgData name="Rahul Mohandas (RMd)" userId="cdc53f0a-00cb-4490-8a90-22675af5e74d" providerId="ADAL" clId="{CA3CDD4C-A0DB-4E49-8D94-80AE420932E9}" dt="2024-07-28T12:19:40.174" v="4253" actId="20577"/>
        <pc:sldMkLst>
          <pc:docMk/>
          <pc:sldMk cId="166545887" sldId="4185"/>
        </pc:sldMkLst>
      </pc:sldChg>
      <pc:sldChg chg="modSp add mod">
        <pc:chgData name="Rahul Mohandas (RMd)" userId="cdc53f0a-00cb-4490-8a90-22675af5e74d" providerId="ADAL" clId="{CA3CDD4C-A0DB-4E49-8D94-80AE420932E9}" dt="2024-07-28T12:19:43.651" v="4263" actId="20577"/>
        <pc:sldMkLst>
          <pc:docMk/>
          <pc:sldMk cId="3538695487" sldId="4186"/>
        </pc:sldMkLst>
      </pc:sldChg>
      <pc:sldChg chg="add">
        <pc:chgData name="Rahul Mohandas (RMd)" userId="cdc53f0a-00cb-4490-8a90-22675af5e74d" providerId="ADAL" clId="{CA3CDD4C-A0DB-4E49-8D94-80AE420932E9}" dt="2024-07-28T04:58:44.443" v="2165"/>
        <pc:sldMkLst>
          <pc:docMk/>
          <pc:sldMk cId="2954272492" sldId="4187"/>
        </pc:sldMkLst>
      </pc:sldChg>
      <pc:sldChg chg="addSp delSp modSp new mod modClrScheme chgLayout">
        <pc:chgData name="Rahul Mohandas (RMd)" userId="cdc53f0a-00cb-4490-8a90-22675af5e74d" providerId="ADAL" clId="{CA3CDD4C-A0DB-4E49-8D94-80AE420932E9}" dt="2024-07-28T06:24:51.350" v="2276" actId="122"/>
        <pc:sldMkLst>
          <pc:docMk/>
          <pc:sldMk cId="2770894918" sldId="4188"/>
        </pc:sldMkLst>
      </pc:sldChg>
      <pc:sldChg chg="addSp modSp new mod">
        <pc:chgData name="Rahul Mohandas (RMd)" userId="cdc53f0a-00cb-4490-8a90-22675af5e74d" providerId="ADAL" clId="{CA3CDD4C-A0DB-4E49-8D94-80AE420932E9}" dt="2024-07-28T06:52:08.773" v="2373" actId="1037"/>
        <pc:sldMkLst>
          <pc:docMk/>
          <pc:sldMk cId="2108373856" sldId="4189"/>
        </pc:sldMkLst>
      </pc:sldChg>
    </pc:docChg>
  </pc:docChgLst>
  <pc:docChgLst>
    <pc:chgData name="Rahul Mohandas (RMd)" userId="cdc53f0a-00cb-4490-8a90-22675af5e74d" providerId="ADAL" clId="{30C75EC0-EDD0-E441-B85F-A68A5B3C5DC4}"/>
    <pc:docChg chg="custSel addSld modSld sldOrd">
      <pc:chgData name="Rahul Mohandas (RMd)" userId="cdc53f0a-00cb-4490-8a90-22675af5e74d" providerId="ADAL" clId="{30C75EC0-EDD0-E441-B85F-A68A5B3C5DC4}" dt="2024-01-21T05:20:49.680" v="1624" actId="165"/>
      <pc:docMkLst>
        <pc:docMk/>
      </pc:docMkLst>
      <pc:sldChg chg="delSp modSp mod">
        <pc:chgData name="Rahul Mohandas (RMd)" userId="cdc53f0a-00cb-4490-8a90-22675af5e74d" providerId="ADAL" clId="{30C75EC0-EDD0-E441-B85F-A68A5B3C5DC4}" dt="2024-01-14T06:12:18.173" v="53" actId="478"/>
        <pc:sldMkLst>
          <pc:docMk/>
          <pc:sldMk cId="3607683791" sldId="263"/>
        </pc:sldMkLst>
      </pc:sldChg>
      <pc:sldChg chg="modSp mod modNotesTx">
        <pc:chgData name="Rahul Mohandas (RMd)" userId="cdc53f0a-00cb-4490-8a90-22675af5e74d" providerId="ADAL" clId="{30C75EC0-EDD0-E441-B85F-A68A5B3C5DC4}" dt="2024-01-14T07:39:12.465" v="1342" actId="20577"/>
        <pc:sldMkLst>
          <pc:docMk/>
          <pc:sldMk cId="4015386047" sldId="4149"/>
        </pc:sldMkLst>
      </pc:sldChg>
      <pc:sldChg chg="addSp delSp modSp mod">
        <pc:chgData name="Rahul Mohandas (RMd)" userId="cdc53f0a-00cb-4490-8a90-22675af5e74d" providerId="ADAL" clId="{30C75EC0-EDD0-E441-B85F-A68A5B3C5DC4}" dt="2024-01-14T07:01:42.790" v="1185"/>
        <pc:sldMkLst>
          <pc:docMk/>
          <pc:sldMk cId="1238703253" sldId="4150"/>
        </pc:sldMkLst>
      </pc:sldChg>
      <pc:sldChg chg="addSp delSp modSp mod">
        <pc:chgData name="Rahul Mohandas (RMd)" userId="cdc53f0a-00cb-4490-8a90-22675af5e74d" providerId="ADAL" clId="{30C75EC0-EDD0-E441-B85F-A68A5B3C5DC4}" dt="2024-01-14T07:01:35.523" v="1183"/>
        <pc:sldMkLst>
          <pc:docMk/>
          <pc:sldMk cId="2279051279" sldId="4151"/>
        </pc:sldMkLst>
      </pc:sldChg>
      <pc:sldChg chg="addSp modSp mod">
        <pc:chgData name="Rahul Mohandas (RMd)" userId="cdc53f0a-00cb-4490-8a90-22675af5e74d" providerId="ADAL" clId="{30C75EC0-EDD0-E441-B85F-A68A5B3C5DC4}" dt="2024-01-14T07:01:27.926" v="1181" actId="20577"/>
        <pc:sldMkLst>
          <pc:docMk/>
          <pc:sldMk cId="2297587967" sldId="4152"/>
        </pc:sldMkLst>
      </pc:sldChg>
      <pc:sldChg chg="addSp delSp modSp">
        <pc:chgData name="Rahul Mohandas (RMd)" userId="cdc53f0a-00cb-4490-8a90-22675af5e74d" providerId="ADAL" clId="{30C75EC0-EDD0-E441-B85F-A68A5B3C5DC4}" dt="2024-01-14T06:46:04.487" v="813"/>
        <pc:sldMkLst>
          <pc:docMk/>
          <pc:sldMk cId="2263986708" sldId="4155"/>
        </pc:sldMkLst>
      </pc:sldChg>
      <pc:sldChg chg="modSp mod">
        <pc:chgData name="Rahul Mohandas (RMd)" userId="cdc53f0a-00cb-4490-8a90-22675af5e74d" providerId="ADAL" clId="{30C75EC0-EDD0-E441-B85F-A68A5B3C5DC4}" dt="2024-01-14T06:15:47.328" v="76" actId="1440"/>
        <pc:sldMkLst>
          <pc:docMk/>
          <pc:sldMk cId="3536281384" sldId="4156"/>
        </pc:sldMkLst>
      </pc:sldChg>
      <pc:sldChg chg="addSp delSp modSp mod ord">
        <pc:chgData name="Rahul Mohandas (RMd)" userId="cdc53f0a-00cb-4490-8a90-22675af5e74d" providerId="ADAL" clId="{30C75EC0-EDD0-E441-B85F-A68A5B3C5DC4}" dt="2024-01-14T06:25:56.412" v="211" actId="20577"/>
        <pc:sldMkLst>
          <pc:docMk/>
          <pc:sldMk cId="4110881540" sldId="4158"/>
        </pc:sldMkLst>
      </pc:sldChg>
      <pc:sldChg chg="modSp">
        <pc:chgData name="Rahul Mohandas (RMd)" userId="cdc53f0a-00cb-4490-8a90-22675af5e74d" providerId="ADAL" clId="{30C75EC0-EDD0-E441-B85F-A68A5B3C5DC4}" dt="2024-01-14T06:26:33.645" v="225" actId="20577"/>
        <pc:sldMkLst>
          <pc:docMk/>
          <pc:sldMk cId="270183623" sldId="4161"/>
        </pc:sldMkLst>
      </pc:sldChg>
      <pc:sldChg chg="addSp modSp mod">
        <pc:chgData name="Rahul Mohandas (RMd)" userId="cdc53f0a-00cb-4490-8a90-22675af5e74d" providerId="ADAL" clId="{30C75EC0-EDD0-E441-B85F-A68A5B3C5DC4}" dt="2024-01-14T06:55:32.824" v="1093" actId="20577"/>
        <pc:sldMkLst>
          <pc:docMk/>
          <pc:sldMk cId="2527302375" sldId="4162"/>
        </pc:sldMkLst>
      </pc:sldChg>
      <pc:sldChg chg="modNotesTx">
        <pc:chgData name="Rahul Mohandas (RMd)" userId="cdc53f0a-00cb-4490-8a90-22675af5e74d" providerId="ADAL" clId="{30C75EC0-EDD0-E441-B85F-A68A5B3C5DC4}" dt="2024-01-14T06:49:41.686" v="965" actId="20577"/>
        <pc:sldMkLst>
          <pc:docMk/>
          <pc:sldMk cId="967550642" sldId="4163"/>
        </pc:sldMkLst>
      </pc:sldChg>
      <pc:sldChg chg="addSp delSp modSp mod modNotesTx">
        <pc:chgData name="Rahul Mohandas (RMd)" userId="cdc53f0a-00cb-4490-8a90-22675af5e74d" providerId="ADAL" clId="{30C75EC0-EDD0-E441-B85F-A68A5B3C5DC4}" dt="2024-01-14T07:41:56.912" v="1507" actId="20577"/>
        <pc:sldMkLst>
          <pc:docMk/>
          <pc:sldMk cId="2216118688" sldId="4164"/>
        </pc:sldMkLst>
      </pc:sldChg>
      <pc:sldChg chg="delSp modSp">
        <pc:chgData name="Rahul Mohandas (RMd)" userId="cdc53f0a-00cb-4490-8a90-22675af5e74d" providerId="ADAL" clId="{30C75EC0-EDD0-E441-B85F-A68A5B3C5DC4}" dt="2024-01-21T05:20:49.680" v="1624" actId="165"/>
        <pc:sldMkLst>
          <pc:docMk/>
          <pc:sldMk cId="967751023" sldId="4165"/>
        </pc:sldMkLst>
      </pc:sldChg>
      <pc:sldChg chg="addSp delSp modSp new mod chgLayout">
        <pc:chgData name="Rahul Mohandas (RMd)" userId="cdc53f0a-00cb-4490-8a90-22675af5e74d" providerId="ADAL" clId="{30C75EC0-EDD0-E441-B85F-A68A5B3C5DC4}" dt="2024-01-14T05:57:47.626" v="49" actId="1076"/>
        <pc:sldMkLst>
          <pc:docMk/>
          <pc:sldMk cId="1189614051" sldId="4168"/>
        </pc:sldMkLst>
      </pc:sldChg>
      <pc:sldChg chg="modSp new mod modNotesTx">
        <pc:chgData name="Rahul Mohandas (RMd)" userId="cdc53f0a-00cb-4490-8a90-22675af5e74d" providerId="ADAL" clId="{30C75EC0-EDD0-E441-B85F-A68A5B3C5DC4}" dt="2024-01-14T06:45:02.743" v="781" actId="20577"/>
        <pc:sldMkLst>
          <pc:docMk/>
          <pc:sldMk cId="3425165119" sldId="4169"/>
        </pc:sldMkLst>
      </pc:sldChg>
      <pc:sldChg chg="addSp delSp modSp add mod chgLayout">
        <pc:chgData name="Rahul Mohandas (RMd)" userId="cdc53f0a-00cb-4490-8a90-22675af5e74d" providerId="ADAL" clId="{30C75EC0-EDD0-E441-B85F-A68A5B3C5DC4}" dt="2024-01-14T07:05:11.628" v="1246" actId="20577"/>
        <pc:sldMkLst>
          <pc:docMk/>
          <pc:sldMk cId="3832112072" sldId="4170"/>
        </pc:sldMkLst>
      </pc:sldChg>
      <pc:sldChg chg="addSp delSp modSp new mod ord">
        <pc:chgData name="Rahul Mohandas (RMd)" userId="cdc53f0a-00cb-4490-8a90-22675af5e74d" providerId="ADAL" clId="{30C75EC0-EDD0-E441-B85F-A68A5B3C5DC4}" dt="2024-01-14T07:00:08.113" v="1109" actId="20577"/>
        <pc:sldMkLst>
          <pc:docMk/>
          <pc:sldMk cId="628115242" sldId="4171"/>
        </pc:sldMkLst>
      </pc:sldChg>
      <pc:sldChg chg="addSp delSp modSp add mod modClrScheme chgLayout modNotesTx">
        <pc:chgData name="Rahul Mohandas (RMd)" userId="cdc53f0a-00cb-4490-8a90-22675af5e74d" providerId="ADAL" clId="{30C75EC0-EDD0-E441-B85F-A68A5B3C5DC4}" dt="2024-01-14T06:46:14.569" v="815"/>
        <pc:sldMkLst>
          <pc:docMk/>
          <pc:sldMk cId="1339588837" sldId="4172"/>
        </pc:sldMkLst>
      </pc:sldChg>
      <pc:sldChg chg="addSp delSp modSp new mod modClrScheme chgLayout">
        <pc:chgData name="Rahul Mohandas (RMd)" userId="cdc53f0a-00cb-4490-8a90-22675af5e74d" providerId="ADAL" clId="{30C75EC0-EDD0-E441-B85F-A68A5B3C5DC4}" dt="2024-01-14T07:49:58.384" v="1608"/>
        <pc:sldMkLst>
          <pc:docMk/>
          <pc:sldMk cId="3769210793" sldId="4173"/>
        </pc:sldMkLst>
      </pc:sldChg>
      <pc:sldChg chg="addSp delSp modSp new mod modMedia delAnim">
        <pc:chgData name="Rahul Mohandas (RMd)" userId="cdc53f0a-00cb-4490-8a90-22675af5e74d" providerId="ADAL" clId="{30C75EC0-EDD0-E441-B85F-A68A5B3C5DC4}" dt="2024-01-14T10:05:14.992" v="1623" actId="26606"/>
        <pc:sldMkLst>
          <pc:docMk/>
          <pc:sldMk cId="1404816291" sldId="4174"/>
        </pc:sldMkLst>
      </pc:sldChg>
    </pc:docChg>
  </pc:docChgLst>
  <pc:docChgLst>
    <pc:chgData name="Rahul Mohandas (RMd)" userId="cdc53f0a-00cb-4490-8a90-22675af5e74d" providerId="ADAL" clId="{F679B765-B734-6047-8FD1-2815D422D292}"/>
    <pc:docChg chg="undo custSel addSld modSld">
      <pc:chgData name="Rahul Mohandas (RMd)" userId="cdc53f0a-00cb-4490-8a90-22675af5e74d" providerId="ADAL" clId="{F679B765-B734-6047-8FD1-2815D422D292}" dt="2025-01-19T12:14:50.340" v="1111" actId="20577"/>
      <pc:docMkLst>
        <pc:docMk/>
      </pc:docMkLst>
      <pc:sldChg chg="modSp mod">
        <pc:chgData name="Rahul Mohandas (RMd)" userId="cdc53f0a-00cb-4490-8a90-22675af5e74d" providerId="ADAL" clId="{F679B765-B734-6047-8FD1-2815D422D292}" dt="2025-01-19T10:08:14.092" v="105" actId="20577"/>
        <pc:sldMkLst>
          <pc:docMk/>
          <pc:sldMk cId="0" sldId="257"/>
        </pc:sldMkLst>
      </pc:sldChg>
      <pc:sldChg chg="modSp mod">
        <pc:chgData name="Rahul Mohandas (RMd)" userId="cdc53f0a-00cb-4490-8a90-22675af5e74d" providerId="ADAL" clId="{F679B765-B734-6047-8FD1-2815D422D292}" dt="2025-01-19T11:41:45.633" v="106" actId="20577"/>
        <pc:sldMkLst>
          <pc:docMk/>
          <pc:sldMk cId="2301697734" sldId="262"/>
        </pc:sldMkLst>
      </pc:sldChg>
      <pc:sldChg chg="modSp mod">
        <pc:chgData name="Rahul Mohandas (RMd)" userId="cdc53f0a-00cb-4490-8a90-22675af5e74d" providerId="ADAL" clId="{F679B765-B734-6047-8FD1-2815D422D292}" dt="2025-01-19T11:51:22.288" v="632" actId="5793"/>
        <pc:sldMkLst>
          <pc:docMk/>
          <pc:sldMk cId="1962266202" sldId="4184"/>
        </pc:sldMkLst>
      </pc:sldChg>
      <pc:sldChg chg="modSp mod">
        <pc:chgData name="Rahul Mohandas (RMd)" userId="cdc53f0a-00cb-4490-8a90-22675af5e74d" providerId="ADAL" clId="{F679B765-B734-6047-8FD1-2815D422D292}" dt="2025-01-19T12:14:50.340" v="1111" actId="20577"/>
        <pc:sldMkLst>
          <pc:docMk/>
          <pc:sldMk cId="166545887" sldId="4185"/>
        </pc:sldMkLst>
      </pc:sldChg>
      <pc:sldChg chg="modSp mod">
        <pc:chgData name="Rahul Mohandas (RMd)" userId="cdc53f0a-00cb-4490-8a90-22675af5e74d" providerId="ADAL" clId="{F679B765-B734-6047-8FD1-2815D422D292}" dt="2025-01-19T12:06:29.741" v="1094" actId="20577"/>
        <pc:sldMkLst>
          <pc:docMk/>
          <pc:sldMk cId="3538695487" sldId="4186"/>
        </pc:sldMkLst>
      </pc:sldChg>
      <pc:sldChg chg="addSp delSp modSp mod">
        <pc:chgData name="Rahul Mohandas (RMd)" userId="cdc53f0a-00cb-4490-8a90-22675af5e74d" providerId="ADAL" clId="{F679B765-B734-6047-8FD1-2815D422D292}" dt="2025-01-19T07:18:13.169" v="13" actId="20577"/>
        <pc:sldMkLst>
          <pc:docMk/>
          <pc:sldMk cId="2770894918" sldId="4188"/>
        </pc:sldMkLst>
      </pc:sldChg>
      <pc:sldChg chg="addSp delSp modSp mod modNotesTx">
        <pc:chgData name="Rahul Mohandas (RMd)" userId="cdc53f0a-00cb-4490-8a90-22675af5e74d" providerId="ADAL" clId="{F679B765-B734-6047-8FD1-2815D422D292}" dt="2025-01-19T06:36:11.723" v="4" actId="1076"/>
        <pc:sldMkLst>
          <pc:docMk/>
          <pc:sldMk cId="2108373856" sldId="4189"/>
        </pc:sldMkLst>
      </pc:sldChg>
      <pc:sldChg chg="addSp delSp modSp new mod">
        <pc:chgData name="Rahul Mohandas (RMd)" userId="cdc53f0a-00cb-4490-8a90-22675af5e74d" providerId="ADAL" clId="{F679B765-B734-6047-8FD1-2815D422D292}" dt="2025-01-19T11:43:23.260" v="156"/>
        <pc:sldMkLst>
          <pc:docMk/>
          <pc:sldMk cId="995636673" sldId="4190"/>
        </pc:sldMkLst>
      </pc:sldChg>
    </pc:docChg>
  </pc:docChgLst>
  <pc:docChgLst>
    <pc:chgData name="Rahul Mohandas (RMd)" userId="cdc53f0a-00cb-4490-8a90-22675af5e74d" providerId="ADAL" clId="{8E86349D-6016-1B4C-A42E-6C88142BFF7B}"/>
    <pc:docChg chg="modSld">
      <pc:chgData name="Rahul Mohandas (RMd)" userId="cdc53f0a-00cb-4490-8a90-22675af5e74d" providerId="ADAL" clId="{8E86349D-6016-1B4C-A42E-6C88142BFF7B}" dt="2024-12-22T06:18:06.647" v="20" actId="20577"/>
      <pc:docMkLst>
        <pc:docMk/>
      </pc:docMkLst>
      <pc:sldChg chg="modSp mod">
        <pc:chgData name="Rahul Mohandas (RMd)" userId="cdc53f0a-00cb-4490-8a90-22675af5e74d" providerId="ADAL" clId="{8E86349D-6016-1B4C-A42E-6C88142BFF7B}" dt="2024-12-22T06:18:06.647" v="20" actId="20577"/>
        <pc:sldMkLst>
          <pc:docMk/>
          <pc:sldMk cId="2653173988" sldId="4153"/>
        </pc:sldMkLst>
      </pc:sldChg>
    </pc:docChg>
  </pc:docChgLst>
  <pc:docChgLst>
    <pc:chgData name="Rahul Mohandas (RMd)" userId="cdc53f0a-00cb-4490-8a90-22675af5e74d" providerId="ADAL" clId="{6AA79A98-E4AA-53FC-BDD8-C9EE79B97AEC}"/>
    <pc:docChg chg="undo custSel modSld modMainMaster">
      <pc:chgData name="Rahul Mohandas (RMd)" userId="cdc53f0a-00cb-4490-8a90-22675af5e74d" providerId="ADAL" clId="{6AA79A98-E4AA-53FC-BDD8-C9EE79B97AEC}" dt="2025-07-26T10:36:23.214" v="77" actId="1036"/>
      <pc:docMkLst>
        <pc:docMk/>
      </pc:docMkLst>
      <pc:sldChg chg="modSp mod">
        <pc:chgData name="Rahul Mohandas (RMd)" userId="cdc53f0a-00cb-4490-8a90-22675af5e74d" providerId="ADAL" clId="{6AA79A98-E4AA-53FC-BDD8-C9EE79B97AEC}" dt="2025-07-26T09:23:05.757" v="21" actId="20577"/>
        <pc:sldMkLst>
          <pc:docMk/>
          <pc:sldMk cId="0" sldId="257"/>
        </pc:sldMkLst>
        <pc:spChg chg="mod">
          <ac:chgData name="Rahul Mohandas (RMd)" userId="cdc53f0a-00cb-4490-8a90-22675af5e74d" providerId="ADAL" clId="{6AA79A98-E4AA-53FC-BDD8-C9EE79B97AEC}" dt="2025-07-26T09:23:05.757" v="21" actId="20577"/>
          <ac:spMkLst>
            <pc:docMk/>
            <pc:sldMk cId="0" sldId="257"/>
            <ac:spMk id="2" creationId="{056F6331-FA13-C3D2-E2AC-DE29B104FF03}"/>
          </ac:spMkLst>
        </pc:spChg>
      </pc:sldChg>
      <pc:sldChg chg="addSp delSp modSp mod">
        <pc:chgData name="Rahul Mohandas (RMd)" userId="cdc53f0a-00cb-4490-8a90-22675af5e74d" providerId="ADAL" clId="{6AA79A98-E4AA-53FC-BDD8-C9EE79B97AEC}" dt="2025-07-26T10:33:26.908" v="52" actId="21"/>
        <pc:sldMkLst>
          <pc:docMk/>
          <pc:sldMk cId="2301697734" sldId="262"/>
        </pc:sldMkLst>
        <pc:spChg chg="add del mod">
          <ac:chgData name="Rahul Mohandas (RMd)" userId="cdc53f0a-00cb-4490-8a90-22675af5e74d" providerId="ADAL" clId="{6AA79A98-E4AA-53FC-BDD8-C9EE79B97AEC}" dt="2025-07-26T10:33:26.908" v="52" actId="21"/>
          <ac:spMkLst>
            <pc:docMk/>
            <pc:sldMk cId="2301697734" sldId="262"/>
            <ac:spMk id="2" creationId="{2C0541FA-1E64-8D8F-0B85-0FAD455531F8}"/>
          </ac:spMkLst>
        </pc:spChg>
      </pc:sldChg>
      <pc:sldChg chg="addSp delSp modSp mod">
        <pc:chgData name="Rahul Mohandas (RMd)" userId="cdc53f0a-00cb-4490-8a90-22675af5e74d" providerId="ADAL" clId="{6AA79A98-E4AA-53FC-BDD8-C9EE79B97AEC}" dt="2025-07-26T09:55:46.640" v="43" actId="1076"/>
        <pc:sldMkLst>
          <pc:docMk/>
          <pc:sldMk cId="2363286591" sldId="4124"/>
        </pc:sldMkLst>
        <pc:picChg chg="add mod">
          <ac:chgData name="Rahul Mohandas (RMd)" userId="cdc53f0a-00cb-4490-8a90-22675af5e74d" providerId="ADAL" clId="{6AA79A98-E4AA-53FC-BDD8-C9EE79B97AEC}" dt="2025-07-26T09:55:35.662" v="41"/>
          <ac:picMkLst>
            <pc:docMk/>
            <pc:sldMk cId="2363286591" sldId="4124"/>
            <ac:picMk id="2" creationId="{B4F54701-BEB6-6997-5604-AF9C3F6E7B16}"/>
          </ac:picMkLst>
        </pc:picChg>
        <pc:picChg chg="del">
          <ac:chgData name="Rahul Mohandas (RMd)" userId="cdc53f0a-00cb-4490-8a90-22675af5e74d" providerId="ADAL" clId="{6AA79A98-E4AA-53FC-BDD8-C9EE79B97AEC}" dt="2025-07-26T09:55:35.215" v="40" actId="478"/>
          <ac:picMkLst>
            <pc:docMk/>
            <pc:sldMk cId="2363286591" sldId="4124"/>
            <ac:picMk id="3" creationId="{F33AEE6A-8665-DD62-DF95-C1920BDDBEB7}"/>
          </ac:picMkLst>
        </pc:picChg>
        <pc:picChg chg="mod">
          <ac:chgData name="Rahul Mohandas (RMd)" userId="cdc53f0a-00cb-4490-8a90-22675af5e74d" providerId="ADAL" clId="{6AA79A98-E4AA-53FC-BDD8-C9EE79B97AEC}" dt="2025-07-26T09:55:46.640" v="43" actId="1076"/>
          <ac:picMkLst>
            <pc:docMk/>
            <pc:sldMk cId="2363286591" sldId="4124"/>
            <ac:picMk id="6" creationId="{BBF4C4D1-D174-3374-FF75-F8B24CF9AC11}"/>
          </ac:picMkLst>
        </pc:picChg>
      </pc:sldChg>
      <pc:sldChg chg="addSp delSp modSp mod">
        <pc:chgData name="Rahul Mohandas (RMd)" userId="cdc53f0a-00cb-4490-8a90-22675af5e74d" providerId="ADAL" clId="{6AA79A98-E4AA-53FC-BDD8-C9EE79B97AEC}" dt="2025-07-26T10:34:05.243" v="58"/>
        <pc:sldMkLst>
          <pc:docMk/>
          <pc:sldMk cId="1962266202" sldId="4184"/>
        </pc:sldMkLst>
        <pc:spChg chg="add mod">
          <ac:chgData name="Rahul Mohandas (RMd)" userId="cdc53f0a-00cb-4490-8a90-22675af5e74d" providerId="ADAL" clId="{6AA79A98-E4AA-53FC-BDD8-C9EE79B97AEC}" dt="2025-07-26T10:34:05.243" v="58"/>
          <ac:spMkLst>
            <pc:docMk/>
            <pc:sldMk cId="1962266202" sldId="4184"/>
            <ac:spMk id="2" creationId="{300998B9-EDF1-2CEB-656D-95C679C04C07}"/>
          </ac:spMkLst>
        </pc:spChg>
        <pc:spChg chg="add del mod">
          <ac:chgData name="Rahul Mohandas (RMd)" userId="cdc53f0a-00cb-4490-8a90-22675af5e74d" providerId="ADAL" clId="{6AA79A98-E4AA-53FC-BDD8-C9EE79B97AEC}" dt="2025-07-26T09:58:36.692" v="46" actId="478"/>
          <ac:spMkLst>
            <pc:docMk/>
            <pc:sldMk cId="1962266202" sldId="4184"/>
            <ac:spMk id="2" creationId="{86A08746-211A-3A5D-CB7B-5B8285DACBB9}"/>
          </ac:spMkLst>
        </pc:spChg>
        <pc:spChg chg="add del mod">
          <ac:chgData name="Rahul Mohandas (RMd)" userId="cdc53f0a-00cb-4490-8a90-22675af5e74d" providerId="ADAL" clId="{6AA79A98-E4AA-53FC-BDD8-C9EE79B97AEC}" dt="2025-07-26T09:58:47.176" v="47" actId="478"/>
          <ac:spMkLst>
            <pc:docMk/>
            <pc:sldMk cId="1962266202" sldId="4184"/>
            <ac:spMk id="4" creationId="{E74784CA-04B4-283C-0568-5458708DF843}"/>
          </ac:spMkLst>
        </pc:spChg>
        <pc:spChg chg="add del">
          <ac:chgData name="Rahul Mohandas (RMd)" userId="cdc53f0a-00cb-4490-8a90-22675af5e74d" providerId="ADAL" clId="{6AA79A98-E4AA-53FC-BDD8-C9EE79B97AEC}" dt="2025-07-26T09:58:50.417" v="49" actId="22"/>
          <ac:spMkLst>
            <pc:docMk/>
            <pc:sldMk cId="1962266202" sldId="4184"/>
            <ac:spMk id="6" creationId="{E75ABCD1-DF98-DE4B-2FC2-03D1C649F704}"/>
          </ac:spMkLst>
        </pc:spChg>
        <pc:spChg chg="add mod">
          <ac:chgData name="Rahul Mohandas (RMd)" userId="cdc53f0a-00cb-4490-8a90-22675af5e74d" providerId="ADAL" clId="{6AA79A98-E4AA-53FC-BDD8-C9EE79B97AEC}" dt="2025-07-26T09:58:55.790" v="50"/>
          <ac:spMkLst>
            <pc:docMk/>
            <pc:sldMk cId="1962266202" sldId="4184"/>
            <ac:spMk id="7" creationId="{C1AC701F-D1F8-9CD1-1A33-77C987812719}"/>
          </ac:spMkLst>
        </pc:spChg>
        <pc:spChg chg="del mod">
          <ac:chgData name="Rahul Mohandas (RMd)" userId="cdc53f0a-00cb-4490-8a90-22675af5e74d" providerId="ADAL" clId="{6AA79A98-E4AA-53FC-BDD8-C9EE79B97AEC}" dt="2025-07-26T09:58:29.357" v="44" actId="478"/>
          <ac:spMkLst>
            <pc:docMk/>
            <pc:sldMk cId="1962266202" sldId="4184"/>
            <ac:spMk id="8" creationId="{00A8AD94-6910-AD1E-EF34-DE772B567AA4}"/>
          </ac:spMkLst>
        </pc:spChg>
      </pc:sldChg>
      <pc:sldChg chg="addSp modSp mod">
        <pc:chgData name="Rahul Mohandas (RMd)" userId="cdc53f0a-00cb-4490-8a90-22675af5e74d" providerId="ADAL" clId="{6AA79A98-E4AA-53FC-BDD8-C9EE79B97AEC}" dt="2025-07-26T10:34:06.712" v="59"/>
        <pc:sldMkLst>
          <pc:docMk/>
          <pc:sldMk cId="166545887" sldId="4185"/>
        </pc:sldMkLst>
        <pc:spChg chg="add mod">
          <ac:chgData name="Rahul Mohandas (RMd)" userId="cdc53f0a-00cb-4490-8a90-22675af5e74d" providerId="ADAL" clId="{6AA79A98-E4AA-53FC-BDD8-C9EE79B97AEC}" dt="2025-07-26T10:34:06.712" v="59"/>
          <ac:spMkLst>
            <pc:docMk/>
            <pc:sldMk cId="166545887" sldId="4185"/>
            <ac:spMk id="2" creationId="{BA0D9980-D1A9-F7E9-296E-735F141C4458}"/>
          </ac:spMkLst>
        </pc:spChg>
        <pc:spChg chg="mod">
          <ac:chgData name="Rahul Mohandas (RMd)" userId="cdc53f0a-00cb-4490-8a90-22675af5e74d" providerId="ADAL" clId="{6AA79A98-E4AA-53FC-BDD8-C9EE79B97AEC}" dt="2025-07-26T09:25:54.056" v="26" actId="20577"/>
          <ac:spMkLst>
            <pc:docMk/>
            <pc:sldMk cId="166545887" sldId="4185"/>
            <ac:spMk id="8" creationId="{00A8AD94-6910-AD1E-EF34-DE772B567AA4}"/>
          </ac:spMkLst>
        </pc:spChg>
      </pc:sldChg>
      <pc:sldChg chg="addSp modSp mod">
        <pc:chgData name="Rahul Mohandas (RMd)" userId="cdc53f0a-00cb-4490-8a90-22675af5e74d" providerId="ADAL" clId="{6AA79A98-E4AA-53FC-BDD8-C9EE79B97AEC}" dt="2025-07-26T10:34:07.792" v="60"/>
        <pc:sldMkLst>
          <pc:docMk/>
          <pc:sldMk cId="3538695487" sldId="4186"/>
        </pc:sldMkLst>
        <pc:spChg chg="add mod">
          <ac:chgData name="Rahul Mohandas (RMd)" userId="cdc53f0a-00cb-4490-8a90-22675af5e74d" providerId="ADAL" clId="{6AA79A98-E4AA-53FC-BDD8-C9EE79B97AEC}" dt="2025-07-26T10:34:07.792" v="60"/>
          <ac:spMkLst>
            <pc:docMk/>
            <pc:sldMk cId="3538695487" sldId="4186"/>
            <ac:spMk id="2" creationId="{4C51CEDA-A100-B935-50E5-809EE9133F43}"/>
          </ac:spMkLst>
        </pc:spChg>
        <pc:spChg chg="mod">
          <ac:chgData name="Rahul Mohandas (RMd)" userId="cdc53f0a-00cb-4490-8a90-22675af5e74d" providerId="ADAL" clId="{6AA79A98-E4AA-53FC-BDD8-C9EE79B97AEC}" dt="2025-07-26T09:26:07.372" v="30" actId="20577"/>
          <ac:spMkLst>
            <pc:docMk/>
            <pc:sldMk cId="3538695487" sldId="4186"/>
            <ac:spMk id="8" creationId="{00A8AD94-6910-AD1E-EF34-DE772B567AA4}"/>
          </ac:spMkLst>
        </pc:spChg>
      </pc:sldChg>
      <pc:sldChg chg="addSp delSp modSp mod">
        <pc:chgData name="Rahul Mohandas (RMd)" userId="cdc53f0a-00cb-4490-8a90-22675af5e74d" providerId="ADAL" clId="{6AA79A98-E4AA-53FC-BDD8-C9EE79B97AEC}" dt="2025-07-26T10:36:23.214" v="77" actId="1036"/>
        <pc:sldMkLst>
          <pc:docMk/>
          <pc:sldMk cId="2770894918" sldId="4188"/>
        </pc:sldMkLst>
        <pc:spChg chg="mod">
          <ac:chgData name="Rahul Mohandas (RMd)" userId="cdc53f0a-00cb-4490-8a90-22675af5e74d" providerId="ADAL" clId="{6AA79A98-E4AA-53FC-BDD8-C9EE79B97AEC}" dt="2025-07-26T10:36:23.214" v="77" actId="1036"/>
          <ac:spMkLst>
            <pc:docMk/>
            <pc:sldMk cId="2770894918" sldId="4188"/>
            <ac:spMk id="7" creationId="{EE151FA9-DFAF-1064-FBCA-02FEAB5997F9}"/>
          </ac:spMkLst>
        </pc:spChg>
        <pc:picChg chg="del">
          <ac:chgData name="Rahul Mohandas (RMd)" userId="cdc53f0a-00cb-4490-8a90-22675af5e74d" providerId="ADAL" clId="{6AA79A98-E4AA-53FC-BDD8-C9EE79B97AEC}" dt="2025-07-26T10:34:14.164" v="61" actId="478"/>
          <ac:picMkLst>
            <pc:docMk/>
            <pc:sldMk cId="2770894918" sldId="4188"/>
            <ac:picMk id="2" creationId="{DD58A5F3-9954-FBE6-D237-11A8BA6B81EE}"/>
          </ac:picMkLst>
        </pc:picChg>
        <pc:picChg chg="add mod">
          <ac:chgData name="Rahul Mohandas (RMd)" userId="cdc53f0a-00cb-4490-8a90-22675af5e74d" providerId="ADAL" clId="{6AA79A98-E4AA-53FC-BDD8-C9EE79B97AEC}" dt="2025-07-26T10:36:19.171" v="69" actId="1076"/>
          <ac:picMkLst>
            <pc:docMk/>
            <pc:sldMk cId="2770894918" sldId="4188"/>
            <ac:picMk id="3" creationId="{A396CF3B-1A0F-E361-16C7-0248F902CC9A}"/>
          </ac:picMkLst>
        </pc:picChg>
      </pc:sldChg>
      <pc:sldChg chg="addSp delSp modSp mod modNotesTx">
        <pc:chgData name="Rahul Mohandas (RMd)" userId="cdc53f0a-00cb-4490-8a90-22675af5e74d" providerId="ADAL" clId="{6AA79A98-E4AA-53FC-BDD8-C9EE79B97AEC}" dt="2025-07-26T09:53:58.264" v="39" actId="20577"/>
        <pc:sldMkLst>
          <pc:docMk/>
          <pc:sldMk cId="2108373856" sldId="4189"/>
        </pc:sldMkLst>
        <pc:spChg chg="add mod">
          <ac:chgData name="Rahul Mohandas (RMd)" userId="cdc53f0a-00cb-4490-8a90-22675af5e74d" providerId="ADAL" clId="{6AA79A98-E4AA-53FC-BDD8-C9EE79B97AEC}" dt="2025-07-26T09:53:52.583" v="38" actId="20577"/>
          <ac:spMkLst>
            <pc:docMk/>
            <pc:sldMk cId="2108373856" sldId="4189"/>
            <ac:spMk id="6" creationId="{23DFAE14-772D-DDC3-9D66-2E8BE1E5D411}"/>
          </ac:spMkLst>
        </pc:spChg>
        <pc:picChg chg="add mod">
          <ac:chgData name="Rahul Mohandas (RMd)" userId="cdc53f0a-00cb-4490-8a90-22675af5e74d" providerId="ADAL" clId="{6AA79A98-E4AA-53FC-BDD8-C9EE79B97AEC}" dt="2025-07-26T09:53:38.425" v="35" actId="1076"/>
          <ac:picMkLst>
            <pc:docMk/>
            <pc:sldMk cId="2108373856" sldId="4189"/>
            <ac:picMk id="3" creationId="{AED7F242-287F-96CC-4A13-A8270FAAD582}"/>
          </ac:picMkLst>
        </pc:picChg>
        <pc:picChg chg="del">
          <ac:chgData name="Rahul Mohandas (RMd)" userId="cdc53f0a-00cb-4490-8a90-22675af5e74d" providerId="ADAL" clId="{6AA79A98-E4AA-53FC-BDD8-C9EE79B97AEC}" dt="2025-07-26T09:48:03.609" v="31" actId="478"/>
          <ac:picMkLst>
            <pc:docMk/>
            <pc:sldMk cId="2108373856" sldId="4189"/>
            <ac:picMk id="4" creationId="{3D2D31C4-1046-CD58-EAF5-B4FA616BB2FC}"/>
          </ac:picMkLst>
        </pc:picChg>
      </pc:sldChg>
      <pc:sldMasterChg chg="modSldLayout">
        <pc:chgData name="Rahul Mohandas (RMd)" userId="cdc53f0a-00cb-4490-8a90-22675af5e74d" providerId="ADAL" clId="{6AA79A98-E4AA-53FC-BDD8-C9EE79B97AEC}" dt="2025-07-26T10:33:38.837" v="57"/>
        <pc:sldMasterMkLst>
          <pc:docMk/>
          <pc:sldMasterMk cId="0" sldId="2147483648"/>
        </pc:sldMasterMkLst>
        <pc:sldLayoutChg chg="addSp modSp">
          <pc:chgData name="Rahul Mohandas (RMd)" userId="cdc53f0a-00cb-4490-8a90-22675af5e74d" providerId="ADAL" clId="{6AA79A98-E4AA-53FC-BDD8-C9EE79B97AEC}" dt="2025-07-26T10:33:32.773" v="54"/>
          <pc:sldLayoutMkLst>
            <pc:docMk/>
            <pc:sldMasterMk cId="0" sldId="2147483648"/>
            <pc:sldLayoutMk cId="975937277" sldId="2147483719"/>
          </pc:sldLayoutMkLst>
          <pc:spChg chg="add mod">
            <ac:chgData name="Rahul Mohandas (RMd)" userId="cdc53f0a-00cb-4490-8a90-22675af5e74d" providerId="ADAL" clId="{6AA79A98-E4AA-53FC-BDD8-C9EE79B97AEC}" dt="2025-07-26T10:33:32.773" v="54"/>
            <ac:spMkLst>
              <pc:docMk/>
              <pc:sldMasterMk cId="0" sldId="2147483648"/>
              <pc:sldLayoutMk cId="975937277" sldId="2147483719"/>
              <ac:spMk id="17" creationId="{3640E04A-363B-88C6-D2DD-0322E4CD0AD7}"/>
            </ac:spMkLst>
          </pc:spChg>
        </pc:sldLayoutChg>
        <pc:sldLayoutChg chg="addSp modSp">
          <pc:chgData name="Rahul Mohandas (RMd)" userId="cdc53f0a-00cb-4490-8a90-22675af5e74d" providerId="ADAL" clId="{6AA79A98-E4AA-53FC-BDD8-C9EE79B97AEC}" dt="2025-07-26T10:33:35.486" v="55"/>
          <pc:sldLayoutMkLst>
            <pc:docMk/>
            <pc:sldMasterMk cId="0" sldId="2147483648"/>
            <pc:sldLayoutMk cId="1409962327" sldId="2147483720"/>
          </pc:sldLayoutMkLst>
          <pc:spChg chg="add mod">
            <ac:chgData name="Rahul Mohandas (RMd)" userId="cdc53f0a-00cb-4490-8a90-22675af5e74d" providerId="ADAL" clId="{6AA79A98-E4AA-53FC-BDD8-C9EE79B97AEC}" dt="2025-07-26T10:33:35.486" v="55"/>
            <ac:spMkLst>
              <pc:docMk/>
              <pc:sldMasterMk cId="0" sldId="2147483648"/>
              <pc:sldLayoutMk cId="1409962327" sldId="2147483720"/>
              <ac:spMk id="14" creationId="{71929B15-DE63-D53B-BE23-496F43EAAB54}"/>
            </ac:spMkLst>
          </pc:spChg>
        </pc:sldLayoutChg>
        <pc:sldLayoutChg chg="addSp modSp">
          <pc:chgData name="Rahul Mohandas (RMd)" userId="cdc53f0a-00cb-4490-8a90-22675af5e74d" providerId="ADAL" clId="{6AA79A98-E4AA-53FC-BDD8-C9EE79B97AEC}" dt="2025-07-26T10:33:37.457" v="56"/>
          <pc:sldLayoutMkLst>
            <pc:docMk/>
            <pc:sldMasterMk cId="0" sldId="2147483648"/>
            <pc:sldLayoutMk cId="3232453031" sldId="2147483721"/>
          </pc:sldLayoutMkLst>
          <pc:spChg chg="add mod">
            <ac:chgData name="Rahul Mohandas (RMd)" userId="cdc53f0a-00cb-4490-8a90-22675af5e74d" providerId="ADAL" clId="{6AA79A98-E4AA-53FC-BDD8-C9EE79B97AEC}" dt="2025-07-26T10:33:37.457" v="56"/>
            <ac:spMkLst>
              <pc:docMk/>
              <pc:sldMasterMk cId="0" sldId="2147483648"/>
              <pc:sldLayoutMk cId="3232453031" sldId="2147483721"/>
              <ac:spMk id="17" creationId="{1836EA06-F146-9ADB-E96B-4C0C0B8053D4}"/>
            </ac:spMkLst>
          </pc:spChg>
        </pc:sldLayoutChg>
        <pc:sldLayoutChg chg="addSp modSp">
          <pc:chgData name="Rahul Mohandas (RMd)" userId="cdc53f0a-00cb-4490-8a90-22675af5e74d" providerId="ADAL" clId="{6AA79A98-E4AA-53FC-BDD8-C9EE79B97AEC}" dt="2025-07-26T10:33:38.837" v="57"/>
          <pc:sldLayoutMkLst>
            <pc:docMk/>
            <pc:sldMasterMk cId="0" sldId="2147483648"/>
            <pc:sldLayoutMk cId="3056628485" sldId="2147483722"/>
          </pc:sldLayoutMkLst>
          <pc:spChg chg="add mod">
            <ac:chgData name="Rahul Mohandas (RMd)" userId="cdc53f0a-00cb-4490-8a90-22675af5e74d" providerId="ADAL" clId="{6AA79A98-E4AA-53FC-BDD8-C9EE79B97AEC}" dt="2025-07-26T10:33:38.837" v="57"/>
            <ac:spMkLst>
              <pc:docMk/>
              <pc:sldMasterMk cId="0" sldId="2147483648"/>
              <pc:sldLayoutMk cId="3056628485" sldId="2147483722"/>
              <ac:spMk id="13" creationId="{607E8724-B38F-EC6D-C5A9-365309A71A09}"/>
            </ac:spMkLst>
          </pc:sp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ata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ata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 Id="rId14" Type="http://schemas.openxmlformats.org/officeDocument/2006/relationships/image" Target="../media/image49.svg"/></Relationships>
</file>

<file path=ppt/diagrams/_rels/data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 Id="rId14" Type="http://schemas.openxmlformats.org/officeDocument/2006/relationships/image" Target="../media/image4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645EB7-0185-4E16-8397-8FC566D12403}"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3226CB91-E242-4500-A7AC-0FA4B163FCCE}">
      <dgm:prSet/>
      <dgm:spPr/>
      <dgm:t>
        <a:bodyPr/>
        <a:lstStyle/>
        <a:p>
          <a:pPr>
            <a:defRPr cap="all"/>
          </a:pPr>
          <a:r>
            <a:rPr lang="en-IN" cap="none" baseline="0" dirty="0">
              <a:latin typeface="Arial" panose="020B0604020202020204" pitchFamily="34" charset="0"/>
              <a:cs typeface="Arial" panose="020B0604020202020204" pitchFamily="34" charset="0"/>
            </a:rPr>
            <a:t>Slides</a:t>
          </a:r>
          <a:endParaRPr lang="en-US" cap="none" dirty="0">
            <a:latin typeface="Arial" panose="020B0604020202020204" pitchFamily="34" charset="0"/>
            <a:cs typeface="Arial" panose="020B0604020202020204" pitchFamily="34" charset="0"/>
          </a:endParaRPr>
        </a:p>
      </dgm:t>
    </dgm:pt>
    <dgm:pt modelId="{C51C5389-BE03-497B-A8EC-C9DF30557C4B}" type="parTrans" cxnId="{C62A63D9-DF7D-4F8A-9854-831164EDB7BB}">
      <dgm:prSet/>
      <dgm:spPr/>
      <dgm:t>
        <a:bodyPr/>
        <a:lstStyle/>
        <a:p>
          <a:endParaRPr lang="en-US"/>
        </a:p>
      </dgm:t>
    </dgm:pt>
    <dgm:pt modelId="{A08C70D8-4288-4C4E-9738-9EEE55C35C8C}" type="sibTrans" cxnId="{C62A63D9-DF7D-4F8A-9854-831164EDB7BB}">
      <dgm:prSet/>
      <dgm:spPr/>
      <dgm:t>
        <a:bodyPr/>
        <a:lstStyle/>
        <a:p>
          <a:endParaRPr lang="en-US"/>
        </a:p>
      </dgm:t>
    </dgm:pt>
    <dgm:pt modelId="{59BD7BF9-35F8-40BE-9CCA-9D0C4412DA2F}">
      <dgm:prSet/>
      <dgm:spPr/>
      <dgm:t>
        <a:bodyPr/>
        <a:lstStyle/>
        <a:p>
          <a:pPr>
            <a:defRPr cap="all"/>
          </a:pPr>
          <a:r>
            <a:rPr lang="en-IN" cap="none" baseline="0" dirty="0">
              <a:latin typeface="Arial" panose="020B0604020202020204" pitchFamily="34" charset="0"/>
              <a:cs typeface="Arial" panose="020B0604020202020204" pitchFamily="34" charset="0"/>
            </a:rPr>
            <a:t>Class Discussion</a:t>
          </a:r>
          <a:endParaRPr lang="en-US" cap="none" dirty="0">
            <a:latin typeface="Arial" panose="020B0604020202020204" pitchFamily="34" charset="0"/>
            <a:cs typeface="Arial" panose="020B0604020202020204" pitchFamily="34" charset="0"/>
          </a:endParaRPr>
        </a:p>
      </dgm:t>
    </dgm:pt>
    <dgm:pt modelId="{3557A76F-FE8A-4FBA-B7A1-1B8FB691C0CC}" type="parTrans" cxnId="{30716C08-A727-40DE-8078-993952D7B79B}">
      <dgm:prSet/>
      <dgm:spPr/>
      <dgm:t>
        <a:bodyPr/>
        <a:lstStyle/>
        <a:p>
          <a:endParaRPr lang="en-US"/>
        </a:p>
      </dgm:t>
    </dgm:pt>
    <dgm:pt modelId="{F523ABE5-2869-4176-AE51-3587C9588491}" type="sibTrans" cxnId="{30716C08-A727-40DE-8078-993952D7B79B}">
      <dgm:prSet/>
      <dgm:spPr/>
      <dgm:t>
        <a:bodyPr/>
        <a:lstStyle/>
        <a:p>
          <a:endParaRPr lang="en-US"/>
        </a:p>
      </dgm:t>
    </dgm:pt>
    <dgm:pt modelId="{8CD3C753-69D7-49AF-95A5-11DA951DA48B}">
      <dgm:prSet/>
      <dgm:spPr/>
      <dgm:t>
        <a:bodyPr/>
        <a:lstStyle/>
        <a:p>
          <a:pPr>
            <a:defRPr cap="all"/>
          </a:pPr>
          <a:r>
            <a:rPr lang="en-IN" cap="none" baseline="0" dirty="0">
              <a:latin typeface="Arial" panose="020B0604020202020204" pitchFamily="34" charset="0"/>
              <a:cs typeface="Arial" panose="020B0604020202020204" pitchFamily="34" charset="0"/>
            </a:rPr>
            <a:t>Discussion Forum</a:t>
          </a:r>
          <a:endParaRPr lang="en-US" cap="none" dirty="0">
            <a:latin typeface="Arial" panose="020B0604020202020204" pitchFamily="34" charset="0"/>
            <a:cs typeface="Arial" panose="020B0604020202020204" pitchFamily="34" charset="0"/>
          </a:endParaRPr>
        </a:p>
      </dgm:t>
    </dgm:pt>
    <dgm:pt modelId="{5EC5A84A-8BD9-4D11-8391-0F1B399296D3}" type="parTrans" cxnId="{CF8194F0-6154-4A7A-8B5B-6419A14B96BF}">
      <dgm:prSet/>
      <dgm:spPr/>
      <dgm:t>
        <a:bodyPr/>
        <a:lstStyle/>
        <a:p>
          <a:endParaRPr lang="en-US"/>
        </a:p>
      </dgm:t>
    </dgm:pt>
    <dgm:pt modelId="{EAFE6D04-4230-4A59-9D64-4FB58E33F36B}" type="sibTrans" cxnId="{CF8194F0-6154-4A7A-8B5B-6419A14B96BF}">
      <dgm:prSet/>
      <dgm:spPr/>
      <dgm:t>
        <a:bodyPr/>
        <a:lstStyle/>
        <a:p>
          <a:endParaRPr lang="en-US"/>
        </a:p>
      </dgm:t>
    </dgm:pt>
    <dgm:pt modelId="{CF3CBB4E-CE94-4DB0-9F6D-26720F1CC89D}" type="pres">
      <dgm:prSet presAssocID="{2B645EB7-0185-4E16-8397-8FC566D12403}" presName="root" presStyleCnt="0">
        <dgm:presLayoutVars>
          <dgm:dir/>
          <dgm:resizeHandles val="exact"/>
        </dgm:presLayoutVars>
      </dgm:prSet>
      <dgm:spPr/>
    </dgm:pt>
    <dgm:pt modelId="{A18907AD-34F8-4DDC-BFA2-0860D5BECA8C}" type="pres">
      <dgm:prSet presAssocID="{3226CB91-E242-4500-A7AC-0FA4B163FCCE}" presName="compNode" presStyleCnt="0"/>
      <dgm:spPr/>
    </dgm:pt>
    <dgm:pt modelId="{B1294AE5-6B62-4220-9C3A-69D485CBFA5F}" type="pres">
      <dgm:prSet presAssocID="{3226CB91-E242-4500-A7AC-0FA4B163FCCE}" presName="iconBgRect" presStyleLbl="bgShp" presStyleIdx="0" presStyleCnt="3"/>
      <dgm:spPr>
        <a:noFill/>
      </dgm:spPr>
    </dgm:pt>
    <dgm:pt modelId="{F296DA62-5F43-452C-B362-14FF77EAD51F}" type="pres">
      <dgm:prSet presAssocID="{3226CB91-E242-4500-A7AC-0FA4B163FCC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jector screen"/>
        </a:ext>
      </dgm:extLst>
    </dgm:pt>
    <dgm:pt modelId="{39F58D98-06E7-4DC8-812C-3CB971602346}" type="pres">
      <dgm:prSet presAssocID="{3226CB91-E242-4500-A7AC-0FA4B163FCCE}" presName="spaceRect" presStyleCnt="0"/>
      <dgm:spPr/>
    </dgm:pt>
    <dgm:pt modelId="{7A3F0361-FFAD-49B7-ABF0-54A76B58170C}" type="pres">
      <dgm:prSet presAssocID="{3226CB91-E242-4500-A7AC-0FA4B163FCCE}" presName="textRect" presStyleLbl="revTx" presStyleIdx="0" presStyleCnt="3">
        <dgm:presLayoutVars>
          <dgm:chMax val="1"/>
          <dgm:chPref val="1"/>
        </dgm:presLayoutVars>
      </dgm:prSet>
      <dgm:spPr/>
    </dgm:pt>
    <dgm:pt modelId="{ED58EE15-2487-4C52-A005-D8365DB968E4}" type="pres">
      <dgm:prSet presAssocID="{A08C70D8-4288-4C4E-9738-9EEE55C35C8C}" presName="sibTrans" presStyleCnt="0"/>
      <dgm:spPr/>
    </dgm:pt>
    <dgm:pt modelId="{7939637B-F5DC-4B15-8B61-49610B7B273D}" type="pres">
      <dgm:prSet presAssocID="{59BD7BF9-35F8-40BE-9CCA-9D0C4412DA2F}" presName="compNode" presStyleCnt="0"/>
      <dgm:spPr/>
    </dgm:pt>
    <dgm:pt modelId="{31E56E9D-C7F9-42FF-9B7D-60AEBC95914A}" type="pres">
      <dgm:prSet presAssocID="{59BD7BF9-35F8-40BE-9CCA-9D0C4412DA2F}" presName="iconBgRect" presStyleLbl="bgShp" presStyleIdx="1" presStyleCnt="3"/>
      <dgm:spPr>
        <a:noFill/>
      </dgm:spPr>
    </dgm:pt>
    <dgm:pt modelId="{1DCA213C-7FFE-4D63-AA3F-BC89DC6E3A2E}" type="pres">
      <dgm:prSet presAssocID="{59BD7BF9-35F8-40BE-9CCA-9D0C4412DA2F}"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2E81D6DD-22B4-4010-952B-0414C1F59479}" type="pres">
      <dgm:prSet presAssocID="{59BD7BF9-35F8-40BE-9CCA-9D0C4412DA2F}" presName="spaceRect" presStyleCnt="0"/>
      <dgm:spPr/>
    </dgm:pt>
    <dgm:pt modelId="{6B1F70C8-1D14-40BC-9A3D-4E78CE382D81}" type="pres">
      <dgm:prSet presAssocID="{59BD7BF9-35F8-40BE-9CCA-9D0C4412DA2F}" presName="textRect" presStyleLbl="revTx" presStyleIdx="1" presStyleCnt="3">
        <dgm:presLayoutVars>
          <dgm:chMax val="1"/>
          <dgm:chPref val="1"/>
        </dgm:presLayoutVars>
      </dgm:prSet>
      <dgm:spPr/>
    </dgm:pt>
    <dgm:pt modelId="{96390B9F-BE46-4222-84C2-AD4C67FDBBAA}" type="pres">
      <dgm:prSet presAssocID="{F523ABE5-2869-4176-AE51-3587C9588491}" presName="sibTrans" presStyleCnt="0"/>
      <dgm:spPr/>
    </dgm:pt>
    <dgm:pt modelId="{3985C8FE-9B0C-4056-B378-FE6E2FFF3663}" type="pres">
      <dgm:prSet presAssocID="{8CD3C753-69D7-49AF-95A5-11DA951DA48B}" presName="compNode" presStyleCnt="0"/>
      <dgm:spPr/>
    </dgm:pt>
    <dgm:pt modelId="{6B617307-8542-4E8B-9519-71805571DEFD}" type="pres">
      <dgm:prSet presAssocID="{8CD3C753-69D7-49AF-95A5-11DA951DA48B}" presName="iconBgRect" presStyleLbl="bgShp" presStyleIdx="2" presStyleCnt="3"/>
      <dgm:spPr>
        <a:noFill/>
      </dgm:spPr>
    </dgm:pt>
    <dgm:pt modelId="{968167BA-00E3-472D-AAD9-B795015D8F79}" type="pres">
      <dgm:prSet presAssocID="{8CD3C753-69D7-49AF-95A5-11DA951DA48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18F143AB-255F-4280-9644-BBB8888981C0}" type="pres">
      <dgm:prSet presAssocID="{8CD3C753-69D7-49AF-95A5-11DA951DA48B}" presName="spaceRect" presStyleCnt="0"/>
      <dgm:spPr/>
    </dgm:pt>
    <dgm:pt modelId="{71BA1D8D-1951-4E5C-8AE2-55B3677AA195}" type="pres">
      <dgm:prSet presAssocID="{8CD3C753-69D7-49AF-95A5-11DA951DA48B}" presName="textRect" presStyleLbl="revTx" presStyleIdx="2" presStyleCnt="3">
        <dgm:presLayoutVars>
          <dgm:chMax val="1"/>
          <dgm:chPref val="1"/>
        </dgm:presLayoutVars>
      </dgm:prSet>
      <dgm:spPr/>
    </dgm:pt>
  </dgm:ptLst>
  <dgm:cxnLst>
    <dgm:cxn modelId="{24CB9802-100D-41B3-9F0A-039A4E0AB563}" type="presOf" srcId="{59BD7BF9-35F8-40BE-9CCA-9D0C4412DA2F}" destId="{6B1F70C8-1D14-40BC-9A3D-4E78CE382D81}" srcOrd="0" destOrd="0" presId="urn:microsoft.com/office/officeart/2018/5/layout/IconCircleLabelList"/>
    <dgm:cxn modelId="{30716C08-A727-40DE-8078-993952D7B79B}" srcId="{2B645EB7-0185-4E16-8397-8FC566D12403}" destId="{59BD7BF9-35F8-40BE-9CCA-9D0C4412DA2F}" srcOrd="1" destOrd="0" parTransId="{3557A76F-FE8A-4FBA-B7A1-1B8FB691C0CC}" sibTransId="{F523ABE5-2869-4176-AE51-3587C9588491}"/>
    <dgm:cxn modelId="{92924189-81D9-4188-A66F-9A7E63CC2D55}" type="presOf" srcId="{2B645EB7-0185-4E16-8397-8FC566D12403}" destId="{CF3CBB4E-CE94-4DB0-9F6D-26720F1CC89D}" srcOrd="0" destOrd="0" presId="urn:microsoft.com/office/officeart/2018/5/layout/IconCircleLabelList"/>
    <dgm:cxn modelId="{386FD38E-0A4A-4747-A3D3-02A09E283B93}" type="presOf" srcId="{3226CB91-E242-4500-A7AC-0FA4B163FCCE}" destId="{7A3F0361-FFAD-49B7-ABF0-54A76B58170C}" srcOrd="0" destOrd="0" presId="urn:microsoft.com/office/officeart/2018/5/layout/IconCircleLabelList"/>
    <dgm:cxn modelId="{FCBB1AAB-A34A-4B8F-95AE-AA90370034C1}" type="presOf" srcId="{8CD3C753-69D7-49AF-95A5-11DA951DA48B}" destId="{71BA1D8D-1951-4E5C-8AE2-55B3677AA195}" srcOrd="0" destOrd="0" presId="urn:microsoft.com/office/officeart/2018/5/layout/IconCircleLabelList"/>
    <dgm:cxn modelId="{C62A63D9-DF7D-4F8A-9854-831164EDB7BB}" srcId="{2B645EB7-0185-4E16-8397-8FC566D12403}" destId="{3226CB91-E242-4500-A7AC-0FA4B163FCCE}" srcOrd="0" destOrd="0" parTransId="{C51C5389-BE03-497B-A8EC-C9DF30557C4B}" sibTransId="{A08C70D8-4288-4C4E-9738-9EEE55C35C8C}"/>
    <dgm:cxn modelId="{CF8194F0-6154-4A7A-8B5B-6419A14B96BF}" srcId="{2B645EB7-0185-4E16-8397-8FC566D12403}" destId="{8CD3C753-69D7-49AF-95A5-11DA951DA48B}" srcOrd="2" destOrd="0" parTransId="{5EC5A84A-8BD9-4D11-8391-0F1B399296D3}" sibTransId="{EAFE6D04-4230-4A59-9D64-4FB58E33F36B}"/>
    <dgm:cxn modelId="{13318461-2E08-4E7C-8D5E-91BEAE9B8755}" type="presParOf" srcId="{CF3CBB4E-CE94-4DB0-9F6D-26720F1CC89D}" destId="{A18907AD-34F8-4DDC-BFA2-0860D5BECA8C}" srcOrd="0" destOrd="0" presId="urn:microsoft.com/office/officeart/2018/5/layout/IconCircleLabelList"/>
    <dgm:cxn modelId="{049A0D8D-873A-4A39-A0EB-F2BEBBB78857}" type="presParOf" srcId="{A18907AD-34F8-4DDC-BFA2-0860D5BECA8C}" destId="{B1294AE5-6B62-4220-9C3A-69D485CBFA5F}" srcOrd="0" destOrd="0" presId="urn:microsoft.com/office/officeart/2018/5/layout/IconCircleLabelList"/>
    <dgm:cxn modelId="{DDFAEEA6-EFC5-4BFE-A564-EDD5855C2810}" type="presParOf" srcId="{A18907AD-34F8-4DDC-BFA2-0860D5BECA8C}" destId="{F296DA62-5F43-452C-B362-14FF77EAD51F}" srcOrd="1" destOrd="0" presId="urn:microsoft.com/office/officeart/2018/5/layout/IconCircleLabelList"/>
    <dgm:cxn modelId="{A4BCB2D0-104B-4B60-A162-BAF909CD4275}" type="presParOf" srcId="{A18907AD-34F8-4DDC-BFA2-0860D5BECA8C}" destId="{39F58D98-06E7-4DC8-812C-3CB971602346}" srcOrd="2" destOrd="0" presId="urn:microsoft.com/office/officeart/2018/5/layout/IconCircleLabelList"/>
    <dgm:cxn modelId="{B66D7B07-C4EC-4EBC-B8CF-4AC8483B395C}" type="presParOf" srcId="{A18907AD-34F8-4DDC-BFA2-0860D5BECA8C}" destId="{7A3F0361-FFAD-49B7-ABF0-54A76B58170C}" srcOrd="3" destOrd="0" presId="urn:microsoft.com/office/officeart/2018/5/layout/IconCircleLabelList"/>
    <dgm:cxn modelId="{D0FA3751-FC9F-40EF-86ED-2CF5481BBC6F}" type="presParOf" srcId="{CF3CBB4E-CE94-4DB0-9F6D-26720F1CC89D}" destId="{ED58EE15-2487-4C52-A005-D8365DB968E4}" srcOrd="1" destOrd="0" presId="urn:microsoft.com/office/officeart/2018/5/layout/IconCircleLabelList"/>
    <dgm:cxn modelId="{B719149F-C9BE-4532-80A9-711B43E1D3A0}" type="presParOf" srcId="{CF3CBB4E-CE94-4DB0-9F6D-26720F1CC89D}" destId="{7939637B-F5DC-4B15-8B61-49610B7B273D}" srcOrd="2" destOrd="0" presId="urn:microsoft.com/office/officeart/2018/5/layout/IconCircleLabelList"/>
    <dgm:cxn modelId="{2BB84D61-DAFF-4719-BD3F-B51BAF27BA57}" type="presParOf" srcId="{7939637B-F5DC-4B15-8B61-49610B7B273D}" destId="{31E56E9D-C7F9-42FF-9B7D-60AEBC95914A}" srcOrd="0" destOrd="0" presId="urn:microsoft.com/office/officeart/2018/5/layout/IconCircleLabelList"/>
    <dgm:cxn modelId="{CC5AF7A8-16ED-4708-A1E1-AD3D8FF72B84}" type="presParOf" srcId="{7939637B-F5DC-4B15-8B61-49610B7B273D}" destId="{1DCA213C-7FFE-4D63-AA3F-BC89DC6E3A2E}" srcOrd="1" destOrd="0" presId="urn:microsoft.com/office/officeart/2018/5/layout/IconCircleLabelList"/>
    <dgm:cxn modelId="{8F9AB934-66CA-402F-98A3-BA061A86F1A1}" type="presParOf" srcId="{7939637B-F5DC-4B15-8B61-49610B7B273D}" destId="{2E81D6DD-22B4-4010-952B-0414C1F59479}" srcOrd="2" destOrd="0" presId="urn:microsoft.com/office/officeart/2018/5/layout/IconCircleLabelList"/>
    <dgm:cxn modelId="{22F98FE8-C004-4520-995C-6383123AE190}" type="presParOf" srcId="{7939637B-F5DC-4B15-8B61-49610B7B273D}" destId="{6B1F70C8-1D14-40BC-9A3D-4E78CE382D81}" srcOrd="3" destOrd="0" presId="urn:microsoft.com/office/officeart/2018/5/layout/IconCircleLabelList"/>
    <dgm:cxn modelId="{BF78EE27-0FF7-43B8-A0BD-D642D0C4E16F}" type="presParOf" srcId="{CF3CBB4E-CE94-4DB0-9F6D-26720F1CC89D}" destId="{96390B9F-BE46-4222-84C2-AD4C67FDBBAA}" srcOrd="3" destOrd="0" presId="urn:microsoft.com/office/officeart/2018/5/layout/IconCircleLabelList"/>
    <dgm:cxn modelId="{BD53C444-85DB-423E-9116-9FAA78C3645F}" type="presParOf" srcId="{CF3CBB4E-CE94-4DB0-9F6D-26720F1CC89D}" destId="{3985C8FE-9B0C-4056-B378-FE6E2FFF3663}" srcOrd="4" destOrd="0" presId="urn:microsoft.com/office/officeart/2018/5/layout/IconCircleLabelList"/>
    <dgm:cxn modelId="{9D37E517-B795-4A3F-833F-DF78AEA6FDEC}" type="presParOf" srcId="{3985C8FE-9B0C-4056-B378-FE6E2FFF3663}" destId="{6B617307-8542-4E8B-9519-71805571DEFD}" srcOrd="0" destOrd="0" presId="urn:microsoft.com/office/officeart/2018/5/layout/IconCircleLabelList"/>
    <dgm:cxn modelId="{419A9CE0-4CE6-47EB-A609-333698AD1F13}" type="presParOf" srcId="{3985C8FE-9B0C-4056-B378-FE6E2FFF3663}" destId="{968167BA-00E3-472D-AAD9-B795015D8F79}" srcOrd="1" destOrd="0" presId="urn:microsoft.com/office/officeart/2018/5/layout/IconCircleLabelList"/>
    <dgm:cxn modelId="{625ADAEA-2426-4C50-A66D-F00BC0F7221C}" type="presParOf" srcId="{3985C8FE-9B0C-4056-B378-FE6E2FFF3663}" destId="{18F143AB-255F-4280-9644-BBB8888981C0}" srcOrd="2" destOrd="0" presId="urn:microsoft.com/office/officeart/2018/5/layout/IconCircleLabelList"/>
    <dgm:cxn modelId="{11B01292-8B19-47D2-8A9C-478F64FC2CBC}" type="presParOf" srcId="{3985C8FE-9B0C-4056-B378-FE6E2FFF3663}" destId="{71BA1D8D-1951-4E5C-8AE2-55B3677AA19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D00788-926D-4E6E-AC00-B0F93770411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6014350A-3E53-4BB5-BE72-8C8B2DF4126B}">
      <dgm:prSet/>
      <dgm:spPr/>
      <dgm:t>
        <a:bodyPr/>
        <a:lstStyle/>
        <a:p>
          <a:r>
            <a:rPr lang="en-US" dirty="0"/>
            <a:t>Customer Value</a:t>
          </a:r>
        </a:p>
      </dgm:t>
    </dgm:pt>
    <dgm:pt modelId="{C9C19B5B-1582-4F3A-9271-9D9F2E6D893C}" type="parTrans" cxnId="{403CC4E9-3D04-4B77-9685-B98C0CFC6483}">
      <dgm:prSet/>
      <dgm:spPr/>
      <dgm:t>
        <a:bodyPr/>
        <a:lstStyle/>
        <a:p>
          <a:endParaRPr lang="en-US"/>
        </a:p>
      </dgm:t>
    </dgm:pt>
    <dgm:pt modelId="{94D0C9A1-EACA-40CB-A43B-9E93F9E450D8}" type="sibTrans" cxnId="{403CC4E9-3D04-4B77-9685-B98C0CFC6483}">
      <dgm:prSet/>
      <dgm:spPr/>
      <dgm:t>
        <a:bodyPr/>
        <a:lstStyle/>
        <a:p>
          <a:endParaRPr lang="en-US"/>
        </a:p>
      </dgm:t>
    </dgm:pt>
    <dgm:pt modelId="{1EFF893E-067C-4E19-BD37-AB558E0DFCC1}">
      <dgm:prSet/>
      <dgm:spPr/>
      <dgm:t>
        <a:bodyPr/>
        <a:lstStyle/>
        <a:p>
          <a:r>
            <a:rPr lang="en-US" dirty="0"/>
            <a:t>Business Value</a:t>
          </a:r>
        </a:p>
      </dgm:t>
    </dgm:pt>
    <dgm:pt modelId="{EBB6BC28-542A-4E32-8930-797C91832467}" type="parTrans" cxnId="{1AB62A04-E8DA-4EFF-8267-C984F76C8119}">
      <dgm:prSet/>
      <dgm:spPr/>
      <dgm:t>
        <a:bodyPr/>
        <a:lstStyle/>
        <a:p>
          <a:endParaRPr lang="en-US"/>
        </a:p>
      </dgm:t>
    </dgm:pt>
    <dgm:pt modelId="{A88075F4-71C2-475B-8837-0AD1FBF300E6}" type="sibTrans" cxnId="{1AB62A04-E8DA-4EFF-8267-C984F76C8119}">
      <dgm:prSet/>
      <dgm:spPr/>
      <dgm:t>
        <a:bodyPr/>
        <a:lstStyle/>
        <a:p>
          <a:endParaRPr lang="en-US"/>
        </a:p>
      </dgm:t>
    </dgm:pt>
    <dgm:pt modelId="{2449F7F7-7211-4D1B-A6C5-BBAF35BE779D}" type="pres">
      <dgm:prSet presAssocID="{D0D00788-926D-4E6E-AC00-B0F93770411E}" presName="root" presStyleCnt="0">
        <dgm:presLayoutVars>
          <dgm:dir/>
          <dgm:resizeHandles val="exact"/>
        </dgm:presLayoutVars>
      </dgm:prSet>
      <dgm:spPr/>
    </dgm:pt>
    <dgm:pt modelId="{38C9951E-C37A-4C45-9232-BD251C261666}" type="pres">
      <dgm:prSet presAssocID="{6014350A-3E53-4BB5-BE72-8C8B2DF4126B}" presName="compNode" presStyleCnt="0"/>
      <dgm:spPr/>
    </dgm:pt>
    <dgm:pt modelId="{491993CC-1F90-461E-BF26-6C21260FDB8B}" type="pres">
      <dgm:prSet presAssocID="{6014350A-3E53-4BB5-BE72-8C8B2DF4126B}"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arget Audience with solid fill"/>
        </a:ext>
      </dgm:extLst>
    </dgm:pt>
    <dgm:pt modelId="{7785E3F8-F440-4B3B-BF09-2891E04E015E}" type="pres">
      <dgm:prSet presAssocID="{6014350A-3E53-4BB5-BE72-8C8B2DF4126B}" presName="spaceRect" presStyleCnt="0"/>
      <dgm:spPr/>
    </dgm:pt>
    <dgm:pt modelId="{3D27C315-2AAD-41BD-9CBF-E28BB5114569}" type="pres">
      <dgm:prSet presAssocID="{6014350A-3E53-4BB5-BE72-8C8B2DF4126B}" presName="textRect" presStyleLbl="revTx" presStyleIdx="0" presStyleCnt="2">
        <dgm:presLayoutVars>
          <dgm:chMax val="1"/>
          <dgm:chPref val="1"/>
        </dgm:presLayoutVars>
      </dgm:prSet>
      <dgm:spPr/>
    </dgm:pt>
    <dgm:pt modelId="{3482E844-910E-4F2B-80A4-60F6BD9BF7A6}" type="pres">
      <dgm:prSet presAssocID="{94D0C9A1-EACA-40CB-A43B-9E93F9E450D8}" presName="sibTrans" presStyleCnt="0"/>
      <dgm:spPr/>
    </dgm:pt>
    <dgm:pt modelId="{4B93007B-2158-44F5-BD5F-33134576A290}" type="pres">
      <dgm:prSet presAssocID="{1EFF893E-067C-4E19-BD37-AB558E0DFCC1}" presName="compNode" presStyleCnt="0"/>
      <dgm:spPr/>
    </dgm:pt>
    <dgm:pt modelId="{7180086A-1C4E-4573-AC7E-104E86CCEB54}" type="pres">
      <dgm:prSet presAssocID="{1EFF893E-067C-4E19-BD37-AB558E0DFCC1}"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709E6DE2-C756-4AAD-B14C-FCED5923CA7D}" type="pres">
      <dgm:prSet presAssocID="{1EFF893E-067C-4E19-BD37-AB558E0DFCC1}" presName="spaceRect" presStyleCnt="0"/>
      <dgm:spPr/>
    </dgm:pt>
    <dgm:pt modelId="{2184C1A0-18A9-4BDD-BDAD-29107C7FA1EC}" type="pres">
      <dgm:prSet presAssocID="{1EFF893E-067C-4E19-BD37-AB558E0DFCC1}" presName="textRect" presStyleLbl="revTx" presStyleIdx="1" presStyleCnt="2">
        <dgm:presLayoutVars>
          <dgm:chMax val="1"/>
          <dgm:chPref val="1"/>
        </dgm:presLayoutVars>
      </dgm:prSet>
      <dgm:spPr/>
    </dgm:pt>
  </dgm:ptLst>
  <dgm:cxnLst>
    <dgm:cxn modelId="{1AB62A04-E8DA-4EFF-8267-C984F76C8119}" srcId="{D0D00788-926D-4E6E-AC00-B0F93770411E}" destId="{1EFF893E-067C-4E19-BD37-AB558E0DFCC1}" srcOrd="1" destOrd="0" parTransId="{EBB6BC28-542A-4E32-8930-797C91832467}" sibTransId="{A88075F4-71C2-475B-8837-0AD1FBF300E6}"/>
    <dgm:cxn modelId="{90E25C5E-F908-40A1-BFA2-C510E99091F6}" type="presOf" srcId="{6014350A-3E53-4BB5-BE72-8C8B2DF4126B}" destId="{3D27C315-2AAD-41BD-9CBF-E28BB5114569}" srcOrd="0" destOrd="0" presId="urn:microsoft.com/office/officeart/2018/2/layout/IconLabelList"/>
    <dgm:cxn modelId="{09420068-91BE-4A09-9CF8-4273257589F5}" type="presOf" srcId="{D0D00788-926D-4E6E-AC00-B0F93770411E}" destId="{2449F7F7-7211-4D1B-A6C5-BBAF35BE779D}" srcOrd="0" destOrd="0" presId="urn:microsoft.com/office/officeart/2018/2/layout/IconLabelList"/>
    <dgm:cxn modelId="{9A20FD95-AE45-4FD0-9244-7FC45F536005}" type="presOf" srcId="{1EFF893E-067C-4E19-BD37-AB558E0DFCC1}" destId="{2184C1A0-18A9-4BDD-BDAD-29107C7FA1EC}" srcOrd="0" destOrd="0" presId="urn:microsoft.com/office/officeart/2018/2/layout/IconLabelList"/>
    <dgm:cxn modelId="{403CC4E9-3D04-4B77-9685-B98C0CFC6483}" srcId="{D0D00788-926D-4E6E-AC00-B0F93770411E}" destId="{6014350A-3E53-4BB5-BE72-8C8B2DF4126B}" srcOrd="0" destOrd="0" parTransId="{C9C19B5B-1582-4F3A-9271-9D9F2E6D893C}" sibTransId="{94D0C9A1-EACA-40CB-A43B-9E93F9E450D8}"/>
    <dgm:cxn modelId="{13C6133E-54A0-416F-9A64-16FD3C446D6B}" type="presParOf" srcId="{2449F7F7-7211-4D1B-A6C5-BBAF35BE779D}" destId="{38C9951E-C37A-4C45-9232-BD251C261666}" srcOrd="0" destOrd="0" presId="urn:microsoft.com/office/officeart/2018/2/layout/IconLabelList"/>
    <dgm:cxn modelId="{BA7A1B11-BCFC-4D20-837E-375BDB80EF8C}" type="presParOf" srcId="{38C9951E-C37A-4C45-9232-BD251C261666}" destId="{491993CC-1F90-461E-BF26-6C21260FDB8B}" srcOrd="0" destOrd="0" presId="urn:microsoft.com/office/officeart/2018/2/layout/IconLabelList"/>
    <dgm:cxn modelId="{4D5B7D14-E73F-4E3F-AABE-A5530C50847D}" type="presParOf" srcId="{38C9951E-C37A-4C45-9232-BD251C261666}" destId="{7785E3F8-F440-4B3B-BF09-2891E04E015E}" srcOrd="1" destOrd="0" presId="urn:microsoft.com/office/officeart/2018/2/layout/IconLabelList"/>
    <dgm:cxn modelId="{1294A1FC-64ED-4967-BD0A-2D230C40C2D8}" type="presParOf" srcId="{38C9951E-C37A-4C45-9232-BD251C261666}" destId="{3D27C315-2AAD-41BD-9CBF-E28BB5114569}" srcOrd="2" destOrd="0" presId="urn:microsoft.com/office/officeart/2018/2/layout/IconLabelList"/>
    <dgm:cxn modelId="{CBF8E3CA-BF91-44A2-A521-C794FB7AAA61}" type="presParOf" srcId="{2449F7F7-7211-4D1B-A6C5-BBAF35BE779D}" destId="{3482E844-910E-4F2B-80A4-60F6BD9BF7A6}" srcOrd="1" destOrd="0" presId="urn:microsoft.com/office/officeart/2018/2/layout/IconLabelList"/>
    <dgm:cxn modelId="{CCD53988-B236-426D-976B-74724071CFB1}" type="presParOf" srcId="{2449F7F7-7211-4D1B-A6C5-BBAF35BE779D}" destId="{4B93007B-2158-44F5-BD5F-33134576A290}" srcOrd="2" destOrd="0" presId="urn:microsoft.com/office/officeart/2018/2/layout/IconLabelList"/>
    <dgm:cxn modelId="{7DB60755-8EE2-440A-8F7B-3334F67B7F19}" type="presParOf" srcId="{4B93007B-2158-44F5-BD5F-33134576A290}" destId="{7180086A-1C4E-4573-AC7E-104E86CCEB54}" srcOrd="0" destOrd="0" presId="urn:microsoft.com/office/officeart/2018/2/layout/IconLabelList"/>
    <dgm:cxn modelId="{5A9B35FD-A9E8-47ED-B572-10843F67F881}" type="presParOf" srcId="{4B93007B-2158-44F5-BD5F-33134576A290}" destId="{709E6DE2-C756-4AAD-B14C-FCED5923CA7D}" srcOrd="1" destOrd="0" presId="urn:microsoft.com/office/officeart/2018/2/layout/IconLabelList"/>
    <dgm:cxn modelId="{1D34E904-CA08-433D-AE95-F7F2D5844951}" type="presParOf" srcId="{4B93007B-2158-44F5-BD5F-33134576A290}" destId="{2184C1A0-18A9-4BDD-BDAD-29107C7FA1E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B65FED-324D-754B-8CEE-5F52C560773E}" type="doc">
      <dgm:prSet loTypeId="urn:microsoft.com/office/officeart/2005/8/layout/radial5" loCatId="" qsTypeId="urn:microsoft.com/office/officeart/2005/8/quickstyle/simple1" qsCatId="simple" csTypeId="urn:microsoft.com/office/officeart/2005/8/colors/accent1_2" csCatId="accent1" phldr="1"/>
      <dgm:spPr/>
      <dgm:t>
        <a:bodyPr/>
        <a:lstStyle/>
        <a:p>
          <a:endParaRPr lang="en-GB"/>
        </a:p>
      </dgm:t>
    </dgm:pt>
    <dgm:pt modelId="{9BCC2FA1-FD52-7E4B-8C98-F39F1355D906}">
      <dgm:prSet phldrT="[Text]" custT="1"/>
      <dgm:spPr>
        <a:solidFill>
          <a:schemeClr val="accent1"/>
        </a:solidFill>
        <a:ln>
          <a:solidFill>
            <a:schemeClr val="tx2"/>
          </a:solidFill>
        </a:ln>
      </dgm:spPr>
      <dgm:t>
        <a:bodyPr/>
        <a:lstStyle/>
        <a:p>
          <a:r>
            <a:rPr lang="en-GB" sz="1200" b="1" dirty="0">
              <a:solidFill>
                <a:schemeClr val="bg1"/>
              </a:solidFill>
              <a:latin typeface="Avenir Book" panose="02000503020000020003" pitchFamily="2" charset="0"/>
            </a:rPr>
            <a:t>Stakeholder Engagement</a:t>
          </a:r>
        </a:p>
      </dgm:t>
    </dgm:pt>
    <dgm:pt modelId="{9D734E26-91A8-0A48-AB16-322F29086129}" type="parTrans" cxnId="{FE313BC2-BB8C-6741-A6E9-FF2DB49A3EE8}">
      <dgm:prSet/>
      <dgm:spPr/>
      <dgm:t>
        <a:bodyPr/>
        <a:lstStyle/>
        <a:p>
          <a:endParaRPr lang="en-GB">
            <a:latin typeface="Avenir Book" panose="02000503020000020003" pitchFamily="2" charset="0"/>
          </a:endParaRPr>
        </a:p>
      </dgm:t>
    </dgm:pt>
    <dgm:pt modelId="{14A7FB55-3539-644C-9344-52383DEED5A4}" type="sibTrans" cxnId="{FE313BC2-BB8C-6741-A6E9-FF2DB49A3EE8}">
      <dgm:prSet/>
      <dgm:spPr/>
      <dgm:t>
        <a:bodyPr/>
        <a:lstStyle/>
        <a:p>
          <a:endParaRPr lang="en-GB">
            <a:latin typeface="Avenir Book" panose="02000503020000020003" pitchFamily="2" charset="0"/>
          </a:endParaRPr>
        </a:p>
      </dgm:t>
    </dgm:pt>
    <dgm:pt modelId="{0563576D-E598-AA42-A1D4-BCD926281404}">
      <dgm:prSet phldrT="[Text]" custT="1"/>
      <dgm:spPr>
        <a:solidFill>
          <a:schemeClr val="bg1"/>
        </a:solidFill>
        <a:ln w="38100">
          <a:solidFill>
            <a:schemeClr val="accent1"/>
          </a:solidFill>
        </a:ln>
      </dgm:spPr>
      <dgm:t>
        <a:bodyPr/>
        <a:lstStyle/>
        <a:p>
          <a:r>
            <a:rPr lang="en-GB" sz="1200" dirty="0">
              <a:solidFill>
                <a:schemeClr val="tx2"/>
              </a:solidFill>
              <a:latin typeface="Avenir Book" panose="02000503020000020003" pitchFamily="2" charset="0"/>
            </a:rPr>
            <a:t>Product Strategy</a:t>
          </a:r>
        </a:p>
      </dgm:t>
    </dgm:pt>
    <dgm:pt modelId="{D7830EA4-63AE-1B46-ABF2-4E29B7BFC69E}" type="parTrans" cxnId="{FDFD59F5-CA04-2747-B9E3-4FB9B2D42421}">
      <dgm:prSet/>
      <dgm:spPr>
        <a:solidFill>
          <a:schemeClr val="accent1"/>
        </a:solidFill>
      </dgm:spPr>
      <dgm:t>
        <a:bodyPr/>
        <a:lstStyle/>
        <a:p>
          <a:endParaRPr lang="en-GB">
            <a:latin typeface="Avenir Book" panose="02000503020000020003" pitchFamily="2" charset="0"/>
          </a:endParaRPr>
        </a:p>
      </dgm:t>
    </dgm:pt>
    <dgm:pt modelId="{CC781798-ECE7-B14D-8042-1DABFA2A5BF8}" type="sibTrans" cxnId="{FDFD59F5-CA04-2747-B9E3-4FB9B2D42421}">
      <dgm:prSet/>
      <dgm:spPr/>
      <dgm:t>
        <a:bodyPr/>
        <a:lstStyle/>
        <a:p>
          <a:endParaRPr lang="en-GB">
            <a:latin typeface="Avenir Book" panose="02000503020000020003" pitchFamily="2" charset="0"/>
          </a:endParaRPr>
        </a:p>
      </dgm:t>
    </dgm:pt>
    <dgm:pt modelId="{87A3BBF2-43A5-0446-96BC-7EB603B2AB7D}">
      <dgm:prSet phldrT="[Text]" custT="1"/>
      <dgm:spPr>
        <a:solidFill>
          <a:schemeClr val="bg1"/>
        </a:solidFill>
        <a:ln w="38100">
          <a:solidFill>
            <a:schemeClr val="accent1"/>
          </a:solidFill>
        </a:ln>
      </dgm:spPr>
      <dgm:t>
        <a:bodyPr/>
        <a:lstStyle/>
        <a:p>
          <a:r>
            <a:rPr lang="en-GB" sz="1200" dirty="0">
              <a:solidFill>
                <a:schemeClr val="tx2"/>
              </a:solidFill>
              <a:latin typeface="Avenir Book" panose="02000503020000020003" pitchFamily="2" charset="0"/>
            </a:rPr>
            <a:t>Development</a:t>
          </a:r>
        </a:p>
      </dgm:t>
    </dgm:pt>
    <dgm:pt modelId="{63AC3CCB-9C31-3944-873A-04646902AEA8}" type="parTrans" cxnId="{77FB15F4-FF08-F143-8ACB-FB7C83B53592}">
      <dgm:prSet/>
      <dgm:spPr>
        <a:solidFill>
          <a:schemeClr val="accent1"/>
        </a:solidFill>
      </dgm:spPr>
      <dgm:t>
        <a:bodyPr/>
        <a:lstStyle/>
        <a:p>
          <a:endParaRPr lang="en-GB">
            <a:latin typeface="Avenir Book" panose="02000503020000020003" pitchFamily="2" charset="0"/>
          </a:endParaRPr>
        </a:p>
      </dgm:t>
    </dgm:pt>
    <dgm:pt modelId="{A0DB31BA-9DA5-6647-9555-2D28AAA8D699}" type="sibTrans" cxnId="{77FB15F4-FF08-F143-8ACB-FB7C83B53592}">
      <dgm:prSet/>
      <dgm:spPr/>
      <dgm:t>
        <a:bodyPr/>
        <a:lstStyle/>
        <a:p>
          <a:endParaRPr lang="en-GB">
            <a:latin typeface="Avenir Book" panose="02000503020000020003" pitchFamily="2" charset="0"/>
          </a:endParaRPr>
        </a:p>
      </dgm:t>
    </dgm:pt>
    <dgm:pt modelId="{D3C5CC3D-2C8B-B343-8ECD-36BFC31F5C69}">
      <dgm:prSet phldrT="[Text]" custT="1"/>
      <dgm:spPr>
        <a:solidFill>
          <a:schemeClr val="bg1"/>
        </a:solidFill>
        <a:ln w="38100">
          <a:solidFill>
            <a:schemeClr val="accent1"/>
          </a:solidFill>
        </a:ln>
      </dgm:spPr>
      <dgm:t>
        <a:bodyPr/>
        <a:lstStyle/>
        <a:p>
          <a:r>
            <a:rPr lang="en-GB" sz="1200" dirty="0">
              <a:solidFill>
                <a:schemeClr val="tx2"/>
              </a:solidFill>
              <a:latin typeface="Avenir Book" panose="02000503020000020003" pitchFamily="2" charset="0"/>
            </a:rPr>
            <a:t>Go To Market</a:t>
          </a:r>
        </a:p>
      </dgm:t>
    </dgm:pt>
    <dgm:pt modelId="{13DE9A80-B10E-AC4E-8AF4-E8ED04B9F090}" type="parTrans" cxnId="{01F8BEBE-1802-F549-8442-9A586CAB3EAB}">
      <dgm:prSet/>
      <dgm:spPr>
        <a:solidFill>
          <a:schemeClr val="accent1"/>
        </a:solidFill>
      </dgm:spPr>
      <dgm:t>
        <a:bodyPr/>
        <a:lstStyle/>
        <a:p>
          <a:endParaRPr lang="en-GB">
            <a:latin typeface="Avenir Book" panose="02000503020000020003" pitchFamily="2" charset="0"/>
          </a:endParaRPr>
        </a:p>
      </dgm:t>
    </dgm:pt>
    <dgm:pt modelId="{044965D0-1C8B-3C48-BCC3-6FBDF4B0A473}" type="sibTrans" cxnId="{01F8BEBE-1802-F549-8442-9A586CAB3EAB}">
      <dgm:prSet/>
      <dgm:spPr/>
      <dgm:t>
        <a:bodyPr/>
        <a:lstStyle/>
        <a:p>
          <a:endParaRPr lang="en-GB">
            <a:latin typeface="Avenir Book" panose="02000503020000020003" pitchFamily="2" charset="0"/>
          </a:endParaRPr>
        </a:p>
      </dgm:t>
    </dgm:pt>
    <dgm:pt modelId="{8D498F73-B04A-784C-8E43-CD25A0BB1656}" type="pres">
      <dgm:prSet presAssocID="{F1B65FED-324D-754B-8CEE-5F52C560773E}" presName="Name0" presStyleCnt="0">
        <dgm:presLayoutVars>
          <dgm:chMax val="1"/>
          <dgm:dir/>
          <dgm:animLvl val="ctr"/>
          <dgm:resizeHandles val="exact"/>
        </dgm:presLayoutVars>
      </dgm:prSet>
      <dgm:spPr/>
    </dgm:pt>
    <dgm:pt modelId="{A1427F70-58A5-8E4D-ABDC-C2CA95CA5030}" type="pres">
      <dgm:prSet presAssocID="{9BCC2FA1-FD52-7E4B-8C98-F39F1355D906}" presName="centerShape" presStyleLbl="node0" presStyleIdx="0" presStyleCnt="1" custScaleX="129353" custScaleY="129353"/>
      <dgm:spPr/>
    </dgm:pt>
    <dgm:pt modelId="{31038243-16F6-C949-8701-E74ABAC361B6}" type="pres">
      <dgm:prSet presAssocID="{D7830EA4-63AE-1B46-ABF2-4E29B7BFC69E}" presName="parTrans" presStyleLbl="sibTrans2D1" presStyleIdx="0" presStyleCnt="3"/>
      <dgm:spPr>
        <a:prstGeom prst="leftRightArrow">
          <a:avLst/>
        </a:prstGeom>
      </dgm:spPr>
    </dgm:pt>
    <dgm:pt modelId="{B78CEAEB-B15E-7B4B-A2AB-F3AFE923B044}" type="pres">
      <dgm:prSet presAssocID="{D7830EA4-63AE-1B46-ABF2-4E29B7BFC69E}" presName="connectorText" presStyleLbl="sibTrans2D1" presStyleIdx="0" presStyleCnt="3"/>
      <dgm:spPr/>
    </dgm:pt>
    <dgm:pt modelId="{EAAF19F2-E71A-2F49-940F-62B47DE4F79A}" type="pres">
      <dgm:prSet presAssocID="{0563576D-E598-AA42-A1D4-BCD926281404}" presName="node" presStyleLbl="node1" presStyleIdx="0" presStyleCnt="3" custScaleX="107047" custScaleY="107047">
        <dgm:presLayoutVars>
          <dgm:bulletEnabled val="1"/>
        </dgm:presLayoutVars>
      </dgm:prSet>
      <dgm:spPr/>
    </dgm:pt>
    <dgm:pt modelId="{B95657F3-AC0B-C240-BB04-2FDE173FF87C}" type="pres">
      <dgm:prSet presAssocID="{63AC3CCB-9C31-3944-873A-04646902AEA8}" presName="parTrans" presStyleLbl="sibTrans2D1" presStyleIdx="1" presStyleCnt="3"/>
      <dgm:spPr>
        <a:prstGeom prst="leftRightArrow">
          <a:avLst/>
        </a:prstGeom>
      </dgm:spPr>
    </dgm:pt>
    <dgm:pt modelId="{BEB7001E-E83C-C94D-BC55-7597F7B8EF18}" type="pres">
      <dgm:prSet presAssocID="{63AC3CCB-9C31-3944-873A-04646902AEA8}" presName="connectorText" presStyleLbl="sibTrans2D1" presStyleIdx="1" presStyleCnt="3"/>
      <dgm:spPr/>
    </dgm:pt>
    <dgm:pt modelId="{ACA4703E-F99C-1249-A6BD-865170015FAF}" type="pres">
      <dgm:prSet presAssocID="{87A3BBF2-43A5-0446-96BC-7EB603B2AB7D}" presName="node" presStyleLbl="node1" presStyleIdx="1" presStyleCnt="3" custScaleX="107047" custScaleY="107047">
        <dgm:presLayoutVars>
          <dgm:bulletEnabled val="1"/>
        </dgm:presLayoutVars>
      </dgm:prSet>
      <dgm:spPr/>
    </dgm:pt>
    <dgm:pt modelId="{5A383191-7DA3-794F-8D11-2246E12CD6B0}" type="pres">
      <dgm:prSet presAssocID="{13DE9A80-B10E-AC4E-8AF4-E8ED04B9F090}" presName="parTrans" presStyleLbl="sibTrans2D1" presStyleIdx="2" presStyleCnt="3"/>
      <dgm:spPr>
        <a:prstGeom prst="leftRightArrow">
          <a:avLst/>
        </a:prstGeom>
      </dgm:spPr>
    </dgm:pt>
    <dgm:pt modelId="{14586266-49F0-5446-B290-A5C59CA152EF}" type="pres">
      <dgm:prSet presAssocID="{13DE9A80-B10E-AC4E-8AF4-E8ED04B9F090}" presName="connectorText" presStyleLbl="sibTrans2D1" presStyleIdx="2" presStyleCnt="3"/>
      <dgm:spPr/>
    </dgm:pt>
    <dgm:pt modelId="{96EE0203-FB12-804E-8848-9CCE54C4482F}" type="pres">
      <dgm:prSet presAssocID="{D3C5CC3D-2C8B-B343-8ECD-36BFC31F5C69}" presName="node" presStyleLbl="node1" presStyleIdx="2" presStyleCnt="3" custScaleX="107047" custScaleY="107047">
        <dgm:presLayoutVars>
          <dgm:bulletEnabled val="1"/>
        </dgm:presLayoutVars>
      </dgm:prSet>
      <dgm:spPr/>
    </dgm:pt>
  </dgm:ptLst>
  <dgm:cxnLst>
    <dgm:cxn modelId="{A8A4B617-5C1F-8848-8A34-6ED8B7886B37}" type="presOf" srcId="{63AC3CCB-9C31-3944-873A-04646902AEA8}" destId="{BEB7001E-E83C-C94D-BC55-7597F7B8EF18}" srcOrd="1" destOrd="0" presId="urn:microsoft.com/office/officeart/2005/8/layout/radial5"/>
    <dgm:cxn modelId="{90945C1E-0F5E-554A-9249-F73CB4FFAB24}" type="presOf" srcId="{13DE9A80-B10E-AC4E-8AF4-E8ED04B9F090}" destId="{14586266-49F0-5446-B290-A5C59CA152EF}" srcOrd="1" destOrd="0" presId="urn:microsoft.com/office/officeart/2005/8/layout/radial5"/>
    <dgm:cxn modelId="{A95BDC57-36E5-0F44-9488-11899914B443}" type="presOf" srcId="{D3C5CC3D-2C8B-B343-8ECD-36BFC31F5C69}" destId="{96EE0203-FB12-804E-8848-9CCE54C4482F}" srcOrd="0" destOrd="0" presId="urn:microsoft.com/office/officeart/2005/8/layout/radial5"/>
    <dgm:cxn modelId="{3EA4F479-B099-3A41-B266-98217B728D28}" type="presOf" srcId="{13DE9A80-B10E-AC4E-8AF4-E8ED04B9F090}" destId="{5A383191-7DA3-794F-8D11-2246E12CD6B0}" srcOrd="0" destOrd="0" presId="urn:microsoft.com/office/officeart/2005/8/layout/radial5"/>
    <dgm:cxn modelId="{ED702F81-5232-404D-BE70-350A7D618A00}" type="presOf" srcId="{63AC3CCB-9C31-3944-873A-04646902AEA8}" destId="{B95657F3-AC0B-C240-BB04-2FDE173FF87C}" srcOrd="0" destOrd="0" presId="urn:microsoft.com/office/officeart/2005/8/layout/radial5"/>
    <dgm:cxn modelId="{5FFFDD86-3287-FF4F-A526-4FC227CD7F78}" type="presOf" srcId="{F1B65FED-324D-754B-8CEE-5F52C560773E}" destId="{8D498F73-B04A-784C-8E43-CD25A0BB1656}" srcOrd="0" destOrd="0" presId="urn:microsoft.com/office/officeart/2005/8/layout/radial5"/>
    <dgm:cxn modelId="{D42B20BE-D8C3-7746-A218-DF4E3E07C09A}" type="presOf" srcId="{D7830EA4-63AE-1B46-ABF2-4E29B7BFC69E}" destId="{B78CEAEB-B15E-7B4B-A2AB-F3AFE923B044}" srcOrd="1" destOrd="0" presId="urn:microsoft.com/office/officeart/2005/8/layout/radial5"/>
    <dgm:cxn modelId="{01F8BEBE-1802-F549-8442-9A586CAB3EAB}" srcId="{9BCC2FA1-FD52-7E4B-8C98-F39F1355D906}" destId="{D3C5CC3D-2C8B-B343-8ECD-36BFC31F5C69}" srcOrd="2" destOrd="0" parTransId="{13DE9A80-B10E-AC4E-8AF4-E8ED04B9F090}" sibTransId="{044965D0-1C8B-3C48-BCC3-6FBDF4B0A473}"/>
    <dgm:cxn modelId="{FE313BC2-BB8C-6741-A6E9-FF2DB49A3EE8}" srcId="{F1B65FED-324D-754B-8CEE-5F52C560773E}" destId="{9BCC2FA1-FD52-7E4B-8C98-F39F1355D906}" srcOrd="0" destOrd="0" parTransId="{9D734E26-91A8-0A48-AB16-322F29086129}" sibTransId="{14A7FB55-3539-644C-9344-52383DEED5A4}"/>
    <dgm:cxn modelId="{A7E550CA-7F26-8747-B550-B3C2231BF8AB}" type="presOf" srcId="{D7830EA4-63AE-1B46-ABF2-4E29B7BFC69E}" destId="{31038243-16F6-C949-8701-E74ABAC361B6}" srcOrd="0" destOrd="0" presId="urn:microsoft.com/office/officeart/2005/8/layout/radial5"/>
    <dgm:cxn modelId="{9F35C6DA-4DC2-BA47-8669-2394CEDE6CFF}" type="presOf" srcId="{0563576D-E598-AA42-A1D4-BCD926281404}" destId="{EAAF19F2-E71A-2F49-940F-62B47DE4F79A}" srcOrd="0" destOrd="0" presId="urn:microsoft.com/office/officeart/2005/8/layout/radial5"/>
    <dgm:cxn modelId="{F833BCE3-7AB3-3C45-8C1E-C125460AE269}" type="presOf" srcId="{87A3BBF2-43A5-0446-96BC-7EB603B2AB7D}" destId="{ACA4703E-F99C-1249-A6BD-865170015FAF}" srcOrd="0" destOrd="0" presId="urn:microsoft.com/office/officeart/2005/8/layout/radial5"/>
    <dgm:cxn modelId="{77FB15F4-FF08-F143-8ACB-FB7C83B53592}" srcId="{9BCC2FA1-FD52-7E4B-8C98-F39F1355D906}" destId="{87A3BBF2-43A5-0446-96BC-7EB603B2AB7D}" srcOrd="1" destOrd="0" parTransId="{63AC3CCB-9C31-3944-873A-04646902AEA8}" sibTransId="{A0DB31BA-9DA5-6647-9555-2D28AAA8D699}"/>
    <dgm:cxn modelId="{FDFD59F5-CA04-2747-B9E3-4FB9B2D42421}" srcId="{9BCC2FA1-FD52-7E4B-8C98-F39F1355D906}" destId="{0563576D-E598-AA42-A1D4-BCD926281404}" srcOrd="0" destOrd="0" parTransId="{D7830EA4-63AE-1B46-ABF2-4E29B7BFC69E}" sibTransId="{CC781798-ECE7-B14D-8042-1DABFA2A5BF8}"/>
    <dgm:cxn modelId="{6C4F67F5-F71D-9240-9532-317EAE707A85}" type="presOf" srcId="{9BCC2FA1-FD52-7E4B-8C98-F39F1355D906}" destId="{A1427F70-58A5-8E4D-ABDC-C2CA95CA5030}" srcOrd="0" destOrd="0" presId="urn:microsoft.com/office/officeart/2005/8/layout/radial5"/>
    <dgm:cxn modelId="{1BF38825-B603-874B-BFA7-33967B05AD64}" type="presParOf" srcId="{8D498F73-B04A-784C-8E43-CD25A0BB1656}" destId="{A1427F70-58A5-8E4D-ABDC-C2CA95CA5030}" srcOrd="0" destOrd="0" presId="urn:microsoft.com/office/officeart/2005/8/layout/radial5"/>
    <dgm:cxn modelId="{F02F6C80-687E-1C46-B87A-ABBC0984725E}" type="presParOf" srcId="{8D498F73-B04A-784C-8E43-CD25A0BB1656}" destId="{31038243-16F6-C949-8701-E74ABAC361B6}" srcOrd="1" destOrd="0" presId="urn:microsoft.com/office/officeart/2005/8/layout/radial5"/>
    <dgm:cxn modelId="{21462933-1368-FF44-B58C-664194311C61}" type="presParOf" srcId="{31038243-16F6-C949-8701-E74ABAC361B6}" destId="{B78CEAEB-B15E-7B4B-A2AB-F3AFE923B044}" srcOrd="0" destOrd="0" presId="urn:microsoft.com/office/officeart/2005/8/layout/radial5"/>
    <dgm:cxn modelId="{401CEC66-3325-784B-B2FF-5158B70A758D}" type="presParOf" srcId="{8D498F73-B04A-784C-8E43-CD25A0BB1656}" destId="{EAAF19F2-E71A-2F49-940F-62B47DE4F79A}" srcOrd="2" destOrd="0" presId="urn:microsoft.com/office/officeart/2005/8/layout/radial5"/>
    <dgm:cxn modelId="{E4BEBD71-B761-8143-99A9-D8B1FC2FC083}" type="presParOf" srcId="{8D498F73-B04A-784C-8E43-CD25A0BB1656}" destId="{B95657F3-AC0B-C240-BB04-2FDE173FF87C}" srcOrd="3" destOrd="0" presId="urn:microsoft.com/office/officeart/2005/8/layout/radial5"/>
    <dgm:cxn modelId="{3A5F94A8-1867-BE40-8A48-26C1FDACC92F}" type="presParOf" srcId="{B95657F3-AC0B-C240-BB04-2FDE173FF87C}" destId="{BEB7001E-E83C-C94D-BC55-7597F7B8EF18}" srcOrd="0" destOrd="0" presId="urn:microsoft.com/office/officeart/2005/8/layout/radial5"/>
    <dgm:cxn modelId="{F7777AF3-369D-D24A-9249-5A4FB744D935}" type="presParOf" srcId="{8D498F73-B04A-784C-8E43-CD25A0BB1656}" destId="{ACA4703E-F99C-1249-A6BD-865170015FAF}" srcOrd="4" destOrd="0" presId="urn:microsoft.com/office/officeart/2005/8/layout/radial5"/>
    <dgm:cxn modelId="{E8403C86-8496-3542-9136-DBA5FAD7C1D4}" type="presParOf" srcId="{8D498F73-B04A-784C-8E43-CD25A0BB1656}" destId="{5A383191-7DA3-794F-8D11-2246E12CD6B0}" srcOrd="5" destOrd="0" presId="urn:microsoft.com/office/officeart/2005/8/layout/radial5"/>
    <dgm:cxn modelId="{022D3668-92C4-884D-80E3-D6762B4ED2C2}" type="presParOf" srcId="{5A383191-7DA3-794F-8D11-2246E12CD6B0}" destId="{14586266-49F0-5446-B290-A5C59CA152EF}" srcOrd="0" destOrd="0" presId="urn:microsoft.com/office/officeart/2005/8/layout/radial5"/>
    <dgm:cxn modelId="{603E97AB-3513-964E-901A-468841C639B5}" type="presParOf" srcId="{8D498F73-B04A-784C-8E43-CD25A0BB1656}" destId="{96EE0203-FB12-804E-8848-9CCE54C4482F}" srcOrd="6" destOrd="0" presId="urn:microsoft.com/office/officeart/2005/8/layout/radial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14990E4-A075-4672-8044-6B3E6E6BEAB5}"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B2A6CE23-9F74-4436-B57C-B51DC876619B}">
      <dgm:prSet/>
      <dgm:spPr/>
      <dgm:t>
        <a:bodyPr/>
        <a:lstStyle/>
        <a:p>
          <a:r>
            <a:rPr lang="en-US" dirty="0"/>
            <a:t>Engagement</a:t>
          </a:r>
        </a:p>
      </dgm:t>
    </dgm:pt>
    <dgm:pt modelId="{4FEC8C7E-EB19-477B-BA5A-159188102FA7}" type="parTrans" cxnId="{0ED4A996-1F8C-4A53-B422-DAF0A9C4DC95}">
      <dgm:prSet/>
      <dgm:spPr/>
      <dgm:t>
        <a:bodyPr/>
        <a:lstStyle/>
        <a:p>
          <a:endParaRPr lang="en-US"/>
        </a:p>
      </dgm:t>
    </dgm:pt>
    <dgm:pt modelId="{23FCADC8-1C18-4836-982C-EBBBD7729B1C}" type="sibTrans" cxnId="{0ED4A996-1F8C-4A53-B422-DAF0A9C4DC95}">
      <dgm:prSet/>
      <dgm:spPr/>
      <dgm:t>
        <a:bodyPr/>
        <a:lstStyle/>
        <a:p>
          <a:endParaRPr lang="en-US"/>
        </a:p>
      </dgm:t>
    </dgm:pt>
    <dgm:pt modelId="{0540A031-A2FB-4074-9437-0D74375B6370}">
      <dgm:prSet/>
      <dgm:spPr/>
      <dgm:t>
        <a:bodyPr/>
        <a:lstStyle/>
        <a:p>
          <a:r>
            <a:rPr lang="en-US" dirty="0"/>
            <a:t>Management</a:t>
          </a:r>
        </a:p>
      </dgm:t>
    </dgm:pt>
    <dgm:pt modelId="{AE280FF9-DDF3-4C3B-BF14-E76649D03A08}" type="parTrans" cxnId="{A0DCF43E-380F-4C47-A2B3-530354BBFE72}">
      <dgm:prSet/>
      <dgm:spPr/>
      <dgm:t>
        <a:bodyPr/>
        <a:lstStyle/>
        <a:p>
          <a:endParaRPr lang="en-US"/>
        </a:p>
      </dgm:t>
    </dgm:pt>
    <dgm:pt modelId="{6A10F37A-6523-4668-A2F9-D6F1E6828DF5}" type="sibTrans" cxnId="{A0DCF43E-380F-4C47-A2B3-530354BBFE72}">
      <dgm:prSet/>
      <dgm:spPr/>
      <dgm:t>
        <a:bodyPr/>
        <a:lstStyle/>
        <a:p>
          <a:endParaRPr lang="en-US"/>
        </a:p>
      </dgm:t>
    </dgm:pt>
    <dgm:pt modelId="{C69B2FBB-48ED-4750-9B35-D2B03BB5512F}" type="pres">
      <dgm:prSet presAssocID="{F14990E4-A075-4672-8044-6B3E6E6BEAB5}" presName="root" presStyleCnt="0">
        <dgm:presLayoutVars>
          <dgm:dir/>
          <dgm:resizeHandles val="exact"/>
        </dgm:presLayoutVars>
      </dgm:prSet>
      <dgm:spPr/>
    </dgm:pt>
    <dgm:pt modelId="{21876377-F6F8-48E2-B687-29A4B5C4876C}" type="pres">
      <dgm:prSet presAssocID="{B2A6CE23-9F74-4436-B57C-B51DC876619B}" presName="compNode" presStyleCnt="0"/>
      <dgm:spPr/>
    </dgm:pt>
    <dgm:pt modelId="{2E7B42E9-A094-4550-AE58-3F475726C43B}" type="pres">
      <dgm:prSet presAssocID="{B2A6CE23-9F74-4436-B57C-B51DC876619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DD2904E5-41E3-49E6-9E37-CCB371730BAD}" type="pres">
      <dgm:prSet presAssocID="{B2A6CE23-9F74-4436-B57C-B51DC876619B}" presName="spaceRect" presStyleCnt="0"/>
      <dgm:spPr/>
    </dgm:pt>
    <dgm:pt modelId="{940E5B3E-13E6-4F6F-BC3C-E3147EEBDF9C}" type="pres">
      <dgm:prSet presAssocID="{B2A6CE23-9F74-4436-B57C-B51DC876619B}" presName="textRect" presStyleLbl="revTx" presStyleIdx="0" presStyleCnt="2">
        <dgm:presLayoutVars>
          <dgm:chMax val="1"/>
          <dgm:chPref val="1"/>
        </dgm:presLayoutVars>
      </dgm:prSet>
      <dgm:spPr/>
    </dgm:pt>
    <dgm:pt modelId="{E430B2F1-0453-43C8-817E-B35945179166}" type="pres">
      <dgm:prSet presAssocID="{23FCADC8-1C18-4836-982C-EBBBD7729B1C}" presName="sibTrans" presStyleCnt="0"/>
      <dgm:spPr/>
    </dgm:pt>
    <dgm:pt modelId="{762CF93A-BAD2-45DB-9AAD-99ED92F2F71B}" type="pres">
      <dgm:prSet presAssocID="{0540A031-A2FB-4074-9437-0D74375B6370}" presName="compNode" presStyleCnt="0"/>
      <dgm:spPr/>
    </dgm:pt>
    <dgm:pt modelId="{70FDA704-4C0A-4BF7-9DE2-EC59CDA1187F}" type="pres">
      <dgm:prSet presAssocID="{0540A031-A2FB-4074-9437-0D74375B637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5828E9CB-7E04-4F5E-82D5-DAF73033AFAB}" type="pres">
      <dgm:prSet presAssocID="{0540A031-A2FB-4074-9437-0D74375B6370}" presName="spaceRect" presStyleCnt="0"/>
      <dgm:spPr/>
    </dgm:pt>
    <dgm:pt modelId="{44EA6AE1-7BBF-4454-896B-300569BE5630}" type="pres">
      <dgm:prSet presAssocID="{0540A031-A2FB-4074-9437-0D74375B6370}" presName="textRect" presStyleLbl="revTx" presStyleIdx="1" presStyleCnt="2">
        <dgm:presLayoutVars>
          <dgm:chMax val="1"/>
          <dgm:chPref val="1"/>
        </dgm:presLayoutVars>
      </dgm:prSet>
      <dgm:spPr/>
    </dgm:pt>
  </dgm:ptLst>
  <dgm:cxnLst>
    <dgm:cxn modelId="{A0DCF43E-380F-4C47-A2B3-530354BBFE72}" srcId="{F14990E4-A075-4672-8044-6B3E6E6BEAB5}" destId="{0540A031-A2FB-4074-9437-0D74375B6370}" srcOrd="1" destOrd="0" parTransId="{AE280FF9-DDF3-4C3B-BF14-E76649D03A08}" sibTransId="{6A10F37A-6523-4668-A2F9-D6F1E6828DF5}"/>
    <dgm:cxn modelId="{FD201F5E-BC83-4D79-825F-7084A224F046}" type="presOf" srcId="{0540A031-A2FB-4074-9437-0D74375B6370}" destId="{44EA6AE1-7BBF-4454-896B-300569BE5630}" srcOrd="0" destOrd="0" presId="urn:microsoft.com/office/officeart/2018/2/layout/IconLabelList"/>
    <dgm:cxn modelId="{0ED4A996-1F8C-4A53-B422-DAF0A9C4DC95}" srcId="{F14990E4-A075-4672-8044-6B3E6E6BEAB5}" destId="{B2A6CE23-9F74-4436-B57C-B51DC876619B}" srcOrd="0" destOrd="0" parTransId="{4FEC8C7E-EB19-477B-BA5A-159188102FA7}" sibTransId="{23FCADC8-1C18-4836-982C-EBBBD7729B1C}"/>
    <dgm:cxn modelId="{43A31EB6-A757-417E-BF2A-5E49AF559291}" type="presOf" srcId="{F14990E4-A075-4672-8044-6B3E6E6BEAB5}" destId="{C69B2FBB-48ED-4750-9B35-D2B03BB5512F}" srcOrd="0" destOrd="0" presId="urn:microsoft.com/office/officeart/2018/2/layout/IconLabelList"/>
    <dgm:cxn modelId="{53AE2ED1-9A67-400D-AA30-1B07F7791546}" type="presOf" srcId="{B2A6CE23-9F74-4436-B57C-B51DC876619B}" destId="{940E5B3E-13E6-4F6F-BC3C-E3147EEBDF9C}" srcOrd="0" destOrd="0" presId="urn:microsoft.com/office/officeart/2018/2/layout/IconLabelList"/>
    <dgm:cxn modelId="{9C4E27EB-F071-4C63-8375-66D23E287A0E}" type="presParOf" srcId="{C69B2FBB-48ED-4750-9B35-D2B03BB5512F}" destId="{21876377-F6F8-48E2-B687-29A4B5C4876C}" srcOrd="0" destOrd="0" presId="urn:microsoft.com/office/officeart/2018/2/layout/IconLabelList"/>
    <dgm:cxn modelId="{654B9391-5944-4E27-ADAD-CA8E5A14FAE2}" type="presParOf" srcId="{21876377-F6F8-48E2-B687-29A4B5C4876C}" destId="{2E7B42E9-A094-4550-AE58-3F475726C43B}" srcOrd="0" destOrd="0" presId="urn:microsoft.com/office/officeart/2018/2/layout/IconLabelList"/>
    <dgm:cxn modelId="{CC045E4B-34AE-4688-A81C-2D97E2560A3F}" type="presParOf" srcId="{21876377-F6F8-48E2-B687-29A4B5C4876C}" destId="{DD2904E5-41E3-49E6-9E37-CCB371730BAD}" srcOrd="1" destOrd="0" presId="urn:microsoft.com/office/officeart/2018/2/layout/IconLabelList"/>
    <dgm:cxn modelId="{F5EE453B-370B-47FF-B523-6AE83C2959BA}" type="presParOf" srcId="{21876377-F6F8-48E2-B687-29A4B5C4876C}" destId="{940E5B3E-13E6-4F6F-BC3C-E3147EEBDF9C}" srcOrd="2" destOrd="0" presId="urn:microsoft.com/office/officeart/2018/2/layout/IconLabelList"/>
    <dgm:cxn modelId="{67F66D82-6FE6-4822-A99F-6C1024DB2325}" type="presParOf" srcId="{C69B2FBB-48ED-4750-9B35-D2B03BB5512F}" destId="{E430B2F1-0453-43C8-817E-B35945179166}" srcOrd="1" destOrd="0" presId="urn:microsoft.com/office/officeart/2018/2/layout/IconLabelList"/>
    <dgm:cxn modelId="{98A79DA6-C9D2-4AC4-BC58-66E6540AB615}" type="presParOf" srcId="{C69B2FBB-48ED-4750-9B35-D2B03BB5512F}" destId="{762CF93A-BAD2-45DB-9AAD-99ED92F2F71B}" srcOrd="2" destOrd="0" presId="urn:microsoft.com/office/officeart/2018/2/layout/IconLabelList"/>
    <dgm:cxn modelId="{F33F8566-282A-4A64-8DFD-10E62BD95F66}" type="presParOf" srcId="{762CF93A-BAD2-45DB-9AAD-99ED92F2F71B}" destId="{70FDA704-4C0A-4BF7-9DE2-EC59CDA1187F}" srcOrd="0" destOrd="0" presId="urn:microsoft.com/office/officeart/2018/2/layout/IconLabelList"/>
    <dgm:cxn modelId="{8B773F7B-D777-43BE-9832-85FC68821900}" type="presParOf" srcId="{762CF93A-BAD2-45DB-9AAD-99ED92F2F71B}" destId="{5828E9CB-7E04-4F5E-82D5-DAF73033AFAB}" srcOrd="1" destOrd="0" presId="urn:microsoft.com/office/officeart/2018/2/layout/IconLabelList"/>
    <dgm:cxn modelId="{55134F1A-A023-4AA3-949C-82E0A85930C8}" type="presParOf" srcId="{762CF93A-BAD2-45DB-9AAD-99ED92F2F71B}" destId="{44EA6AE1-7BBF-4454-896B-300569BE56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2CA6AAF-A478-4BEA-A73E-8437EF016C98}"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323C5859-584D-4796-97FC-AE13E8EEF42A}">
      <dgm:prSet/>
      <dgm:spPr/>
      <dgm:t>
        <a:bodyPr/>
        <a:lstStyle/>
        <a:p>
          <a:pPr>
            <a:lnSpc>
              <a:spcPct val="100000"/>
            </a:lnSpc>
          </a:pPr>
          <a:r>
            <a:rPr lang="en-US"/>
            <a:t>Scope</a:t>
          </a:r>
        </a:p>
      </dgm:t>
    </dgm:pt>
    <dgm:pt modelId="{EF2B3A27-24DF-4BD2-8115-83BF24736EAD}" type="parTrans" cxnId="{F3274670-C8CF-4973-A72F-7985C28C4F0F}">
      <dgm:prSet/>
      <dgm:spPr/>
      <dgm:t>
        <a:bodyPr/>
        <a:lstStyle/>
        <a:p>
          <a:endParaRPr lang="en-US"/>
        </a:p>
      </dgm:t>
    </dgm:pt>
    <dgm:pt modelId="{D8AFA4C6-1725-4348-A824-736DB85D7EF2}" type="sibTrans" cxnId="{F3274670-C8CF-4973-A72F-7985C28C4F0F}">
      <dgm:prSet/>
      <dgm:spPr/>
      <dgm:t>
        <a:bodyPr/>
        <a:lstStyle/>
        <a:p>
          <a:endParaRPr lang="en-US"/>
        </a:p>
      </dgm:t>
    </dgm:pt>
    <dgm:pt modelId="{0C927727-C4C6-4C23-B9F7-51E32DBD2A96}">
      <dgm:prSet/>
      <dgm:spPr/>
      <dgm:t>
        <a:bodyPr/>
        <a:lstStyle/>
        <a:p>
          <a:pPr>
            <a:lnSpc>
              <a:spcPct val="100000"/>
            </a:lnSpc>
          </a:pPr>
          <a:r>
            <a:rPr lang="en-US" dirty="0"/>
            <a:t>Priorities</a:t>
          </a:r>
        </a:p>
      </dgm:t>
    </dgm:pt>
    <dgm:pt modelId="{AEE2697C-13E6-476C-B9AE-07A235496887}" type="parTrans" cxnId="{EBE83CDC-5EBB-4BF1-8CB0-E30C3CBC287C}">
      <dgm:prSet/>
      <dgm:spPr/>
      <dgm:t>
        <a:bodyPr/>
        <a:lstStyle/>
        <a:p>
          <a:endParaRPr lang="en-US"/>
        </a:p>
      </dgm:t>
    </dgm:pt>
    <dgm:pt modelId="{2174ADB2-0638-4443-A31E-CC1C1D6DE024}" type="sibTrans" cxnId="{EBE83CDC-5EBB-4BF1-8CB0-E30C3CBC287C}">
      <dgm:prSet/>
      <dgm:spPr/>
      <dgm:t>
        <a:bodyPr/>
        <a:lstStyle/>
        <a:p>
          <a:endParaRPr lang="en-US"/>
        </a:p>
      </dgm:t>
    </dgm:pt>
    <dgm:pt modelId="{C98F5DB0-1C0F-4FCE-AD6A-6E6E2CA29170}">
      <dgm:prSet/>
      <dgm:spPr/>
      <dgm:t>
        <a:bodyPr/>
        <a:lstStyle/>
        <a:p>
          <a:pPr>
            <a:lnSpc>
              <a:spcPct val="100000"/>
            </a:lnSpc>
          </a:pPr>
          <a:r>
            <a:rPr lang="en-US" dirty="0"/>
            <a:t>Budget</a:t>
          </a:r>
        </a:p>
      </dgm:t>
    </dgm:pt>
    <dgm:pt modelId="{0D6048EA-9DC9-418C-82D1-C156C1009E22}" type="parTrans" cxnId="{78EF6F19-FD56-492B-9B63-B1EC3B69F2DD}">
      <dgm:prSet/>
      <dgm:spPr/>
      <dgm:t>
        <a:bodyPr/>
        <a:lstStyle/>
        <a:p>
          <a:endParaRPr lang="en-US"/>
        </a:p>
      </dgm:t>
    </dgm:pt>
    <dgm:pt modelId="{DD766875-ECF1-48E2-B029-AC3A6A2282DB}" type="sibTrans" cxnId="{78EF6F19-FD56-492B-9B63-B1EC3B69F2DD}">
      <dgm:prSet/>
      <dgm:spPr/>
      <dgm:t>
        <a:bodyPr/>
        <a:lstStyle/>
        <a:p>
          <a:endParaRPr lang="en-US"/>
        </a:p>
      </dgm:t>
    </dgm:pt>
    <dgm:pt modelId="{E03F87BC-C56D-47A7-AE43-BF85420D1833}">
      <dgm:prSet/>
      <dgm:spPr/>
      <dgm:t>
        <a:bodyPr/>
        <a:lstStyle/>
        <a:p>
          <a:pPr>
            <a:lnSpc>
              <a:spcPct val="100000"/>
            </a:lnSpc>
          </a:pPr>
          <a:r>
            <a:rPr lang="en-US" dirty="0"/>
            <a:t>Timeline</a:t>
          </a:r>
        </a:p>
      </dgm:t>
    </dgm:pt>
    <dgm:pt modelId="{AE6B4F1F-B515-4CD6-881F-4EC23034C122}" type="parTrans" cxnId="{63BDAE04-2D19-47F0-AD0D-2E7A7D7F8C73}">
      <dgm:prSet/>
      <dgm:spPr/>
      <dgm:t>
        <a:bodyPr/>
        <a:lstStyle/>
        <a:p>
          <a:endParaRPr lang="en-US"/>
        </a:p>
      </dgm:t>
    </dgm:pt>
    <dgm:pt modelId="{434F30F1-426A-47E9-94BA-73F8C3FA12C0}" type="sibTrans" cxnId="{63BDAE04-2D19-47F0-AD0D-2E7A7D7F8C73}">
      <dgm:prSet/>
      <dgm:spPr/>
      <dgm:t>
        <a:bodyPr/>
        <a:lstStyle/>
        <a:p>
          <a:endParaRPr lang="en-US"/>
        </a:p>
      </dgm:t>
    </dgm:pt>
    <dgm:pt modelId="{1C17DE89-B716-2544-87DC-939FED90AC9D}">
      <dgm:prSet/>
      <dgm:spPr/>
      <dgm:t>
        <a:bodyPr/>
        <a:lstStyle/>
        <a:p>
          <a:pPr>
            <a:lnSpc>
              <a:spcPct val="100000"/>
            </a:lnSpc>
          </a:pPr>
          <a:r>
            <a:rPr lang="en-US" dirty="0"/>
            <a:t>Responsibilities</a:t>
          </a:r>
        </a:p>
      </dgm:t>
    </dgm:pt>
    <dgm:pt modelId="{1394AFC7-5D04-3043-83BF-C0D6D05DB3D9}" type="parTrans" cxnId="{F2F76C65-51A3-854A-8DE1-C5291EB5BC2B}">
      <dgm:prSet/>
      <dgm:spPr/>
      <dgm:t>
        <a:bodyPr/>
        <a:lstStyle/>
        <a:p>
          <a:endParaRPr lang="en-GB"/>
        </a:p>
      </dgm:t>
    </dgm:pt>
    <dgm:pt modelId="{7F4307AC-20EC-544D-AE19-C73E995562EA}" type="sibTrans" cxnId="{F2F76C65-51A3-854A-8DE1-C5291EB5BC2B}">
      <dgm:prSet/>
      <dgm:spPr/>
      <dgm:t>
        <a:bodyPr/>
        <a:lstStyle/>
        <a:p>
          <a:endParaRPr lang="en-GB"/>
        </a:p>
      </dgm:t>
    </dgm:pt>
    <dgm:pt modelId="{E5483A9E-F7FE-3947-891D-002355A9AE1A}">
      <dgm:prSet/>
      <dgm:spPr/>
      <dgm:t>
        <a:bodyPr/>
        <a:lstStyle/>
        <a:p>
          <a:pPr>
            <a:lnSpc>
              <a:spcPct val="100000"/>
            </a:lnSpc>
          </a:pPr>
          <a:r>
            <a:rPr lang="en-US" dirty="0"/>
            <a:t>Process</a:t>
          </a:r>
        </a:p>
      </dgm:t>
    </dgm:pt>
    <dgm:pt modelId="{9148F159-B95A-8E43-B4F8-FC156D3B58BD}" type="parTrans" cxnId="{6260F224-80F5-CF41-90F9-E23C8DE72796}">
      <dgm:prSet/>
      <dgm:spPr/>
      <dgm:t>
        <a:bodyPr/>
        <a:lstStyle/>
        <a:p>
          <a:endParaRPr lang="en-GB"/>
        </a:p>
      </dgm:t>
    </dgm:pt>
    <dgm:pt modelId="{7E3EB352-DCCD-CA40-BF26-F3B5952D36A0}" type="sibTrans" cxnId="{6260F224-80F5-CF41-90F9-E23C8DE72796}">
      <dgm:prSet/>
      <dgm:spPr/>
      <dgm:t>
        <a:bodyPr/>
        <a:lstStyle/>
        <a:p>
          <a:endParaRPr lang="en-GB"/>
        </a:p>
      </dgm:t>
    </dgm:pt>
    <dgm:pt modelId="{6EE643D8-8ACB-1448-8F5F-4C9F37E5D12A}">
      <dgm:prSet/>
      <dgm:spPr/>
      <dgm:t>
        <a:bodyPr/>
        <a:lstStyle/>
        <a:p>
          <a:pPr>
            <a:lnSpc>
              <a:spcPct val="100000"/>
            </a:lnSpc>
          </a:pPr>
          <a:r>
            <a:rPr lang="en-US" dirty="0"/>
            <a:t>...</a:t>
          </a:r>
        </a:p>
      </dgm:t>
    </dgm:pt>
    <dgm:pt modelId="{1A6BAAE8-CFAF-5E45-AF69-D23827346B17}" type="parTrans" cxnId="{E211BD26-28F6-274F-9507-98ECC8E82CF4}">
      <dgm:prSet/>
      <dgm:spPr/>
      <dgm:t>
        <a:bodyPr/>
        <a:lstStyle/>
        <a:p>
          <a:endParaRPr lang="en-GB"/>
        </a:p>
      </dgm:t>
    </dgm:pt>
    <dgm:pt modelId="{A763D830-EC74-704E-8065-2C3D539B906F}" type="sibTrans" cxnId="{E211BD26-28F6-274F-9507-98ECC8E82CF4}">
      <dgm:prSet/>
      <dgm:spPr/>
      <dgm:t>
        <a:bodyPr/>
        <a:lstStyle/>
        <a:p>
          <a:endParaRPr lang="en-GB"/>
        </a:p>
      </dgm:t>
    </dgm:pt>
    <dgm:pt modelId="{50BFA2CD-903D-4216-AA1A-CDAFB32C3DD0}" type="pres">
      <dgm:prSet presAssocID="{E2CA6AAF-A478-4BEA-A73E-8437EF016C98}" presName="root" presStyleCnt="0">
        <dgm:presLayoutVars>
          <dgm:dir/>
          <dgm:resizeHandles val="exact"/>
        </dgm:presLayoutVars>
      </dgm:prSet>
      <dgm:spPr/>
    </dgm:pt>
    <dgm:pt modelId="{B1B8D1EF-605E-498F-BA6C-01E99EE6C35B}" type="pres">
      <dgm:prSet presAssocID="{323C5859-584D-4796-97FC-AE13E8EEF42A}" presName="compNode" presStyleCnt="0"/>
      <dgm:spPr/>
    </dgm:pt>
    <dgm:pt modelId="{AB3A88E9-94A6-4F76-9E2E-3287A038870E}" type="pres">
      <dgm:prSet presAssocID="{323C5859-584D-4796-97FC-AE13E8EEF42A}" presName="iconRect" presStyleLbl="node1" presStyleIdx="0" presStyleCnt="7"/>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B6159EF-E0E5-42C7-9535-22880EF15662}" type="pres">
      <dgm:prSet presAssocID="{323C5859-584D-4796-97FC-AE13E8EEF42A}" presName="spaceRect" presStyleCnt="0"/>
      <dgm:spPr/>
    </dgm:pt>
    <dgm:pt modelId="{8FDFD68F-C5F4-44B9-9CB3-C15458867121}" type="pres">
      <dgm:prSet presAssocID="{323C5859-584D-4796-97FC-AE13E8EEF42A}" presName="textRect" presStyleLbl="revTx" presStyleIdx="0" presStyleCnt="7">
        <dgm:presLayoutVars>
          <dgm:chMax val="1"/>
          <dgm:chPref val="1"/>
        </dgm:presLayoutVars>
      </dgm:prSet>
      <dgm:spPr/>
    </dgm:pt>
    <dgm:pt modelId="{45AFAF8A-317A-4298-91A6-6F8F556D289D}" type="pres">
      <dgm:prSet presAssocID="{D8AFA4C6-1725-4348-A824-736DB85D7EF2}" presName="sibTrans" presStyleCnt="0"/>
      <dgm:spPr/>
    </dgm:pt>
    <dgm:pt modelId="{274D8A98-4282-47C9-B08D-6E3237B77460}" type="pres">
      <dgm:prSet presAssocID="{0C927727-C4C6-4C23-B9F7-51E32DBD2A96}" presName="compNode" presStyleCnt="0"/>
      <dgm:spPr/>
    </dgm:pt>
    <dgm:pt modelId="{6B7CEE06-C327-47C2-824D-51A7EFA2C42D}" type="pres">
      <dgm:prSet presAssocID="{0C927727-C4C6-4C23-B9F7-51E32DBD2A96}" presName="iconRect" presStyleLbl="node1" presStyleIdx="1" presStyleCnt="7"/>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iorities with solid fill"/>
        </a:ext>
      </dgm:extLst>
    </dgm:pt>
    <dgm:pt modelId="{18B82D11-541F-48B3-8A34-835A9F572CE5}" type="pres">
      <dgm:prSet presAssocID="{0C927727-C4C6-4C23-B9F7-51E32DBD2A96}" presName="spaceRect" presStyleCnt="0"/>
      <dgm:spPr/>
    </dgm:pt>
    <dgm:pt modelId="{D3374F87-ACC5-4A9A-AD87-C40A28337492}" type="pres">
      <dgm:prSet presAssocID="{0C927727-C4C6-4C23-B9F7-51E32DBD2A96}" presName="textRect" presStyleLbl="revTx" presStyleIdx="1" presStyleCnt="7">
        <dgm:presLayoutVars>
          <dgm:chMax val="1"/>
          <dgm:chPref val="1"/>
        </dgm:presLayoutVars>
      </dgm:prSet>
      <dgm:spPr/>
    </dgm:pt>
    <dgm:pt modelId="{F78FC899-5FA5-404A-8191-1D0CA8AE965D}" type="pres">
      <dgm:prSet presAssocID="{2174ADB2-0638-4443-A31E-CC1C1D6DE024}" presName="sibTrans" presStyleCnt="0"/>
      <dgm:spPr/>
    </dgm:pt>
    <dgm:pt modelId="{1DA47CF6-1223-4F44-96FD-62DF1680A89D}" type="pres">
      <dgm:prSet presAssocID="{1C17DE89-B716-2544-87DC-939FED90AC9D}" presName="compNode" presStyleCnt="0"/>
      <dgm:spPr/>
    </dgm:pt>
    <dgm:pt modelId="{2BDCEE15-B8A8-EC42-BB73-F70D204C03A8}" type="pres">
      <dgm:prSet presAssocID="{1C17DE89-B716-2544-87DC-939FED90AC9D}" presName="iconRect" presStyleLbl="node1" presStyleIdx="2" presStyleCnt="7"/>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Flowchart with solid fill"/>
        </a:ext>
      </dgm:extLst>
    </dgm:pt>
    <dgm:pt modelId="{2B395971-43B4-5440-9030-23F4145D478C}" type="pres">
      <dgm:prSet presAssocID="{1C17DE89-B716-2544-87DC-939FED90AC9D}" presName="spaceRect" presStyleCnt="0"/>
      <dgm:spPr/>
    </dgm:pt>
    <dgm:pt modelId="{FDA005FC-2371-DD4D-9088-F1FD0952A24A}" type="pres">
      <dgm:prSet presAssocID="{1C17DE89-B716-2544-87DC-939FED90AC9D}" presName="textRect" presStyleLbl="revTx" presStyleIdx="2" presStyleCnt="7">
        <dgm:presLayoutVars>
          <dgm:chMax val="1"/>
          <dgm:chPref val="1"/>
        </dgm:presLayoutVars>
      </dgm:prSet>
      <dgm:spPr/>
    </dgm:pt>
    <dgm:pt modelId="{6044B2B5-FAC6-0048-9E89-DD8E37D3C0D2}" type="pres">
      <dgm:prSet presAssocID="{7F4307AC-20EC-544D-AE19-C73E995562EA}" presName="sibTrans" presStyleCnt="0"/>
      <dgm:spPr/>
    </dgm:pt>
    <dgm:pt modelId="{09C7C5C2-6F94-FE4F-95DF-319F62A1DAA6}" type="pres">
      <dgm:prSet presAssocID="{E5483A9E-F7FE-3947-891D-002355A9AE1A}" presName="compNode" presStyleCnt="0"/>
      <dgm:spPr/>
    </dgm:pt>
    <dgm:pt modelId="{1089E9C9-9BE0-A447-AFB1-307AA0F78D96}" type="pres">
      <dgm:prSet presAssocID="{E5483A9E-F7FE-3947-891D-002355A9AE1A}" presName="iconRect" presStyleLbl="node1" presStyleIdx="3" presStyleCnt="7"/>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Workflow with solid fill"/>
        </a:ext>
      </dgm:extLst>
    </dgm:pt>
    <dgm:pt modelId="{07CB5A22-9260-8444-BF0E-18EC3AF51B07}" type="pres">
      <dgm:prSet presAssocID="{E5483A9E-F7FE-3947-891D-002355A9AE1A}" presName="spaceRect" presStyleCnt="0"/>
      <dgm:spPr/>
    </dgm:pt>
    <dgm:pt modelId="{E17C5BDB-5E58-254D-A823-0E83260EC344}" type="pres">
      <dgm:prSet presAssocID="{E5483A9E-F7FE-3947-891D-002355A9AE1A}" presName="textRect" presStyleLbl="revTx" presStyleIdx="3" presStyleCnt="7">
        <dgm:presLayoutVars>
          <dgm:chMax val="1"/>
          <dgm:chPref val="1"/>
        </dgm:presLayoutVars>
      </dgm:prSet>
      <dgm:spPr/>
    </dgm:pt>
    <dgm:pt modelId="{92194607-5665-C44B-AB07-354D80AAC8B0}" type="pres">
      <dgm:prSet presAssocID="{7E3EB352-DCCD-CA40-BF26-F3B5952D36A0}" presName="sibTrans" presStyleCnt="0"/>
      <dgm:spPr/>
    </dgm:pt>
    <dgm:pt modelId="{17BD3D1D-2930-4A18-9673-A016C047CD39}" type="pres">
      <dgm:prSet presAssocID="{E03F87BC-C56D-47A7-AE43-BF85420D1833}" presName="compNode" presStyleCnt="0"/>
      <dgm:spPr/>
    </dgm:pt>
    <dgm:pt modelId="{EA2448F0-40F7-4730-B814-96E9C148CC95}" type="pres">
      <dgm:prSet presAssocID="{E03F87BC-C56D-47A7-AE43-BF85420D1833}"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B4C652A5-5A02-423E-94C5-4BC568D0B61D}" type="pres">
      <dgm:prSet presAssocID="{E03F87BC-C56D-47A7-AE43-BF85420D1833}" presName="spaceRect" presStyleCnt="0"/>
      <dgm:spPr/>
    </dgm:pt>
    <dgm:pt modelId="{07C3EF05-A14E-42EC-BD61-74A76AF93D32}" type="pres">
      <dgm:prSet presAssocID="{E03F87BC-C56D-47A7-AE43-BF85420D1833}" presName="textRect" presStyleLbl="revTx" presStyleIdx="4" presStyleCnt="7">
        <dgm:presLayoutVars>
          <dgm:chMax val="1"/>
          <dgm:chPref val="1"/>
        </dgm:presLayoutVars>
      </dgm:prSet>
      <dgm:spPr/>
    </dgm:pt>
    <dgm:pt modelId="{C75AE031-3DE5-664B-BB2A-274A3E3F4528}" type="pres">
      <dgm:prSet presAssocID="{434F30F1-426A-47E9-94BA-73F8C3FA12C0}" presName="sibTrans" presStyleCnt="0"/>
      <dgm:spPr/>
    </dgm:pt>
    <dgm:pt modelId="{8DAD1A18-999A-4E77-847E-2DD283EA8E3E}" type="pres">
      <dgm:prSet presAssocID="{C98F5DB0-1C0F-4FCE-AD6A-6E6E2CA29170}" presName="compNode" presStyleCnt="0"/>
      <dgm:spPr/>
    </dgm:pt>
    <dgm:pt modelId="{D1393B14-590B-435F-B832-0CC052B3DC5C}" type="pres">
      <dgm:prSet presAssocID="{C98F5DB0-1C0F-4FCE-AD6A-6E6E2CA29170}"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oney"/>
        </a:ext>
      </dgm:extLst>
    </dgm:pt>
    <dgm:pt modelId="{7D59C7CB-5D6C-4747-8268-45F76EF60BDD}" type="pres">
      <dgm:prSet presAssocID="{C98F5DB0-1C0F-4FCE-AD6A-6E6E2CA29170}" presName="spaceRect" presStyleCnt="0"/>
      <dgm:spPr/>
    </dgm:pt>
    <dgm:pt modelId="{56BF2EEC-1F67-439D-83D3-853A843F2350}" type="pres">
      <dgm:prSet presAssocID="{C98F5DB0-1C0F-4FCE-AD6A-6E6E2CA29170}" presName="textRect" presStyleLbl="revTx" presStyleIdx="5" presStyleCnt="7">
        <dgm:presLayoutVars>
          <dgm:chMax val="1"/>
          <dgm:chPref val="1"/>
        </dgm:presLayoutVars>
      </dgm:prSet>
      <dgm:spPr/>
    </dgm:pt>
    <dgm:pt modelId="{E0CBB028-5BA9-409F-B5F1-4763AB34A267}" type="pres">
      <dgm:prSet presAssocID="{DD766875-ECF1-48E2-B029-AC3A6A2282DB}" presName="sibTrans" presStyleCnt="0"/>
      <dgm:spPr/>
    </dgm:pt>
    <dgm:pt modelId="{659693A7-E85E-FD47-BA3A-34C14CBC140D}" type="pres">
      <dgm:prSet presAssocID="{6EE643D8-8ACB-1448-8F5F-4C9F37E5D12A}" presName="compNode" presStyleCnt="0"/>
      <dgm:spPr/>
    </dgm:pt>
    <dgm:pt modelId="{D07DE563-8694-EB49-859A-92B44FCC35D2}" type="pres">
      <dgm:prSet presAssocID="{6EE643D8-8ACB-1448-8F5F-4C9F37E5D12A}" presName="iconRect" presStyleLbl="node1" presStyleIdx="6" presStyleCnt="7"/>
      <dgm:spPr>
        <a:blipFill>
          <a:blip xmlns:r="http://schemas.openxmlformats.org/officeDocument/2006/relationships" r:embed="rId13">
            <a:extLst>
              <a:ext uri="{96DAC541-7B7A-43D3-8B79-37D633B846F1}">
                <asvg:svgBlip xmlns:asvg="http://schemas.microsoft.com/office/drawing/2016/SVG/main" r:embed="rId14"/>
              </a:ext>
            </a:extLst>
          </a:blip>
          <a:srcRect/>
          <a:stretch>
            <a:fillRect/>
          </a:stretch>
        </a:blipFill>
      </dgm:spPr>
      <dgm:extLst>
        <a:ext uri="{E40237B7-FDA0-4F09-8148-C483321AD2D9}">
          <dgm14:cNvPr xmlns:dgm14="http://schemas.microsoft.com/office/drawing/2010/diagram" id="0" name="" descr="Miscellaneous with solid fill"/>
        </a:ext>
      </dgm:extLst>
    </dgm:pt>
    <dgm:pt modelId="{B0EC746A-5E79-9E48-A344-C6312D48D84D}" type="pres">
      <dgm:prSet presAssocID="{6EE643D8-8ACB-1448-8F5F-4C9F37E5D12A}" presName="spaceRect" presStyleCnt="0"/>
      <dgm:spPr/>
    </dgm:pt>
    <dgm:pt modelId="{7B4DCDF6-F0D5-6149-9EF6-857EBC1A4413}" type="pres">
      <dgm:prSet presAssocID="{6EE643D8-8ACB-1448-8F5F-4C9F37E5D12A}" presName="textRect" presStyleLbl="revTx" presStyleIdx="6" presStyleCnt="7">
        <dgm:presLayoutVars>
          <dgm:chMax val="1"/>
          <dgm:chPref val="1"/>
        </dgm:presLayoutVars>
      </dgm:prSet>
      <dgm:spPr/>
    </dgm:pt>
  </dgm:ptLst>
  <dgm:cxnLst>
    <dgm:cxn modelId="{63BDAE04-2D19-47F0-AD0D-2E7A7D7F8C73}" srcId="{E2CA6AAF-A478-4BEA-A73E-8437EF016C98}" destId="{E03F87BC-C56D-47A7-AE43-BF85420D1833}" srcOrd="4" destOrd="0" parTransId="{AE6B4F1F-B515-4CD6-881F-4EC23034C122}" sibTransId="{434F30F1-426A-47E9-94BA-73F8C3FA12C0}"/>
    <dgm:cxn modelId="{78EF6F19-FD56-492B-9B63-B1EC3B69F2DD}" srcId="{E2CA6AAF-A478-4BEA-A73E-8437EF016C98}" destId="{C98F5DB0-1C0F-4FCE-AD6A-6E6E2CA29170}" srcOrd="5" destOrd="0" parTransId="{0D6048EA-9DC9-418C-82D1-C156C1009E22}" sibTransId="{DD766875-ECF1-48E2-B029-AC3A6A2282DB}"/>
    <dgm:cxn modelId="{6260F224-80F5-CF41-90F9-E23C8DE72796}" srcId="{E2CA6AAF-A478-4BEA-A73E-8437EF016C98}" destId="{E5483A9E-F7FE-3947-891D-002355A9AE1A}" srcOrd="3" destOrd="0" parTransId="{9148F159-B95A-8E43-B4F8-FC156D3B58BD}" sibTransId="{7E3EB352-DCCD-CA40-BF26-F3B5952D36A0}"/>
    <dgm:cxn modelId="{E211BD26-28F6-274F-9507-98ECC8E82CF4}" srcId="{E2CA6AAF-A478-4BEA-A73E-8437EF016C98}" destId="{6EE643D8-8ACB-1448-8F5F-4C9F37E5D12A}" srcOrd="6" destOrd="0" parTransId="{1A6BAAE8-CFAF-5E45-AF69-D23827346B17}" sibTransId="{A763D830-EC74-704E-8065-2C3D539B906F}"/>
    <dgm:cxn modelId="{BABB0B35-8079-3646-8905-6CBB379D3F15}" type="presOf" srcId="{0C927727-C4C6-4C23-B9F7-51E32DBD2A96}" destId="{D3374F87-ACC5-4A9A-AD87-C40A28337492}" srcOrd="0" destOrd="0" presId="urn:microsoft.com/office/officeart/2018/2/layout/IconLabelList"/>
    <dgm:cxn modelId="{C0D18537-441F-D140-B21F-BB97CB820158}" type="presOf" srcId="{1C17DE89-B716-2544-87DC-939FED90AC9D}" destId="{FDA005FC-2371-DD4D-9088-F1FD0952A24A}" srcOrd="0" destOrd="0" presId="urn:microsoft.com/office/officeart/2018/2/layout/IconLabelList"/>
    <dgm:cxn modelId="{2773234B-D9A2-B94F-8B9E-DF32D44B9F63}" type="presOf" srcId="{323C5859-584D-4796-97FC-AE13E8EEF42A}" destId="{8FDFD68F-C5F4-44B9-9CB3-C15458867121}" srcOrd="0" destOrd="0" presId="urn:microsoft.com/office/officeart/2018/2/layout/IconLabelList"/>
    <dgm:cxn modelId="{4894BF55-2CED-A34E-8FA4-09193B15A903}" type="presOf" srcId="{E5483A9E-F7FE-3947-891D-002355A9AE1A}" destId="{E17C5BDB-5E58-254D-A823-0E83260EC344}" srcOrd="0" destOrd="0" presId="urn:microsoft.com/office/officeart/2018/2/layout/IconLabelList"/>
    <dgm:cxn modelId="{F2F76C65-51A3-854A-8DE1-C5291EB5BC2B}" srcId="{E2CA6AAF-A478-4BEA-A73E-8437EF016C98}" destId="{1C17DE89-B716-2544-87DC-939FED90AC9D}" srcOrd="2" destOrd="0" parTransId="{1394AFC7-5D04-3043-83BF-C0D6D05DB3D9}" sibTransId="{7F4307AC-20EC-544D-AE19-C73E995562EA}"/>
    <dgm:cxn modelId="{F3274670-C8CF-4973-A72F-7985C28C4F0F}" srcId="{E2CA6AAF-A478-4BEA-A73E-8437EF016C98}" destId="{323C5859-584D-4796-97FC-AE13E8EEF42A}" srcOrd="0" destOrd="0" parTransId="{EF2B3A27-24DF-4BD2-8115-83BF24736EAD}" sibTransId="{D8AFA4C6-1725-4348-A824-736DB85D7EF2}"/>
    <dgm:cxn modelId="{E1BAE47D-22A8-8B41-B1EC-CDF5355B5280}" type="presOf" srcId="{C98F5DB0-1C0F-4FCE-AD6A-6E6E2CA29170}" destId="{56BF2EEC-1F67-439D-83D3-853A843F2350}" srcOrd="0" destOrd="0" presId="urn:microsoft.com/office/officeart/2018/2/layout/IconLabelList"/>
    <dgm:cxn modelId="{A613EEDA-D21C-4026-A89E-96C729D9503D}" type="presOf" srcId="{E2CA6AAF-A478-4BEA-A73E-8437EF016C98}" destId="{50BFA2CD-903D-4216-AA1A-CDAFB32C3DD0}" srcOrd="0" destOrd="0" presId="urn:microsoft.com/office/officeart/2018/2/layout/IconLabelList"/>
    <dgm:cxn modelId="{EBE83CDC-5EBB-4BF1-8CB0-E30C3CBC287C}" srcId="{E2CA6AAF-A478-4BEA-A73E-8437EF016C98}" destId="{0C927727-C4C6-4C23-B9F7-51E32DBD2A96}" srcOrd="1" destOrd="0" parTransId="{AEE2697C-13E6-476C-B9AE-07A235496887}" sibTransId="{2174ADB2-0638-4443-A31E-CC1C1D6DE024}"/>
    <dgm:cxn modelId="{DAA98FF0-8AB0-A844-B9DE-BD9C55146B09}" type="presOf" srcId="{6EE643D8-8ACB-1448-8F5F-4C9F37E5D12A}" destId="{7B4DCDF6-F0D5-6149-9EF6-857EBC1A4413}" srcOrd="0" destOrd="0" presId="urn:microsoft.com/office/officeart/2018/2/layout/IconLabelList"/>
    <dgm:cxn modelId="{61EBE1F9-6E06-E64E-BB2B-AC8F31432A4A}" type="presOf" srcId="{E03F87BC-C56D-47A7-AE43-BF85420D1833}" destId="{07C3EF05-A14E-42EC-BD61-74A76AF93D32}" srcOrd="0" destOrd="0" presId="urn:microsoft.com/office/officeart/2018/2/layout/IconLabelList"/>
    <dgm:cxn modelId="{483A6BA5-60BA-CD4C-B7B6-8E8FA1144096}" type="presParOf" srcId="{50BFA2CD-903D-4216-AA1A-CDAFB32C3DD0}" destId="{B1B8D1EF-605E-498F-BA6C-01E99EE6C35B}" srcOrd="0" destOrd="0" presId="urn:microsoft.com/office/officeart/2018/2/layout/IconLabelList"/>
    <dgm:cxn modelId="{2757CE92-E888-7B43-B5D7-1F43D66E8FCD}" type="presParOf" srcId="{B1B8D1EF-605E-498F-BA6C-01E99EE6C35B}" destId="{AB3A88E9-94A6-4F76-9E2E-3287A038870E}" srcOrd="0" destOrd="0" presId="urn:microsoft.com/office/officeart/2018/2/layout/IconLabelList"/>
    <dgm:cxn modelId="{5C05CD22-8F5F-474E-A918-C69249302438}" type="presParOf" srcId="{B1B8D1EF-605E-498F-BA6C-01E99EE6C35B}" destId="{4B6159EF-E0E5-42C7-9535-22880EF15662}" srcOrd="1" destOrd="0" presId="urn:microsoft.com/office/officeart/2018/2/layout/IconLabelList"/>
    <dgm:cxn modelId="{2D14F71E-6E84-4648-A810-6AF3DFEA67AD}" type="presParOf" srcId="{B1B8D1EF-605E-498F-BA6C-01E99EE6C35B}" destId="{8FDFD68F-C5F4-44B9-9CB3-C15458867121}" srcOrd="2" destOrd="0" presId="urn:microsoft.com/office/officeart/2018/2/layout/IconLabelList"/>
    <dgm:cxn modelId="{AF33E745-7157-A942-AAD7-D7915625A88C}" type="presParOf" srcId="{50BFA2CD-903D-4216-AA1A-CDAFB32C3DD0}" destId="{45AFAF8A-317A-4298-91A6-6F8F556D289D}" srcOrd="1" destOrd="0" presId="urn:microsoft.com/office/officeart/2018/2/layout/IconLabelList"/>
    <dgm:cxn modelId="{7EB0958D-DE07-EF4C-B05E-F7CF7A67827B}" type="presParOf" srcId="{50BFA2CD-903D-4216-AA1A-CDAFB32C3DD0}" destId="{274D8A98-4282-47C9-B08D-6E3237B77460}" srcOrd="2" destOrd="0" presId="urn:microsoft.com/office/officeart/2018/2/layout/IconLabelList"/>
    <dgm:cxn modelId="{98251FB7-B288-0F4D-9998-5962A2E70E3B}" type="presParOf" srcId="{274D8A98-4282-47C9-B08D-6E3237B77460}" destId="{6B7CEE06-C327-47C2-824D-51A7EFA2C42D}" srcOrd="0" destOrd="0" presId="urn:microsoft.com/office/officeart/2018/2/layout/IconLabelList"/>
    <dgm:cxn modelId="{3E1F13BF-A6D8-F04A-9F82-AB9AA521C733}" type="presParOf" srcId="{274D8A98-4282-47C9-B08D-6E3237B77460}" destId="{18B82D11-541F-48B3-8A34-835A9F572CE5}" srcOrd="1" destOrd="0" presId="urn:microsoft.com/office/officeart/2018/2/layout/IconLabelList"/>
    <dgm:cxn modelId="{D704C260-9261-084E-AFB7-2B9DEF987685}" type="presParOf" srcId="{274D8A98-4282-47C9-B08D-6E3237B77460}" destId="{D3374F87-ACC5-4A9A-AD87-C40A28337492}" srcOrd="2" destOrd="0" presId="urn:microsoft.com/office/officeart/2018/2/layout/IconLabelList"/>
    <dgm:cxn modelId="{61A475AF-C3EE-3341-9111-FE5FC9A1CC82}" type="presParOf" srcId="{50BFA2CD-903D-4216-AA1A-CDAFB32C3DD0}" destId="{F78FC899-5FA5-404A-8191-1D0CA8AE965D}" srcOrd="3" destOrd="0" presId="urn:microsoft.com/office/officeart/2018/2/layout/IconLabelList"/>
    <dgm:cxn modelId="{4F5DE4EF-9214-364E-950A-60B70C45DD9A}" type="presParOf" srcId="{50BFA2CD-903D-4216-AA1A-CDAFB32C3DD0}" destId="{1DA47CF6-1223-4F44-96FD-62DF1680A89D}" srcOrd="4" destOrd="0" presId="urn:microsoft.com/office/officeart/2018/2/layout/IconLabelList"/>
    <dgm:cxn modelId="{4F815AC4-AB39-644F-AE3B-B276BBEDE645}" type="presParOf" srcId="{1DA47CF6-1223-4F44-96FD-62DF1680A89D}" destId="{2BDCEE15-B8A8-EC42-BB73-F70D204C03A8}" srcOrd="0" destOrd="0" presId="urn:microsoft.com/office/officeart/2018/2/layout/IconLabelList"/>
    <dgm:cxn modelId="{3676C8F0-542B-C04C-B3E5-E9AD97BB6A0D}" type="presParOf" srcId="{1DA47CF6-1223-4F44-96FD-62DF1680A89D}" destId="{2B395971-43B4-5440-9030-23F4145D478C}" srcOrd="1" destOrd="0" presId="urn:microsoft.com/office/officeart/2018/2/layout/IconLabelList"/>
    <dgm:cxn modelId="{BAF0D47C-0B11-E94A-B79F-4A8F79CA9A9A}" type="presParOf" srcId="{1DA47CF6-1223-4F44-96FD-62DF1680A89D}" destId="{FDA005FC-2371-DD4D-9088-F1FD0952A24A}" srcOrd="2" destOrd="0" presId="urn:microsoft.com/office/officeart/2018/2/layout/IconLabelList"/>
    <dgm:cxn modelId="{F251E0B2-4B55-8743-B90E-474E0C8814CE}" type="presParOf" srcId="{50BFA2CD-903D-4216-AA1A-CDAFB32C3DD0}" destId="{6044B2B5-FAC6-0048-9E89-DD8E37D3C0D2}" srcOrd="5" destOrd="0" presId="urn:microsoft.com/office/officeart/2018/2/layout/IconLabelList"/>
    <dgm:cxn modelId="{0D890679-56E5-694D-A95F-A90FA70C245E}" type="presParOf" srcId="{50BFA2CD-903D-4216-AA1A-CDAFB32C3DD0}" destId="{09C7C5C2-6F94-FE4F-95DF-319F62A1DAA6}" srcOrd="6" destOrd="0" presId="urn:microsoft.com/office/officeart/2018/2/layout/IconLabelList"/>
    <dgm:cxn modelId="{E3AB4C81-EE3B-2247-850C-768CFE873264}" type="presParOf" srcId="{09C7C5C2-6F94-FE4F-95DF-319F62A1DAA6}" destId="{1089E9C9-9BE0-A447-AFB1-307AA0F78D96}" srcOrd="0" destOrd="0" presId="urn:microsoft.com/office/officeart/2018/2/layout/IconLabelList"/>
    <dgm:cxn modelId="{A2C4DFCA-E759-A14C-AA16-B2FEA9513E40}" type="presParOf" srcId="{09C7C5C2-6F94-FE4F-95DF-319F62A1DAA6}" destId="{07CB5A22-9260-8444-BF0E-18EC3AF51B07}" srcOrd="1" destOrd="0" presId="urn:microsoft.com/office/officeart/2018/2/layout/IconLabelList"/>
    <dgm:cxn modelId="{DFD4D3DD-8A06-814C-9406-AFDDDD7178AF}" type="presParOf" srcId="{09C7C5C2-6F94-FE4F-95DF-319F62A1DAA6}" destId="{E17C5BDB-5E58-254D-A823-0E83260EC344}" srcOrd="2" destOrd="0" presId="urn:microsoft.com/office/officeart/2018/2/layout/IconLabelList"/>
    <dgm:cxn modelId="{58751097-C880-2646-8E6E-312EDA8F8CDB}" type="presParOf" srcId="{50BFA2CD-903D-4216-AA1A-CDAFB32C3DD0}" destId="{92194607-5665-C44B-AB07-354D80AAC8B0}" srcOrd="7" destOrd="0" presId="urn:microsoft.com/office/officeart/2018/2/layout/IconLabelList"/>
    <dgm:cxn modelId="{2D9AB6B7-7D81-3D49-87B6-B7B34F577AA3}" type="presParOf" srcId="{50BFA2CD-903D-4216-AA1A-CDAFB32C3DD0}" destId="{17BD3D1D-2930-4A18-9673-A016C047CD39}" srcOrd="8" destOrd="0" presId="urn:microsoft.com/office/officeart/2018/2/layout/IconLabelList"/>
    <dgm:cxn modelId="{8558B55D-FC8D-9245-8A45-78631AC69DF9}" type="presParOf" srcId="{17BD3D1D-2930-4A18-9673-A016C047CD39}" destId="{EA2448F0-40F7-4730-B814-96E9C148CC95}" srcOrd="0" destOrd="0" presId="urn:microsoft.com/office/officeart/2018/2/layout/IconLabelList"/>
    <dgm:cxn modelId="{3D6FE351-9EC7-D948-9573-1592B1B29325}" type="presParOf" srcId="{17BD3D1D-2930-4A18-9673-A016C047CD39}" destId="{B4C652A5-5A02-423E-94C5-4BC568D0B61D}" srcOrd="1" destOrd="0" presId="urn:microsoft.com/office/officeart/2018/2/layout/IconLabelList"/>
    <dgm:cxn modelId="{39996A31-AA40-734F-87F5-2F9129759AB4}" type="presParOf" srcId="{17BD3D1D-2930-4A18-9673-A016C047CD39}" destId="{07C3EF05-A14E-42EC-BD61-74A76AF93D32}" srcOrd="2" destOrd="0" presId="urn:microsoft.com/office/officeart/2018/2/layout/IconLabelList"/>
    <dgm:cxn modelId="{B8D46508-B83F-834D-A7BF-AFA9DE6C2248}" type="presParOf" srcId="{50BFA2CD-903D-4216-AA1A-CDAFB32C3DD0}" destId="{C75AE031-3DE5-664B-BB2A-274A3E3F4528}" srcOrd="9" destOrd="0" presId="urn:microsoft.com/office/officeart/2018/2/layout/IconLabelList"/>
    <dgm:cxn modelId="{449653B4-E0FE-494D-9C6B-F01EA2465B0D}" type="presParOf" srcId="{50BFA2CD-903D-4216-AA1A-CDAFB32C3DD0}" destId="{8DAD1A18-999A-4E77-847E-2DD283EA8E3E}" srcOrd="10" destOrd="0" presId="urn:microsoft.com/office/officeart/2018/2/layout/IconLabelList"/>
    <dgm:cxn modelId="{4E05A142-438A-0545-AAF5-DF47A554C242}" type="presParOf" srcId="{8DAD1A18-999A-4E77-847E-2DD283EA8E3E}" destId="{D1393B14-590B-435F-B832-0CC052B3DC5C}" srcOrd="0" destOrd="0" presId="urn:microsoft.com/office/officeart/2018/2/layout/IconLabelList"/>
    <dgm:cxn modelId="{1CBCB81B-93AF-D744-AD7C-74B56BC2B289}" type="presParOf" srcId="{8DAD1A18-999A-4E77-847E-2DD283EA8E3E}" destId="{7D59C7CB-5D6C-4747-8268-45F76EF60BDD}" srcOrd="1" destOrd="0" presId="urn:microsoft.com/office/officeart/2018/2/layout/IconLabelList"/>
    <dgm:cxn modelId="{F23B6289-C3CA-3747-8F2F-E9FF1F55976E}" type="presParOf" srcId="{8DAD1A18-999A-4E77-847E-2DD283EA8E3E}" destId="{56BF2EEC-1F67-439D-83D3-853A843F2350}" srcOrd="2" destOrd="0" presId="urn:microsoft.com/office/officeart/2018/2/layout/IconLabelList"/>
    <dgm:cxn modelId="{C8C483A1-5ECD-3F42-A14D-C095D6875367}" type="presParOf" srcId="{50BFA2CD-903D-4216-AA1A-CDAFB32C3DD0}" destId="{E0CBB028-5BA9-409F-B5F1-4763AB34A267}" srcOrd="11" destOrd="0" presId="urn:microsoft.com/office/officeart/2018/2/layout/IconLabelList"/>
    <dgm:cxn modelId="{90CCD905-1FB8-3543-A7A9-067922B2F116}" type="presParOf" srcId="{50BFA2CD-903D-4216-AA1A-CDAFB32C3DD0}" destId="{659693A7-E85E-FD47-BA3A-34C14CBC140D}" srcOrd="12" destOrd="0" presId="urn:microsoft.com/office/officeart/2018/2/layout/IconLabelList"/>
    <dgm:cxn modelId="{8E36E818-1A31-F442-96AE-75F9233F03C1}" type="presParOf" srcId="{659693A7-E85E-FD47-BA3A-34C14CBC140D}" destId="{D07DE563-8694-EB49-859A-92B44FCC35D2}" srcOrd="0" destOrd="0" presId="urn:microsoft.com/office/officeart/2018/2/layout/IconLabelList"/>
    <dgm:cxn modelId="{28F44085-7D9F-A840-9F8F-13C5CE4D27ED}" type="presParOf" srcId="{659693A7-E85E-FD47-BA3A-34C14CBC140D}" destId="{B0EC746A-5E79-9E48-A344-C6312D48D84D}" srcOrd="1" destOrd="0" presId="urn:microsoft.com/office/officeart/2018/2/layout/IconLabelList"/>
    <dgm:cxn modelId="{0913B333-4D4A-7544-A6BA-CAF70AB15739}" type="presParOf" srcId="{659693A7-E85E-FD47-BA3A-34C14CBC140D}" destId="{7B4DCDF6-F0D5-6149-9EF6-857EBC1A441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D5925A-3E89-4814-951B-94C7582DEC85}"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CA3E9E2C-5A8C-48A6-AC09-52874D46B154}">
      <dgm:prSet/>
      <dgm:spPr/>
      <dgm:t>
        <a:bodyPr/>
        <a:lstStyle/>
        <a:p>
          <a:r>
            <a:rPr lang="en-US" dirty="0"/>
            <a:t>Inspire Teams</a:t>
          </a:r>
        </a:p>
      </dgm:t>
    </dgm:pt>
    <dgm:pt modelId="{37429258-1539-41B2-A733-B16C9E5D1AC5}" type="parTrans" cxnId="{87C1E618-A0C9-4625-AD9B-814DC415C295}">
      <dgm:prSet/>
      <dgm:spPr/>
      <dgm:t>
        <a:bodyPr/>
        <a:lstStyle/>
        <a:p>
          <a:endParaRPr lang="en-US"/>
        </a:p>
      </dgm:t>
    </dgm:pt>
    <dgm:pt modelId="{7557D27E-7E6C-4B7D-A6F5-36FDA54F103D}" type="sibTrans" cxnId="{87C1E618-A0C9-4625-AD9B-814DC415C295}">
      <dgm:prSet/>
      <dgm:spPr/>
      <dgm:t>
        <a:bodyPr/>
        <a:lstStyle/>
        <a:p>
          <a:endParaRPr lang="en-US"/>
        </a:p>
      </dgm:t>
    </dgm:pt>
    <dgm:pt modelId="{07463072-D55F-4822-AC5C-CE0798EA53E7}">
      <dgm:prSet/>
      <dgm:spPr/>
      <dgm:t>
        <a:bodyPr/>
        <a:lstStyle/>
        <a:p>
          <a:r>
            <a:rPr lang="en-US" dirty="0"/>
            <a:t>Take Risks</a:t>
          </a:r>
        </a:p>
      </dgm:t>
    </dgm:pt>
    <dgm:pt modelId="{BEE9CA88-5367-44F1-8B04-0E9D60135F99}" type="parTrans" cxnId="{6DD51218-F5F9-4A9A-B510-3EDC0ED64C4B}">
      <dgm:prSet/>
      <dgm:spPr/>
      <dgm:t>
        <a:bodyPr/>
        <a:lstStyle/>
        <a:p>
          <a:endParaRPr lang="en-US"/>
        </a:p>
      </dgm:t>
    </dgm:pt>
    <dgm:pt modelId="{78BD3034-36A7-4C16-BF7E-E86DEDF84589}" type="sibTrans" cxnId="{6DD51218-F5F9-4A9A-B510-3EDC0ED64C4B}">
      <dgm:prSet/>
      <dgm:spPr/>
      <dgm:t>
        <a:bodyPr/>
        <a:lstStyle/>
        <a:p>
          <a:endParaRPr lang="en-US"/>
        </a:p>
      </dgm:t>
    </dgm:pt>
    <dgm:pt modelId="{B70117F7-13CD-4EB9-B807-B192D4C2AF02}">
      <dgm:prSet/>
      <dgm:spPr/>
      <dgm:t>
        <a:bodyPr/>
        <a:lstStyle/>
        <a:p>
          <a:r>
            <a:rPr lang="en-US"/>
            <a:t>Create Value</a:t>
          </a:r>
        </a:p>
      </dgm:t>
    </dgm:pt>
    <dgm:pt modelId="{54121279-9A7A-42E2-8262-D3DA016E8781}" type="parTrans" cxnId="{081D83D7-3AFE-4DD1-B154-C7FD458C27EE}">
      <dgm:prSet/>
      <dgm:spPr/>
      <dgm:t>
        <a:bodyPr/>
        <a:lstStyle/>
        <a:p>
          <a:endParaRPr lang="en-US"/>
        </a:p>
      </dgm:t>
    </dgm:pt>
    <dgm:pt modelId="{F29F1B0F-3623-4B44-805A-68BF0206F18C}" type="sibTrans" cxnId="{081D83D7-3AFE-4DD1-B154-C7FD458C27EE}">
      <dgm:prSet/>
      <dgm:spPr/>
      <dgm:t>
        <a:bodyPr/>
        <a:lstStyle/>
        <a:p>
          <a:endParaRPr lang="en-US"/>
        </a:p>
      </dgm:t>
    </dgm:pt>
    <dgm:pt modelId="{9C6C2083-3758-499B-9416-993DDF107D8C}" type="pres">
      <dgm:prSet presAssocID="{E1D5925A-3E89-4814-951B-94C7582DEC85}" presName="root" presStyleCnt="0">
        <dgm:presLayoutVars>
          <dgm:dir/>
          <dgm:resizeHandles val="exact"/>
        </dgm:presLayoutVars>
      </dgm:prSet>
      <dgm:spPr/>
    </dgm:pt>
    <dgm:pt modelId="{3546B3A7-48A8-4971-9995-7FB7C0C9756B}" type="pres">
      <dgm:prSet presAssocID="{CA3E9E2C-5A8C-48A6-AC09-52874D46B154}" presName="compNode" presStyleCnt="0"/>
      <dgm:spPr/>
    </dgm:pt>
    <dgm:pt modelId="{37636C83-5E36-4D90-8513-01C93616D53C}" type="pres">
      <dgm:prSet presAssocID="{CA3E9E2C-5A8C-48A6-AC09-52874D46B154}"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aptain male with solid fill"/>
        </a:ext>
      </dgm:extLst>
    </dgm:pt>
    <dgm:pt modelId="{3D5D7FFC-B745-4C00-ACCC-E986CCB7B88D}" type="pres">
      <dgm:prSet presAssocID="{CA3E9E2C-5A8C-48A6-AC09-52874D46B154}" presName="spaceRect" presStyleCnt="0"/>
      <dgm:spPr/>
    </dgm:pt>
    <dgm:pt modelId="{B7B91C4C-5AE7-488A-B5D7-AE194514AF0C}" type="pres">
      <dgm:prSet presAssocID="{CA3E9E2C-5A8C-48A6-AC09-52874D46B154}" presName="textRect" presStyleLbl="revTx" presStyleIdx="0" presStyleCnt="3">
        <dgm:presLayoutVars>
          <dgm:chMax val="1"/>
          <dgm:chPref val="1"/>
        </dgm:presLayoutVars>
      </dgm:prSet>
      <dgm:spPr/>
    </dgm:pt>
    <dgm:pt modelId="{2668177A-3C8E-4936-B7B7-928FB9077F17}" type="pres">
      <dgm:prSet presAssocID="{7557D27E-7E6C-4B7D-A6F5-36FDA54F103D}" presName="sibTrans" presStyleCnt="0"/>
      <dgm:spPr/>
    </dgm:pt>
    <dgm:pt modelId="{CD8BEF25-3AB3-4FEF-90E5-2B8E3C2CAFAC}" type="pres">
      <dgm:prSet presAssocID="{07463072-D55F-4822-AC5C-CE0798EA53E7}" presName="compNode" presStyleCnt="0"/>
      <dgm:spPr/>
    </dgm:pt>
    <dgm:pt modelId="{CE92F224-EAC0-4440-8790-E1838CD87B8F}" type="pres">
      <dgm:prSet presAssocID="{07463072-D55F-4822-AC5C-CE0798EA53E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70ADD7D0-B826-4D5A-A0CD-C686AC45820C}" type="pres">
      <dgm:prSet presAssocID="{07463072-D55F-4822-AC5C-CE0798EA53E7}" presName="spaceRect" presStyleCnt="0"/>
      <dgm:spPr/>
    </dgm:pt>
    <dgm:pt modelId="{55DEDB73-60CA-4A9E-996D-BBB8E9292209}" type="pres">
      <dgm:prSet presAssocID="{07463072-D55F-4822-AC5C-CE0798EA53E7}" presName="textRect" presStyleLbl="revTx" presStyleIdx="1" presStyleCnt="3">
        <dgm:presLayoutVars>
          <dgm:chMax val="1"/>
          <dgm:chPref val="1"/>
        </dgm:presLayoutVars>
      </dgm:prSet>
      <dgm:spPr/>
    </dgm:pt>
    <dgm:pt modelId="{0F71BAA8-5876-488A-88D2-BD738817F330}" type="pres">
      <dgm:prSet presAssocID="{78BD3034-36A7-4C16-BF7E-E86DEDF84589}" presName="sibTrans" presStyleCnt="0"/>
      <dgm:spPr/>
    </dgm:pt>
    <dgm:pt modelId="{A831E7B3-3739-4524-9936-9D4993CCC8A6}" type="pres">
      <dgm:prSet presAssocID="{B70117F7-13CD-4EB9-B807-B192D4C2AF02}" presName="compNode" presStyleCnt="0"/>
      <dgm:spPr/>
    </dgm:pt>
    <dgm:pt modelId="{058C15BF-36C1-4E43-BB34-66E1036B9334}" type="pres">
      <dgm:prSet presAssocID="{B70117F7-13CD-4EB9-B807-B192D4C2AF0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CB2E891E-B318-41ED-93DC-41F537B4AA2B}" type="pres">
      <dgm:prSet presAssocID="{B70117F7-13CD-4EB9-B807-B192D4C2AF02}" presName="spaceRect" presStyleCnt="0"/>
      <dgm:spPr/>
    </dgm:pt>
    <dgm:pt modelId="{C203C82E-EB85-44F3-83F8-ED1BFDAB84C7}" type="pres">
      <dgm:prSet presAssocID="{B70117F7-13CD-4EB9-B807-B192D4C2AF02}" presName="textRect" presStyleLbl="revTx" presStyleIdx="2" presStyleCnt="3">
        <dgm:presLayoutVars>
          <dgm:chMax val="1"/>
          <dgm:chPref val="1"/>
        </dgm:presLayoutVars>
      </dgm:prSet>
      <dgm:spPr/>
    </dgm:pt>
  </dgm:ptLst>
  <dgm:cxnLst>
    <dgm:cxn modelId="{6DD51218-F5F9-4A9A-B510-3EDC0ED64C4B}" srcId="{E1D5925A-3E89-4814-951B-94C7582DEC85}" destId="{07463072-D55F-4822-AC5C-CE0798EA53E7}" srcOrd="1" destOrd="0" parTransId="{BEE9CA88-5367-44F1-8B04-0E9D60135F99}" sibTransId="{78BD3034-36A7-4C16-BF7E-E86DEDF84589}"/>
    <dgm:cxn modelId="{87C1E618-A0C9-4625-AD9B-814DC415C295}" srcId="{E1D5925A-3E89-4814-951B-94C7582DEC85}" destId="{CA3E9E2C-5A8C-48A6-AC09-52874D46B154}" srcOrd="0" destOrd="0" parTransId="{37429258-1539-41B2-A733-B16C9E5D1AC5}" sibTransId="{7557D27E-7E6C-4B7D-A6F5-36FDA54F103D}"/>
    <dgm:cxn modelId="{FD759540-173C-40DE-98FF-DFB54DBBAE51}" type="presOf" srcId="{CA3E9E2C-5A8C-48A6-AC09-52874D46B154}" destId="{B7B91C4C-5AE7-488A-B5D7-AE194514AF0C}" srcOrd="0" destOrd="0" presId="urn:microsoft.com/office/officeart/2018/2/layout/IconLabelList"/>
    <dgm:cxn modelId="{E1C49872-423B-4CC6-B38F-385D1B44E584}" type="presOf" srcId="{07463072-D55F-4822-AC5C-CE0798EA53E7}" destId="{55DEDB73-60CA-4A9E-996D-BBB8E9292209}" srcOrd="0" destOrd="0" presId="urn:microsoft.com/office/officeart/2018/2/layout/IconLabelList"/>
    <dgm:cxn modelId="{081D83D7-3AFE-4DD1-B154-C7FD458C27EE}" srcId="{E1D5925A-3E89-4814-951B-94C7582DEC85}" destId="{B70117F7-13CD-4EB9-B807-B192D4C2AF02}" srcOrd="2" destOrd="0" parTransId="{54121279-9A7A-42E2-8262-D3DA016E8781}" sibTransId="{F29F1B0F-3623-4B44-805A-68BF0206F18C}"/>
    <dgm:cxn modelId="{1206B9E6-1758-46EF-B1B5-D9A644FE0676}" type="presOf" srcId="{B70117F7-13CD-4EB9-B807-B192D4C2AF02}" destId="{C203C82E-EB85-44F3-83F8-ED1BFDAB84C7}" srcOrd="0" destOrd="0" presId="urn:microsoft.com/office/officeart/2018/2/layout/IconLabelList"/>
    <dgm:cxn modelId="{5B5C63FB-6EC9-4E80-88C3-3B2F09E46162}" type="presOf" srcId="{E1D5925A-3E89-4814-951B-94C7582DEC85}" destId="{9C6C2083-3758-499B-9416-993DDF107D8C}" srcOrd="0" destOrd="0" presId="urn:microsoft.com/office/officeart/2018/2/layout/IconLabelList"/>
    <dgm:cxn modelId="{CB3297C0-245F-4828-848C-822A5DB2B83F}" type="presParOf" srcId="{9C6C2083-3758-499B-9416-993DDF107D8C}" destId="{3546B3A7-48A8-4971-9995-7FB7C0C9756B}" srcOrd="0" destOrd="0" presId="urn:microsoft.com/office/officeart/2018/2/layout/IconLabelList"/>
    <dgm:cxn modelId="{6CE09A69-86B0-4A8B-9288-09845DEF9098}" type="presParOf" srcId="{3546B3A7-48A8-4971-9995-7FB7C0C9756B}" destId="{37636C83-5E36-4D90-8513-01C93616D53C}" srcOrd="0" destOrd="0" presId="urn:microsoft.com/office/officeart/2018/2/layout/IconLabelList"/>
    <dgm:cxn modelId="{D43555DD-106A-4D62-B680-434A5798E6D1}" type="presParOf" srcId="{3546B3A7-48A8-4971-9995-7FB7C0C9756B}" destId="{3D5D7FFC-B745-4C00-ACCC-E986CCB7B88D}" srcOrd="1" destOrd="0" presId="urn:microsoft.com/office/officeart/2018/2/layout/IconLabelList"/>
    <dgm:cxn modelId="{1F8F6AFE-6A15-4CE4-944E-3F78BB7E685F}" type="presParOf" srcId="{3546B3A7-48A8-4971-9995-7FB7C0C9756B}" destId="{B7B91C4C-5AE7-488A-B5D7-AE194514AF0C}" srcOrd="2" destOrd="0" presId="urn:microsoft.com/office/officeart/2018/2/layout/IconLabelList"/>
    <dgm:cxn modelId="{4073D58E-8370-4507-BF6D-B228DD662BAD}" type="presParOf" srcId="{9C6C2083-3758-499B-9416-993DDF107D8C}" destId="{2668177A-3C8E-4936-B7B7-928FB9077F17}" srcOrd="1" destOrd="0" presId="urn:microsoft.com/office/officeart/2018/2/layout/IconLabelList"/>
    <dgm:cxn modelId="{BAA66EBD-98CB-469F-94E7-6BD77A93F2A0}" type="presParOf" srcId="{9C6C2083-3758-499B-9416-993DDF107D8C}" destId="{CD8BEF25-3AB3-4FEF-90E5-2B8E3C2CAFAC}" srcOrd="2" destOrd="0" presId="urn:microsoft.com/office/officeart/2018/2/layout/IconLabelList"/>
    <dgm:cxn modelId="{139ABF5D-FD28-4479-B806-08F209C47555}" type="presParOf" srcId="{CD8BEF25-3AB3-4FEF-90E5-2B8E3C2CAFAC}" destId="{CE92F224-EAC0-4440-8790-E1838CD87B8F}" srcOrd="0" destOrd="0" presId="urn:microsoft.com/office/officeart/2018/2/layout/IconLabelList"/>
    <dgm:cxn modelId="{DC53FAAE-A48E-4E3E-9050-EEB4A32C0640}" type="presParOf" srcId="{CD8BEF25-3AB3-4FEF-90E5-2B8E3C2CAFAC}" destId="{70ADD7D0-B826-4D5A-A0CD-C686AC45820C}" srcOrd="1" destOrd="0" presId="urn:microsoft.com/office/officeart/2018/2/layout/IconLabelList"/>
    <dgm:cxn modelId="{393DC8C1-54F2-4C74-A3CE-2F86717C9321}" type="presParOf" srcId="{CD8BEF25-3AB3-4FEF-90E5-2B8E3C2CAFAC}" destId="{55DEDB73-60CA-4A9E-996D-BBB8E9292209}" srcOrd="2" destOrd="0" presId="urn:microsoft.com/office/officeart/2018/2/layout/IconLabelList"/>
    <dgm:cxn modelId="{2F93AC03-80C2-40B9-8DDD-7F8478A20AF1}" type="presParOf" srcId="{9C6C2083-3758-499B-9416-993DDF107D8C}" destId="{0F71BAA8-5876-488A-88D2-BD738817F330}" srcOrd="3" destOrd="0" presId="urn:microsoft.com/office/officeart/2018/2/layout/IconLabelList"/>
    <dgm:cxn modelId="{1E031555-75B4-4D91-A856-02C7DBAD82E4}" type="presParOf" srcId="{9C6C2083-3758-499B-9416-993DDF107D8C}" destId="{A831E7B3-3739-4524-9936-9D4993CCC8A6}" srcOrd="4" destOrd="0" presId="urn:microsoft.com/office/officeart/2018/2/layout/IconLabelList"/>
    <dgm:cxn modelId="{FD4D093D-589E-449E-9F98-44E5A6B02065}" type="presParOf" srcId="{A831E7B3-3739-4524-9936-9D4993CCC8A6}" destId="{058C15BF-36C1-4E43-BB34-66E1036B9334}" srcOrd="0" destOrd="0" presId="urn:microsoft.com/office/officeart/2018/2/layout/IconLabelList"/>
    <dgm:cxn modelId="{E986FA86-CD29-47EF-A3BE-E7C7660B3922}" type="presParOf" srcId="{A831E7B3-3739-4524-9936-9D4993CCC8A6}" destId="{CB2E891E-B318-41ED-93DC-41F537B4AA2B}" srcOrd="1" destOrd="0" presId="urn:microsoft.com/office/officeart/2018/2/layout/IconLabelList"/>
    <dgm:cxn modelId="{AF7FCD8B-C384-4AA9-BB65-79E562982C46}" type="presParOf" srcId="{A831E7B3-3739-4524-9936-9D4993CCC8A6}" destId="{C203C82E-EB85-44F3-83F8-ED1BFDAB84C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94AE5-6B62-4220-9C3A-69D485CBFA5F}">
      <dsp:nvSpPr>
        <dsp:cNvPr id="0" name=""/>
        <dsp:cNvSpPr/>
      </dsp:nvSpPr>
      <dsp:spPr>
        <a:xfrm>
          <a:off x="679050" y="406719"/>
          <a:ext cx="1887187" cy="1887187"/>
        </a:xfrm>
        <a:prstGeom prst="ellipse">
          <a:avLst/>
        </a:prstGeom>
        <a:noFill/>
        <a:ln>
          <a:noFill/>
        </a:ln>
        <a:effectLst/>
      </dsp:spPr>
      <dsp:style>
        <a:lnRef idx="0">
          <a:scrgbClr r="0" g="0" b="0"/>
        </a:lnRef>
        <a:fillRef idx="1">
          <a:scrgbClr r="0" g="0" b="0"/>
        </a:fillRef>
        <a:effectRef idx="0">
          <a:scrgbClr r="0" g="0" b="0"/>
        </a:effectRef>
        <a:fontRef idx="minor"/>
      </dsp:style>
    </dsp:sp>
    <dsp:sp modelId="{F296DA62-5F43-452C-B362-14FF77EAD51F}">
      <dsp:nvSpPr>
        <dsp:cNvPr id="0" name=""/>
        <dsp:cNvSpPr/>
      </dsp:nvSpPr>
      <dsp:spPr>
        <a:xfrm>
          <a:off x="1081237" y="80890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3F0361-FFAD-49B7-ABF0-54A76B58170C}">
      <dsp:nvSpPr>
        <dsp:cNvPr id="0" name=""/>
        <dsp:cNvSpPr/>
      </dsp:nvSpPr>
      <dsp:spPr>
        <a:xfrm>
          <a:off x="75768" y="288171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defRPr cap="all"/>
          </a:pPr>
          <a:r>
            <a:rPr lang="en-IN" sz="3000" kern="1200" cap="none" baseline="0" dirty="0">
              <a:latin typeface="Arial" panose="020B0604020202020204" pitchFamily="34" charset="0"/>
              <a:cs typeface="Arial" panose="020B0604020202020204" pitchFamily="34" charset="0"/>
            </a:rPr>
            <a:t>Slides</a:t>
          </a:r>
          <a:endParaRPr lang="en-US" sz="3000" kern="1200" cap="none" dirty="0">
            <a:latin typeface="Arial" panose="020B0604020202020204" pitchFamily="34" charset="0"/>
            <a:cs typeface="Arial" panose="020B0604020202020204" pitchFamily="34" charset="0"/>
          </a:endParaRPr>
        </a:p>
      </dsp:txBody>
      <dsp:txXfrm>
        <a:off x="75768" y="2881719"/>
        <a:ext cx="3093750" cy="720000"/>
      </dsp:txXfrm>
    </dsp:sp>
    <dsp:sp modelId="{31E56E9D-C7F9-42FF-9B7D-60AEBC95914A}">
      <dsp:nvSpPr>
        <dsp:cNvPr id="0" name=""/>
        <dsp:cNvSpPr/>
      </dsp:nvSpPr>
      <dsp:spPr>
        <a:xfrm>
          <a:off x="4314206" y="406719"/>
          <a:ext cx="1887187" cy="1887187"/>
        </a:xfrm>
        <a:prstGeom prst="ellipse">
          <a:avLst/>
        </a:prstGeom>
        <a:noFill/>
        <a:ln>
          <a:noFill/>
        </a:ln>
        <a:effectLst/>
      </dsp:spPr>
      <dsp:style>
        <a:lnRef idx="0">
          <a:scrgbClr r="0" g="0" b="0"/>
        </a:lnRef>
        <a:fillRef idx="1">
          <a:scrgbClr r="0" g="0" b="0"/>
        </a:fillRef>
        <a:effectRef idx="0">
          <a:scrgbClr r="0" g="0" b="0"/>
        </a:effectRef>
        <a:fontRef idx="minor"/>
      </dsp:style>
    </dsp:sp>
    <dsp:sp modelId="{1DCA213C-7FFE-4D63-AA3F-BC89DC6E3A2E}">
      <dsp:nvSpPr>
        <dsp:cNvPr id="0" name=""/>
        <dsp:cNvSpPr/>
      </dsp:nvSpPr>
      <dsp:spPr>
        <a:xfrm>
          <a:off x="4716393" y="808906"/>
          <a:ext cx="1082812" cy="108281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1F70C8-1D14-40BC-9A3D-4E78CE382D81}">
      <dsp:nvSpPr>
        <dsp:cNvPr id="0" name=""/>
        <dsp:cNvSpPr/>
      </dsp:nvSpPr>
      <dsp:spPr>
        <a:xfrm>
          <a:off x="3710925" y="288171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defRPr cap="all"/>
          </a:pPr>
          <a:r>
            <a:rPr lang="en-IN" sz="3000" kern="1200" cap="none" baseline="0" dirty="0">
              <a:latin typeface="Arial" panose="020B0604020202020204" pitchFamily="34" charset="0"/>
              <a:cs typeface="Arial" panose="020B0604020202020204" pitchFamily="34" charset="0"/>
            </a:rPr>
            <a:t>Class Discussion</a:t>
          </a:r>
          <a:endParaRPr lang="en-US" sz="3000" kern="1200" cap="none" dirty="0">
            <a:latin typeface="Arial" panose="020B0604020202020204" pitchFamily="34" charset="0"/>
            <a:cs typeface="Arial" panose="020B0604020202020204" pitchFamily="34" charset="0"/>
          </a:endParaRPr>
        </a:p>
      </dsp:txBody>
      <dsp:txXfrm>
        <a:off x="3710925" y="2881719"/>
        <a:ext cx="3093750" cy="720000"/>
      </dsp:txXfrm>
    </dsp:sp>
    <dsp:sp modelId="{6B617307-8542-4E8B-9519-71805571DEFD}">
      <dsp:nvSpPr>
        <dsp:cNvPr id="0" name=""/>
        <dsp:cNvSpPr/>
      </dsp:nvSpPr>
      <dsp:spPr>
        <a:xfrm>
          <a:off x="7949362" y="406719"/>
          <a:ext cx="1887187" cy="1887187"/>
        </a:xfrm>
        <a:prstGeom prst="ellipse">
          <a:avLst/>
        </a:prstGeom>
        <a:noFill/>
        <a:ln>
          <a:noFill/>
        </a:ln>
        <a:effectLst/>
      </dsp:spPr>
      <dsp:style>
        <a:lnRef idx="0">
          <a:scrgbClr r="0" g="0" b="0"/>
        </a:lnRef>
        <a:fillRef idx="1">
          <a:scrgbClr r="0" g="0" b="0"/>
        </a:fillRef>
        <a:effectRef idx="0">
          <a:scrgbClr r="0" g="0" b="0"/>
        </a:effectRef>
        <a:fontRef idx="minor"/>
      </dsp:style>
    </dsp:sp>
    <dsp:sp modelId="{968167BA-00E3-472D-AAD9-B795015D8F79}">
      <dsp:nvSpPr>
        <dsp:cNvPr id="0" name=""/>
        <dsp:cNvSpPr/>
      </dsp:nvSpPr>
      <dsp:spPr>
        <a:xfrm>
          <a:off x="8351550" y="80890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BA1D8D-1951-4E5C-8AE2-55B3677AA195}">
      <dsp:nvSpPr>
        <dsp:cNvPr id="0" name=""/>
        <dsp:cNvSpPr/>
      </dsp:nvSpPr>
      <dsp:spPr>
        <a:xfrm>
          <a:off x="7346081" y="288171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defRPr cap="all"/>
          </a:pPr>
          <a:r>
            <a:rPr lang="en-IN" sz="3000" kern="1200" cap="none" baseline="0" dirty="0">
              <a:latin typeface="Arial" panose="020B0604020202020204" pitchFamily="34" charset="0"/>
              <a:cs typeface="Arial" panose="020B0604020202020204" pitchFamily="34" charset="0"/>
            </a:rPr>
            <a:t>Discussion Forum</a:t>
          </a:r>
          <a:endParaRPr lang="en-US" sz="3000" kern="1200" cap="none" dirty="0">
            <a:latin typeface="Arial" panose="020B0604020202020204" pitchFamily="34" charset="0"/>
            <a:cs typeface="Arial" panose="020B0604020202020204" pitchFamily="34" charset="0"/>
          </a:endParaRPr>
        </a:p>
      </dsp:txBody>
      <dsp:txXfrm>
        <a:off x="7346081" y="2881719"/>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1993CC-1F90-461E-BF26-6C21260FDB8B}">
      <dsp:nvSpPr>
        <dsp:cNvPr id="0" name=""/>
        <dsp:cNvSpPr/>
      </dsp:nvSpPr>
      <dsp:spPr>
        <a:xfrm>
          <a:off x="1976400" y="695887"/>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27C315-2AAD-41BD-9CBF-E28BB5114569}">
      <dsp:nvSpPr>
        <dsp:cNvPr id="0" name=""/>
        <dsp:cNvSpPr/>
      </dsp:nvSpPr>
      <dsp:spPr>
        <a:xfrm>
          <a:off x="788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dirty="0"/>
            <a:t>Customer Value</a:t>
          </a:r>
        </a:p>
      </dsp:txBody>
      <dsp:txXfrm>
        <a:off x="788400" y="3110075"/>
        <a:ext cx="4320000" cy="720000"/>
      </dsp:txXfrm>
    </dsp:sp>
    <dsp:sp modelId="{7180086A-1C4E-4573-AC7E-104E86CCEB54}">
      <dsp:nvSpPr>
        <dsp:cNvPr id="0" name=""/>
        <dsp:cNvSpPr/>
      </dsp:nvSpPr>
      <dsp:spPr>
        <a:xfrm>
          <a:off x="7052400" y="695887"/>
          <a:ext cx="1944000" cy="1944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84C1A0-18A9-4BDD-BDAD-29107C7FA1EC}">
      <dsp:nvSpPr>
        <dsp:cNvPr id="0" name=""/>
        <dsp:cNvSpPr/>
      </dsp:nvSpPr>
      <dsp:spPr>
        <a:xfrm>
          <a:off x="5864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dirty="0"/>
            <a:t>Business Value</a:t>
          </a:r>
        </a:p>
      </dsp:txBody>
      <dsp:txXfrm>
        <a:off x="5864400" y="3110075"/>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27F70-58A5-8E4D-ABDC-C2CA95CA5030}">
      <dsp:nvSpPr>
        <dsp:cNvPr id="0" name=""/>
        <dsp:cNvSpPr/>
      </dsp:nvSpPr>
      <dsp:spPr>
        <a:xfrm>
          <a:off x="3343998" y="1847281"/>
          <a:ext cx="1440002" cy="1440002"/>
        </a:xfrm>
        <a:prstGeom prst="ellipse">
          <a:avLst/>
        </a:prstGeom>
        <a:solidFill>
          <a:schemeClr val="accent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solidFill>
                <a:schemeClr val="bg1"/>
              </a:solidFill>
              <a:latin typeface="Avenir Book" panose="02000503020000020003" pitchFamily="2" charset="0"/>
            </a:rPr>
            <a:t>Stakeholder Engagement</a:t>
          </a:r>
        </a:p>
      </dsp:txBody>
      <dsp:txXfrm>
        <a:off x="3554881" y="2058164"/>
        <a:ext cx="1018236" cy="1018236"/>
      </dsp:txXfrm>
    </dsp:sp>
    <dsp:sp modelId="{31038243-16F6-C949-8701-E74ABAC361B6}">
      <dsp:nvSpPr>
        <dsp:cNvPr id="0" name=""/>
        <dsp:cNvSpPr/>
      </dsp:nvSpPr>
      <dsp:spPr>
        <a:xfrm rot="16200000">
          <a:off x="3945171" y="1400409"/>
          <a:ext cx="237657" cy="458787"/>
        </a:xfrm>
        <a:prstGeom prst="leftRightArrow">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latin typeface="Avenir Book" panose="02000503020000020003" pitchFamily="2" charset="0"/>
          </a:endParaRPr>
        </a:p>
      </dsp:txBody>
      <dsp:txXfrm>
        <a:off x="3980820" y="1527815"/>
        <a:ext cx="166360" cy="275273"/>
      </dsp:txXfrm>
    </dsp:sp>
    <dsp:sp modelId="{EAAF19F2-E71A-2F49-940F-62B47DE4F79A}">
      <dsp:nvSpPr>
        <dsp:cNvPr id="0" name=""/>
        <dsp:cNvSpPr/>
      </dsp:nvSpPr>
      <dsp:spPr>
        <a:xfrm>
          <a:off x="3341767" y="-45593"/>
          <a:ext cx="1444465" cy="1444465"/>
        </a:xfrm>
        <a:prstGeom prst="ellipse">
          <a:avLst/>
        </a:prstGeom>
        <a:solidFill>
          <a:schemeClr val="bg1"/>
        </a:solidFill>
        <a:ln w="381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2"/>
              </a:solidFill>
              <a:latin typeface="Avenir Book" panose="02000503020000020003" pitchFamily="2" charset="0"/>
            </a:rPr>
            <a:t>Product Strategy</a:t>
          </a:r>
        </a:p>
      </dsp:txBody>
      <dsp:txXfrm>
        <a:off x="3553304" y="165944"/>
        <a:ext cx="1021391" cy="1021391"/>
      </dsp:txXfrm>
    </dsp:sp>
    <dsp:sp modelId="{B95657F3-AC0B-C240-BB04-2FDE173FF87C}">
      <dsp:nvSpPr>
        <dsp:cNvPr id="0" name=""/>
        <dsp:cNvSpPr/>
      </dsp:nvSpPr>
      <dsp:spPr>
        <a:xfrm rot="1800000">
          <a:off x="4757052" y="2806628"/>
          <a:ext cx="237657" cy="458787"/>
        </a:xfrm>
        <a:prstGeom prst="leftRightArrow">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latin typeface="Avenir Book" panose="02000503020000020003" pitchFamily="2" charset="0"/>
          </a:endParaRPr>
        </a:p>
      </dsp:txBody>
      <dsp:txXfrm>
        <a:off x="4761828" y="2880561"/>
        <a:ext cx="166360" cy="275273"/>
      </dsp:txXfrm>
    </dsp:sp>
    <dsp:sp modelId="{ACA4703E-F99C-1249-A6BD-865170015FAF}">
      <dsp:nvSpPr>
        <dsp:cNvPr id="0" name=""/>
        <dsp:cNvSpPr/>
      </dsp:nvSpPr>
      <dsp:spPr>
        <a:xfrm>
          <a:off x="4979112" y="2790371"/>
          <a:ext cx="1444465" cy="1444465"/>
        </a:xfrm>
        <a:prstGeom prst="ellipse">
          <a:avLst/>
        </a:prstGeom>
        <a:solidFill>
          <a:schemeClr val="bg1"/>
        </a:solidFill>
        <a:ln w="381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2"/>
              </a:solidFill>
              <a:latin typeface="Avenir Book" panose="02000503020000020003" pitchFamily="2" charset="0"/>
            </a:rPr>
            <a:t>Development</a:t>
          </a:r>
        </a:p>
      </dsp:txBody>
      <dsp:txXfrm>
        <a:off x="5190649" y="3001908"/>
        <a:ext cx="1021391" cy="1021391"/>
      </dsp:txXfrm>
    </dsp:sp>
    <dsp:sp modelId="{5A383191-7DA3-794F-8D11-2246E12CD6B0}">
      <dsp:nvSpPr>
        <dsp:cNvPr id="0" name=""/>
        <dsp:cNvSpPr/>
      </dsp:nvSpPr>
      <dsp:spPr>
        <a:xfrm rot="9000000">
          <a:off x="3133290" y="2806628"/>
          <a:ext cx="237657" cy="458787"/>
        </a:xfrm>
        <a:prstGeom prst="leftRightArrow">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latin typeface="Avenir Book" panose="02000503020000020003" pitchFamily="2" charset="0"/>
          </a:endParaRPr>
        </a:p>
      </dsp:txBody>
      <dsp:txXfrm rot="10800000">
        <a:off x="3199811" y="2880561"/>
        <a:ext cx="166360" cy="275273"/>
      </dsp:txXfrm>
    </dsp:sp>
    <dsp:sp modelId="{96EE0203-FB12-804E-8848-9CCE54C4482F}">
      <dsp:nvSpPr>
        <dsp:cNvPr id="0" name=""/>
        <dsp:cNvSpPr/>
      </dsp:nvSpPr>
      <dsp:spPr>
        <a:xfrm>
          <a:off x="1704422" y="2790371"/>
          <a:ext cx="1444465" cy="1444465"/>
        </a:xfrm>
        <a:prstGeom prst="ellipse">
          <a:avLst/>
        </a:prstGeom>
        <a:solidFill>
          <a:schemeClr val="bg1"/>
        </a:solidFill>
        <a:ln w="381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2"/>
              </a:solidFill>
              <a:latin typeface="Avenir Book" panose="02000503020000020003" pitchFamily="2" charset="0"/>
            </a:rPr>
            <a:t>Go To Market</a:t>
          </a:r>
        </a:p>
      </dsp:txBody>
      <dsp:txXfrm>
        <a:off x="1915959" y="3001908"/>
        <a:ext cx="1021391" cy="10213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B42E9-A094-4550-AE58-3F475726C43B}">
      <dsp:nvSpPr>
        <dsp:cNvPr id="0" name=""/>
        <dsp:cNvSpPr/>
      </dsp:nvSpPr>
      <dsp:spPr>
        <a:xfrm>
          <a:off x="1976400" y="695887"/>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0E5B3E-13E6-4F6F-BC3C-E3147EEBDF9C}">
      <dsp:nvSpPr>
        <dsp:cNvPr id="0" name=""/>
        <dsp:cNvSpPr/>
      </dsp:nvSpPr>
      <dsp:spPr>
        <a:xfrm>
          <a:off x="788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dirty="0"/>
            <a:t>Engagement</a:t>
          </a:r>
        </a:p>
      </dsp:txBody>
      <dsp:txXfrm>
        <a:off x="788400" y="3110075"/>
        <a:ext cx="4320000" cy="720000"/>
      </dsp:txXfrm>
    </dsp:sp>
    <dsp:sp modelId="{70FDA704-4C0A-4BF7-9DE2-EC59CDA1187F}">
      <dsp:nvSpPr>
        <dsp:cNvPr id="0" name=""/>
        <dsp:cNvSpPr/>
      </dsp:nvSpPr>
      <dsp:spPr>
        <a:xfrm>
          <a:off x="7052400" y="695887"/>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EA6AE1-7BBF-4454-896B-300569BE5630}">
      <dsp:nvSpPr>
        <dsp:cNvPr id="0" name=""/>
        <dsp:cNvSpPr/>
      </dsp:nvSpPr>
      <dsp:spPr>
        <a:xfrm>
          <a:off x="5864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dirty="0"/>
            <a:t>Management</a:t>
          </a:r>
        </a:p>
      </dsp:txBody>
      <dsp:txXfrm>
        <a:off x="5864400" y="3110075"/>
        <a:ext cx="43200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A88E9-94A6-4F76-9E2E-3287A038870E}">
      <dsp:nvSpPr>
        <dsp:cNvPr id="0" name=""/>
        <dsp:cNvSpPr/>
      </dsp:nvSpPr>
      <dsp:spPr>
        <a:xfrm>
          <a:off x="811212" y="550061"/>
          <a:ext cx="665244" cy="66524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DFD68F-C5F4-44B9-9CB3-C15458867121}">
      <dsp:nvSpPr>
        <dsp:cNvPr id="0" name=""/>
        <dsp:cNvSpPr/>
      </dsp:nvSpPr>
      <dsp:spPr>
        <a:xfrm>
          <a:off x="404673"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t>Scope</a:t>
          </a:r>
        </a:p>
      </dsp:txBody>
      <dsp:txXfrm>
        <a:off x="404673" y="1486863"/>
        <a:ext cx="1478320" cy="591328"/>
      </dsp:txXfrm>
    </dsp:sp>
    <dsp:sp modelId="{6B7CEE06-C327-47C2-824D-51A7EFA2C42D}">
      <dsp:nvSpPr>
        <dsp:cNvPr id="0" name=""/>
        <dsp:cNvSpPr/>
      </dsp:nvSpPr>
      <dsp:spPr>
        <a:xfrm>
          <a:off x="2548238" y="550061"/>
          <a:ext cx="665244" cy="66524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374F87-ACC5-4A9A-AD87-C40A28337492}">
      <dsp:nvSpPr>
        <dsp:cNvPr id="0" name=""/>
        <dsp:cNvSpPr/>
      </dsp:nvSpPr>
      <dsp:spPr>
        <a:xfrm>
          <a:off x="2141700"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Priorities</a:t>
          </a:r>
        </a:p>
      </dsp:txBody>
      <dsp:txXfrm>
        <a:off x="2141700" y="1486863"/>
        <a:ext cx="1478320" cy="591328"/>
      </dsp:txXfrm>
    </dsp:sp>
    <dsp:sp modelId="{2BDCEE15-B8A8-EC42-BB73-F70D204C03A8}">
      <dsp:nvSpPr>
        <dsp:cNvPr id="0" name=""/>
        <dsp:cNvSpPr/>
      </dsp:nvSpPr>
      <dsp:spPr>
        <a:xfrm>
          <a:off x="4285264" y="550061"/>
          <a:ext cx="665244" cy="66524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A005FC-2371-DD4D-9088-F1FD0952A24A}">
      <dsp:nvSpPr>
        <dsp:cNvPr id="0" name=""/>
        <dsp:cNvSpPr/>
      </dsp:nvSpPr>
      <dsp:spPr>
        <a:xfrm>
          <a:off x="3878726"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Responsibilities</a:t>
          </a:r>
        </a:p>
      </dsp:txBody>
      <dsp:txXfrm>
        <a:off x="3878726" y="1486863"/>
        <a:ext cx="1478320" cy="591328"/>
      </dsp:txXfrm>
    </dsp:sp>
    <dsp:sp modelId="{1089E9C9-9BE0-A447-AFB1-307AA0F78D96}">
      <dsp:nvSpPr>
        <dsp:cNvPr id="0" name=""/>
        <dsp:cNvSpPr/>
      </dsp:nvSpPr>
      <dsp:spPr>
        <a:xfrm>
          <a:off x="6022291" y="550061"/>
          <a:ext cx="665244" cy="66524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7C5BDB-5E58-254D-A823-0E83260EC344}">
      <dsp:nvSpPr>
        <dsp:cNvPr id="0" name=""/>
        <dsp:cNvSpPr/>
      </dsp:nvSpPr>
      <dsp:spPr>
        <a:xfrm>
          <a:off x="5615753"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Process</a:t>
          </a:r>
        </a:p>
      </dsp:txBody>
      <dsp:txXfrm>
        <a:off x="5615753" y="1486863"/>
        <a:ext cx="1478320" cy="591328"/>
      </dsp:txXfrm>
    </dsp:sp>
    <dsp:sp modelId="{EA2448F0-40F7-4730-B814-96E9C148CC95}">
      <dsp:nvSpPr>
        <dsp:cNvPr id="0" name=""/>
        <dsp:cNvSpPr/>
      </dsp:nvSpPr>
      <dsp:spPr>
        <a:xfrm>
          <a:off x="7759317" y="550061"/>
          <a:ext cx="665244" cy="6652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C3EF05-A14E-42EC-BD61-74A76AF93D32}">
      <dsp:nvSpPr>
        <dsp:cNvPr id="0" name=""/>
        <dsp:cNvSpPr/>
      </dsp:nvSpPr>
      <dsp:spPr>
        <a:xfrm>
          <a:off x="7352779"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Timeline</a:t>
          </a:r>
        </a:p>
      </dsp:txBody>
      <dsp:txXfrm>
        <a:off x="7352779" y="1486863"/>
        <a:ext cx="1478320" cy="591328"/>
      </dsp:txXfrm>
    </dsp:sp>
    <dsp:sp modelId="{D1393B14-590B-435F-B832-0CC052B3DC5C}">
      <dsp:nvSpPr>
        <dsp:cNvPr id="0" name=""/>
        <dsp:cNvSpPr/>
      </dsp:nvSpPr>
      <dsp:spPr>
        <a:xfrm>
          <a:off x="9496343" y="550061"/>
          <a:ext cx="665244" cy="66524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BF2EEC-1F67-439D-83D3-853A843F2350}">
      <dsp:nvSpPr>
        <dsp:cNvPr id="0" name=""/>
        <dsp:cNvSpPr/>
      </dsp:nvSpPr>
      <dsp:spPr>
        <a:xfrm>
          <a:off x="9089805" y="148686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Budget</a:t>
          </a:r>
        </a:p>
      </dsp:txBody>
      <dsp:txXfrm>
        <a:off x="9089805" y="1486863"/>
        <a:ext cx="1478320" cy="591328"/>
      </dsp:txXfrm>
    </dsp:sp>
    <dsp:sp modelId="{D07DE563-8694-EB49-859A-92B44FCC35D2}">
      <dsp:nvSpPr>
        <dsp:cNvPr id="0" name=""/>
        <dsp:cNvSpPr/>
      </dsp:nvSpPr>
      <dsp:spPr>
        <a:xfrm>
          <a:off x="5153777" y="2447771"/>
          <a:ext cx="665244" cy="665244"/>
        </a:xfrm>
        <a:prstGeom prst="rect">
          <a:avLst/>
        </a:prstGeom>
        <a:blipFill>
          <a:blip xmlns:r="http://schemas.openxmlformats.org/officeDocument/2006/relationships" r:embed="rId13">
            <a:extLst>
              <a:ext uri="{96DAC541-7B7A-43D3-8B79-37D633B846F1}">
                <asvg:svgBlip xmlns:asvg="http://schemas.microsoft.com/office/drawing/2016/SVG/main" r:embed="rId1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4DCDF6-F0D5-6149-9EF6-857EBC1A4413}">
      <dsp:nvSpPr>
        <dsp:cNvPr id="0" name=""/>
        <dsp:cNvSpPr/>
      </dsp:nvSpPr>
      <dsp:spPr>
        <a:xfrm>
          <a:off x="4747239" y="3384573"/>
          <a:ext cx="1478320" cy="591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a:t>
          </a:r>
        </a:p>
      </dsp:txBody>
      <dsp:txXfrm>
        <a:off x="4747239" y="3384573"/>
        <a:ext cx="1478320" cy="5913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36C83-5E36-4D90-8513-01C93616D53C}">
      <dsp:nvSpPr>
        <dsp:cNvPr id="0" name=""/>
        <dsp:cNvSpPr/>
      </dsp:nvSpPr>
      <dsp:spPr>
        <a:xfrm>
          <a:off x="959850" y="678744"/>
          <a:ext cx="1454962" cy="145496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B91C4C-5AE7-488A-B5D7-AE194514AF0C}">
      <dsp:nvSpPr>
        <dsp:cNvPr id="0" name=""/>
        <dsp:cNvSpPr/>
      </dsp:nvSpPr>
      <dsp:spPr>
        <a:xfrm>
          <a:off x="70706" y="2517617"/>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dirty="0"/>
            <a:t>Inspire Teams</a:t>
          </a:r>
        </a:p>
      </dsp:txBody>
      <dsp:txXfrm>
        <a:off x="70706" y="2517617"/>
        <a:ext cx="3233249" cy="720000"/>
      </dsp:txXfrm>
    </dsp:sp>
    <dsp:sp modelId="{CE92F224-EAC0-4440-8790-E1838CD87B8F}">
      <dsp:nvSpPr>
        <dsp:cNvPr id="0" name=""/>
        <dsp:cNvSpPr/>
      </dsp:nvSpPr>
      <dsp:spPr>
        <a:xfrm>
          <a:off x="4758918" y="678744"/>
          <a:ext cx="1454962" cy="1454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DEDB73-60CA-4A9E-996D-BBB8E9292209}">
      <dsp:nvSpPr>
        <dsp:cNvPr id="0" name=""/>
        <dsp:cNvSpPr/>
      </dsp:nvSpPr>
      <dsp:spPr>
        <a:xfrm>
          <a:off x="3869775" y="2517617"/>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dirty="0"/>
            <a:t>Take Risks</a:t>
          </a:r>
        </a:p>
      </dsp:txBody>
      <dsp:txXfrm>
        <a:off x="3869775" y="2517617"/>
        <a:ext cx="3233249" cy="720000"/>
      </dsp:txXfrm>
    </dsp:sp>
    <dsp:sp modelId="{058C15BF-36C1-4E43-BB34-66E1036B9334}">
      <dsp:nvSpPr>
        <dsp:cNvPr id="0" name=""/>
        <dsp:cNvSpPr/>
      </dsp:nvSpPr>
      <dsp:spPr>
        <a:xfrm>
          <a:off x="8557987" y="678744"/>
          <a:ext cx="1454962" cy="1454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03C82E-EB85-44F3-83F8-ED1BFDAB84C7}">
      <dsp:nvSpPr>
        <dsp:cNvPr id="0" name=""/>
        <dsp:cNvSpPr/>
      </dsp:nvSpPr>
      <dsp:spPr>
        <a:xfrm>
          <a:off x="7668843" y="2517617"/>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a:t>Create Value</a:t>
          </a:r>
        </a:p>
      </dsp:txBody>
      <dsp:txXfrm>
        <a:off x="7668843" y="2517617"/>
        <a:ext cx="323324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16888-5FFD-474F-AD57-4AC70FF07A82}" type="datetimeFigureOut">
              <a:rPr lang="en-US" smtClean="0"/>
              <a:t>7/26/25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07901-BB8B-7E4D-8FB9-39CBADF67B3C}" type="slidenum">
              <a:rPr lang="en-US" smtClean="0"/>
              <a:t>‹#›</a:t>
            </a:fld>
            <a:endParaRPr lang="en-US"/>
          </a:p>
        </p:txBody>
      </p:sp>
    </p:spTree>
    <p:extLst>
      <p:ext uri="{BB962C8B-B14F-4D97-AF65-F5344CB8AC3E}">
        <p14:creationId xmlns:p14="http://schemas.microsoft.com/office/powerpoint/2010/main" val="213416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forms.cloud.microsoft/r/jGPSKG6jX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https://forms.cloud.microsoft/r/jGPSKG6jX0</a:t>
            </a:r>
            <a:r>
              <a:rPr lang="en-US" dirty="0"/>
              <a:t> </a:t>
            </a:r>
          </a:p>
        </p:txBody>
      </p:sp>
      <p:sp>
        <p:nvSpPr>
          <p:cNvPr id="4" name="Slide Number Placeholder 3"/>
          <p:cNvSpPr>
            <a:spLocks noGrp="1"/>
          </p:cNvSpPr>
          <p:nvPr>
            <p:ph type="sldNum" sz="quarter" idx="5"/>
          </p:nvPr>
        </p:nvSpPr>
        <p:spPr/>
        <p:txBody>
          <a:bodyPr/>
          <a:lstStyle/>
          <a:p>
            <a:fld id="{20807901-BB8B-7E4D-8FB9-39CBADF67B3C}" type="slidenum">
              <a:rPr lang="en-US" smtClean="0"/>
              <a:t>9</a:t>
            </a:fld>
            <a:endParaRPr lang="en-US"/>
          </a:p>
        </p:txBody>
      </p:sp>
    </p:spTree>
    <p:extLst>
      <p:ext uri="{BB962C8B-B14F-4D97-AF65-F5344CB8AC3E}">
        <p14:creationId xmlns:p14="http://schemas.microsoft.com/office/powerpoint/2010/main" val="29355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14</a:t>
            </a:fld>
            <a:endParaRPr lang="en-GB"/>
          </a:p>
        </p:txBody>
      </p:sp>
    </p:spTree>
    <p:extLst>
      <p:ext uri="{BB962C8B-B14F-4D97-AF65-F5344CB8AC3E}">
        <p14:creationId xmlns:p14="http://schemas.microsoft.com/office/powerpoint/2010/main" val="653158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15</a:t>
            </a:fld>
            <a:endParaRPr lang="en-GB"/>
          </a:p>
        </p:txBody>
      </p:sp>
    </p:spTree>
    <p:extLst>
      <p:ext uri="{BB962C8B-B14F-4D97-AF65-F5344CB8AC3E}">
        <p14:creationId xmlns:p14="http://schemas.microsoft.com/office/powerpoint/2010/main" val="19699482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6F4C1-B371-63BC-CEA1-3E0443DF7351}"/>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F907A518-0EB7-F6A5-CEB3-3B509AC9F7A8}"/>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491967A4-7E5A-F9A9-CB35-C6C7F1CEE1E5}"/>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107F13C5-8798-2C25-4493-3457A7D06054}"/>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99400A4-1CB2-9051-CB0E-0A1B5CE9DD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D46F3B2-7F21-0CA8-1824-C6727EDD31FE}"/>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5ABDD20-7142-9744-80A4-18FD33D5EAE8}"/>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058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5F90EC-0745-7E9F-0510-D5AB37F5CC98}"/>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E616D80-0F45-2768-B84C-AC30A4B99677}"/>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E90BEF9-78F1-22EC-BFE3-DBF2B053C5F2}"/>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5F01178-96C5-59E4-B790-C8A7236881AA}"/>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F960195-B344-C921-7B59-B7C42D72579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2B4082D-27B9-C1E8-CCB6-21398E95F666}"/>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F99183E4-8393-1E07-66C5-8E174C81C819}"/>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207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78A451AA-0746-B1D4-1762-48DF10B2EB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DE029DE-4E3A-4A12-A23F-4A453DA997DD}"/>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FE8D8F83-F4A7-FD02-B4A2-F2C8EC6D39B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D7E6AC2-3D5E-B0FB-1D8E-59C132065437}"/>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EDBD2B7-5D34-50DC-7126-303F90B23D27}"/>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B295F5F-CBB2-90AD-B9E2-0DE72D2B1C96}"/>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a:extLst>
              <a:ext uri="{FF2B5EF4-FFF2-40B4-BE49-F238E27FC236}">
                <a16:creationId xmlns:a16="http://schemas.microsoft.com/office/drawing/2014/main" id="{D0A3DD41-7D1E-2B1C-73A1-4C7C026A03FE}"/>
              </a:ext>
            </a:extLst>
          </p:cNvPr>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C8A837E-AE1D-1B14-93D0-EDA849DFE0C2}"/>
              </a:ext>
            </a:extLst>
          </p:cNvPr>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0296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787DF-7FDC-71A0-68F1-391AA083D685}"/>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4" name="Group 11">
            <a:extLst>
              <a:ext uri="{FF2B5EF4-FFF2-40B4-BE49-F238E27FC236}">
                <a16:creationId xmlns:a16="http://schemas.microsoft.com/office/drawing/2014/main" id="{2AC9E22D-67FE-9FD6-B152-4D4A39E881E0}"/>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754A15DE-75A2-3E13-CA96-399103A6D3F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46D7328-9101-702C-3349-9ECF74D0089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0FDFCFD-B7A4-9358-B321-820A79289448}"/>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BCDBF7F-ADDC-70AC-450F-9C268E4FE7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646D5C53-61DF-6F65-8E8D-935FC72C3DB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7826D55-5050-1A58-84B2-387533C157D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2E791F12-0FF1-6829-3771-BD8F023BF0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FC7C7F28-7FC2-D627-9757-DB8C5284732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22">
            <a:extLst>
              <a:ext uri="{FF2B5EF4-FFF2-40B4-BE49-F238E27FC236}">
                <a16:creationId xmlns:a16="http://schemas.microsoft.com/office/drawing/2014/main" id="{3B449E19-05FE-0EC2-489B-1F9F40CD3807}"/>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5B2BC1F6-CB3B-794E-CB2E-1491BCE5BC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a:extLst>
                <a:ext uri="{FF2B5EF4-FFF2-40B4-BE49-F238E27FC236}">
                  <a16:creationId xmlns:a16="http://schemas.microsoft.com/office/drawing/2014/main" id="{A4484643-2902-C35C-112C-56F24DA844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a:extLst>
                <a:ext uri="{FF2B5EF4-FFF2-40B4-BE49-F238E27FC236}">
                  <a16:creationId xmlns:a16="http://schemas.microsoft.com/office/drawing/2014/main" id="{0F2C65AB-C337-CB37-D234-BE4462CD0F2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14">
            <a:extLst>
              <a:ext uri="{FF2B5EF4-FFF2-40B4-BE49-F238E27FC236}">
                <a16:creationId xmlns:a16="http://schemas.microsoft.com/office/drawing/2014/main" id="{3640E04A-363B-88C6-D2DD-0322E4CD0AD7}"/>
              </a:ext>
            </a:extLst>
          </p:cNvPr>
          <p:cNvSpPr txBox="1">
            <a:spLocks/>
          </p:cNvSpPr>
          <p:nvPr userDrawn="1"/>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a:t>
            </a:fld>
            <a:endParaRPr lang="en-US" altLang="en-US" dirty="0"/>
          </a:p>
        </p:txBody>
      </p:sp>
    </p:spTree>
    <p:extLst>
      <p:ext uri="{BB962C8B-B14F-4D97-AF65-F5344CB8AC3E}">
        <p14:creationId xmlns:p14="http://schemas.microsoft.com/office/powerpoint/2010/main" val="975937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B3F9B1F-867C-EC25-0C04-DB341C3E5FC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7A459421-2319-E18E-EFA6-41A53A206A91}"/>
              </a:ext>
            </a:extLst>
          </p:cNvPr>
          <p:cNvGrpSpPr>
            <a:grpSpLocks/>
          </p:cNvGrpSpPr>
          <p:nvPr userDrawn="1"/>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D5EDBF78-B510-27AC-969C-A42521734A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57C862E-1198-9607-4F16-D61277ABD57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61FC8239-77C9-521C-5942-9865AFAAB16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28">
            <a:extLst>
              <a:ext uri="{FF2B5EF4-FFF2-40B4-BE49-F238E27FC236}">
                <a16:creationId xmlns:a16="http://schemas.microsoft.com/office/drawing/2014/main" id="{ED499DC2-04A4-2B05-E7FE-B30CE0FD644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B9870F2C-C7D2-5CA1-6D1F-D360994DA0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14C78396-65A4-2E74-0A3A-30697DD513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5E966ACC-7FE5-FC35-B0A9-7E723A7ED3B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3" name="TextBox 12">
            <a:extLst>
              <a:ext uri="{FF2B5EF4-FFF2-40B4-BE49-F238E27FC236}">
                <a16:creationId xmlns:a16="http://schemas.microsoft.com/office/drawing/2014/main" id="{CA110F75-1685-2FF1-C3E3-4A01AF2977B4}"/>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4" name="Slide Number Placeholder 14">
            <a:extLst>
              <a:ext uri="{FF2B5EF4-FFF2-40B4-BE49-F238E27FC236}">
                <a16:creationId xmlns:a16="http://schemas.microsoft.com/office/drawing/2014/main" id="{71929B15-DE63-D53B-BE23-496F43EAAB54}"/>
              </a:ext>
            </a:extLst>
          </p:cNvPr>
          <p:cNvSpPr txBox="1">
            <a:spLocks/>
          </p:cNvSpPr>
          <p:nvPr userDrawn="1"/>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a:t>
            </a:fld>
            <a:endParaRPr lang="en-US" altLang="en-US" dirty="0"/>
          </a:p>
        </p:txBody>
      </p:sp>
    </p:spTree>
    <p:extLst>
      <p:ext uri="{BB962C8B-B14F-4D97-AF65-F5344CB8AC3E}">
        <p14:creationId xmlns:p14="http://schemas.microsoft.com/office/powerpoint/2010/main" val="140996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38AC30A-EA15-268D-27F6-1554AC1D06D5}"/>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6737A389-B5AE-2E8B-1C0E-67F4079FEC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771E054C-4184-FC52-6081-7815548C18A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AB76A227-11C9-7D0D-1A61-2C3E52822E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5">
            <a:extLst>
              <a:ext uri="{FF2B5EF4-FFF2-40B4-BE49-F238E27FC236}">
                <a16:creationId xmlns:a16="http://schemas.microsoft.com/office/drawing/2014/main" id="{6815CEEC-35E2-8CC7-661F-41BD08614E68}"/>
              </a:ext>
            </a:extLst>
          </p:cNvPr>
          <p:cNvGrpSpPr>
            <a:grpSpLocks/>
          </p:cNvGrpSpPr>
          <p:nvPr userDrawn="1"/>
        </p:nvGrpSpPr>
        <p:grpSpPr bwMode="auto">
          <a:xfrm>
            <a:off x="2844800" y="6553200"/>
            <a:ext cx="9347200" cy="46038"/>
            <a:chOff x="1905000" y="6553200"/>
            <a:chExt cx="7010400" cy="45719"/>
          </a:xfrm>
        </p:grpSpPr>
        <p:sp>
          <p:nvSpPr>
            <p:cNvPr id="12" name="Rectangle 11">
              <a:extLst>
                <a:ext uri="{FF2B5EF4-FFF2-40B4-BE49-F238E27FC236}">
                  <a16:creationId xmlns:a16="http://schemas.microsoft.com/office/drawing/2014/main" id="{9DF3A05D-6094-E546-768A-E69BB41C42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022624F4-3652-6C87-A1DC-123572BF37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a:extLst>
                <a:ext uri="{FF2B5EF4-FFF2-40B4-BE49-F238E27FC236}">
                  <a16:creationId xmlns:a16="http://schemas.microsoft.com/office/drawing/2014/main" id="{5CB87FA4-EB11-A94C-B040-40A5068BFD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BFD271EC-1594-E23F-77BD-19DE714DB0F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C8F2954-7E81-F252-859C-C1BAC280CA70}"/>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14">
            <a:extLst>
              <a:ext uri="{FF2B5EF4-FFF2-40B4-BE49-F238E27FC236}">
                <a16:creationId xmlns:a16="http://schemas.microsoft.com/office/drawing/2014/main" id="{1836EA06-F146-9ADB-E96B-4C0C0B8053D4}"/>
              </a:ext>
            </a:extLst>
          </p:cNvPr>
          <p:cNvSpPr txBox="1">
            <a:spLocks/>
          </p:cNvSpPr>
          <p:nvPr userDrawn="1"/>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a:t>
            </a:fld>
            <a:endParaRPr lang="en-US" altLang="en-US" dirty="0"/>
          </a:p>
        </p:txBody>
      </p:sp>
    </p:spTree>
    <p:extLst>
      <p:ext uri="{BB962C8B-B14F-4D97-AF65-F5344CB8AC3E}">
        <p14:creationId xmlns:p14="http://schemas.microsoft.com/office/powerpoint/2010/main" val="32324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BB64361-28A6-DFFF-E85E-714AF889F0D5}"/>
              </a:ext>
            </a:extLst>
          </p:cNvPr>
          <p:cNvGrpSpPr>
            <a:grpSpLocks/>
          </p:cNvGrpSpPr>
          <p:nvPr userDrawn="1"/>
        </p:nvGrpSpPr>
        <p:grpSpPr bwMode="auto">
          <a:xfrm>
            <a:off x="0" y="1295400"/>
            <a:ext cx="9347200" cy="46038"/>
            <a:chOff x="1905000" y="6553200"/>
            <a:chExt cx="7010400" cy="45719"/>
          </a:xfrm>
        </p:grpSpPr>
        <p:sp>
          <p:nvSpPr>
            <p:cNvPr id="3" name="Rectangle 2">
              <a:extLst>
                <a:ext uri="{FF2B5EF4-FFF2-40B4-BE49-F238E27FC236}">
                  <a16:creationId xmlns:a16="http://schemas.microsoft.com/office/drawing/2014/main" id="{5F8F244C-6559-87E4-FCB4-587302A3AB3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BD605ECF-A3BC-5186-45CE-8CA88DA38C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4806DCE-9255-F2E2-902D-27146983D3B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10">
            <a:extLst>
              <a:ext uri="{FF2B5EF4-FFF2-40B4-BE49-F238E27FC236}">
                <a16:creationId xmlns:a16="http://schemas.microsoft.com/office/drawing/2014/main" id="{29692ECC-3B99-B3F3-A43B-7DA00B08E06A}"/>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DCA5879F-260A-DD85-69E6-B59FDD955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381CD090-47A2-FDF6-614E-34C8D3CD2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C462E2A2-DD41-B565-9C98-301EE42DBD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C1AB2B4-BB04-CE2C-DDDC-60B8A2168B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CE2D532-445A-49EE-4D92-3CC2A530EA12}"/>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Slide Number Placeholder 14">
            <a:extLst>
              <a:ext uri="{FF2B5EF4-FFF2-40B4-BE49-F238E27FC236}">
                <a16:creationId xmlns:a16="http://schemas.microsoft.com/office/drawing/2014/main" id="{607E8724-B38F-EC6D-C5A9-365309A71A09}"/>
              </a:ext>
            </a:extLst>
          </p:cNvPr>
          <p:cNvSpPr txBox="1">
            <a:spLocks/>
          </p:cNvSpPr>
          <p:nvPr userDrawn="1"/>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a:t>
            </a:fld>
            <a:endParaRPr lang="en-US" altLang="en-US" dirty="0"/>
          </a:p>
        </p:txBody>
      </p:sp>
    </p:spTree>
    <p:extLst>
      <p:ext uri="{BB962C8B-B14F-4D97-AF65-F5344CB8AC3E}">
        <p14:creationId xmlns:p14="http://schemas.microsoft.com/office/powerpoint/2010/main" val="3056628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101471E5-BA9C-C404-CBB4-AB8466FE69F4}"/>
              </a:ext>
            </a:extLst>
          </p:cNvPr>
          <p:cNvGrpSpPr>
            <a:grpSpLocks/>
          </p:cNvGrpSpPr>
          <p:nvPr userDrawn="1"/>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1A16240B-57B5-7899-1FBC-317BCC508F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C7265D-AF23-E09C-4B6B-EFED422AEFC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A6AA464-01AD-8E7B-F609-CB6858979D6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13">
            <a:extLst>
              <a:ext uri="{FF2B5EF4-FFF2-40B4-BE49-F238E27FC236}">
                <a16:creationId xmlns:a16="http://schemas.microsoft.com/office/drawing/2014/main" id="{BC0A8C0F-11B7-7231-0B8F-1E9174B58CC2}"/>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6F89E48C-2487-7C1E-7211-34A33D0BCEE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568DD2ED-8790-9D15-B882-0DD897F68D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AB57335-2D3E-C585-DB31-B6F6F93B186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115798C1-2851-82D5-D939-2D22D1FEEF8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F2C0FF02-25BA-EC3D-C44C-782E6B250BA7}"/>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8922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5B26752-DA46-A6CC-66EF-6F22B07023D4}"/>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5C393414-BE56-CF1D-6B99-CA65116798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63161D9-0953-8CB4-06FD-977DF76B5F4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B27CF8AD-13CB-9D3F-F983-F830F9552A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0">
            <a:extLst>
              <a:ext uri="{FF2B5EF4-FFF2-40B4-BE49-F238E27FC236}">
                <a16:creationId xmlns:a16="http://schemas.microsoft.com/office/drawing/2014/main" id="{77FACA5D-0DD0-B85B-ED1C-80232C4A7D49}"/>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32CEFB37-B16E-85AC-06DC-22D9C9F5928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DFC191B-467E-2E4B-0A0B-BBE0CC15B4A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545F7DE3-1EB0-D097-0627-684453DFB87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6A2DFAF-A763-6B62-E51F-B74570A353A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863C766-5AA1-A6E0-154D-9ED04E0F1ED6}"/>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27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7F7025BE-84FC-15EE-133A-3ED99C39A6C6}"/>
              </a:ext>
            </a:extLst>
          </p:cNvPr>
          <p:cNvGrpSpPr>
            <a:grpSpLocks/>
          </p:cNvGrpSpPr>
          <p:nvPr userDrawn="1"/>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D0C3CA4F-89EB-99CB-F01E-6827DD2BA40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21EDA2C0-B690-E0A0-3C30-2BF7FD65121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F7F4623-0C5F-67CE-33E0-B7E85A4508A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24">
            <a:extLst>
              <a:ext uri="{FF2B5EF4-FFF2-40B4-BE49-F238E27FC236}">
                <a16:creationId xmlns:a16="http://schemas.microsoft.com/office/drawing/2014/main" id="{D2F224D4-5606-AA3C-AEDD-32E4FCCF0DF4}"/>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2F1D382F-3510-0BB8-060F-28D4FC11E22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FD8859DB-148C-C9D6-5711-60F191E764D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1D41F88A-372C-E3A4-6169-A279EB45F3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5A3621BA-83EF-7939-D721-1B3D2DF8AFC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C18E6DAD-56AD-D400-3E80-0FD896897269}"/>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7701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BE37EDBC-3E48-D6CA-CFEA-9C2E47D1C44D}"/>
              </a:ext>
            </a:extLst>
          </p:cNvPr>
          <p:cNvGrpSpPr>
            <a:grpSpLocks/>
          </p:cNvGrpSpPr>
          <p:nvPr userDrawn="1"/>
        </p:nvGrpSpPr>
        <p:grpSpPr bwMode="auto">
          <a:xfrm rot="5400000">
            <a:off x="7538509" y="2560109"/>
            <a:ext cx="5181600" cy="61383"/>
            <a:chOff x="1905000" y="6553200"/>
            <a:chExt cx="7010400" cy="45719"/>
          </a:xfrm>
        </p:grpSpPr>
        <p:sp>
          <p:nvSpPr>
            <p:cNvPr id="4" name="Rectangle 3">
              <a:extLst>
                <a:ext uri="{FF2B5EF4-FFF2-40B4-BE49-F238E27FC236}">
                  <a16:creationId xmlns:a16="http://schemas.microsoft.com/office/drawing/2014/main" id="{FBB1D34B-7918-FBCA-9776-78201E819A1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F10D5D9-AC32-C9D5-0995-40AD463F89C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EB6F306-BC41-3C67-1C3D-0F6D39A396E2}"/>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A78E8126-DCE3-B8CE-3755-97F5DB6E6C16}"/>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4EA246A-A909-E0AD-1AC8-82AA7CF61726}"/>
              </a:ext>
            </a:extLst>
          </p:cNvPr>
          <p:cNvSpPr txBox="1"/>
          <p:nvPr userDrawn="1"/>
        </p:nvSpPr>
        <p:spPr>
          <a:xfrm rot="5400000">
            <a:off x="-2748491" y="3808884"/>
            <a:ext cx="5867400" cy="230832"/>
          </a:xfrm>
          <a:prstGeom prst="rect">
            <a:avLst/>
          </a:prstGeom>
          <a:noFill/>
        </p:spPr>
        <p:txBody>
          <a:bodyPr>
            <a:spAutoFit/>
          </a:bodyPr>
          <a:lstStyle/>
          <a:p>
            <a:pPr algn="r" fontAlgn="auto">
              <a:spcBef>
                <a:spcPts val="0"/>
              </a:spcBef>
              <a:spcAft>
                <a:spcPts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50562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1626957-100C-C643-B588-44D52B9244CB}"/>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2" name="Straight Connector 1">
            <a:extLst>
              <a:ext uri="{FF2B5EF4-FFF2-40B4-BE49-F238E27FC236}">
                <a16:creationId xmlns:a16="http://schemas.microsoft.com/office/drawing/2014/main" id="{05CD131A-4297-A3D8-3C13-17D0E8697B07}"/>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26161A-B885-FE91-307E-8CA3F07103BD}"/>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65141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D1CDC-9B81-9643-AB97-B98FC5218CFC}"/>
              </a:ext>
            </a:extLst>
          </p:cNvPr>
          <p:cNvSpPr>
            <a:spLocks noGrp="1"/>
          </p:cNvSpPr>
          <p:nvPr>
            <p:ph idx="1"/>
          </p:nvPr>
        </p:nvSpPr>
        <p:spPr>
          <a:xfrm>
            <a:off x="838200" y="2168525"/>
            <a:ext cx="10515600" cy="4008438"/>
          </a:xfrm>
        </p:spPr>
        <p:txBody>
          <a:bodyPr>
            <a:normAutofit/>
          </a:bodyPr>
          <a:lstStyle>
            <a:lvl1pPr marL="228600" indent="-228600" algn="l" defTabSz="914400" rtl="0" eaLnBrk="1" latinLnBrk="0" hangingPunct="1">
              <a:lnSpc>
                <a:spcPct val="100000"/>
              </a:lnSpc>
              <a:spcBef>
                <a:spcPts val="1000"/>
              </a:spcBef>
              <a:buFontTx/>
              <a:buChar char="-"/>
              <a:defRPr lang="en-GB" sz="2400" kern="1200" spc="150" baseline="0" dirty="0" smtClean="0">
                <a:solidFill>
                  <a:schemeClr val="tx2"/>
                </a:solidFill>
                <a:latin typeface="Avenir Book" panose="02000503020000020003" pitchFamily="2" charset="0"/>
                <a:ea typeface="+mn-ea"/>
                <a:cs typeface="+mn-cs"/>
              </a:defRPr>
            </a:lvl1pPr>
            <a:lvl2pPr marL="715963" indent="-269875" algn="l" defTabSz="914400" rtl="0" eaLnBrk="1" latinLnBrk="0" hangingPunct="1">
              <a:lnSpc>
                <a:spcPct val="100000"/>
              </a:lnSpc>
              <a:spcBef>
                <a:spcPts val="1000"/>
              </a:spcBef>
              <a:buFontTx/>
              <a:buChar char="-"/>
              <a:tabLst/>
              <a:defRPr lang="en-GB" sz="2000" kern="1200" spc="150" baseline="0" dirty="0" smtClean="0">
                <a:solidFill>
                  <a:schemeClr val="tx2"/>
                </a:solidFill>
                <a:latin typeface="Avenir Book" panose="02000503020000020003" pitchFamily="2" charset="0"/>
                <a:ea typeface="+mn-ea"/>
                <a:cs typeface="+mn-cs"/>
              </a:defRPr>
            </a:lvl2pPr>
            <a:lvl3pPr marL="228600" indent="-228600" algn="l" defTabSz="914400" rtl="0" eaLnBrk="1" latinLnBrk="0" hangingPunct="1">
              <a:lnSpc>
                <a:spcPct val="100000"/>
              </a:lnSpc>
              <a:spcBef>
                <a:spcPts val="1000"/>
              </a:spcBef>
              <a:buFontTx/>
              <a:buChar char="-"/>
              <a:defRPr lang="en-GB" sz="2400" kern="1200" dirty="0" smtClean="0">
                <a:solidFill>
                  <a:schemeClr val="accent1"/>
                </a:solidFill>
                <a:latin typeface="Avenir Book" panose="02000503020000020003" pitchFamily="2" charset="0"/>
                <a:ea typeface="+mn-ea"/>
                <a:cs typeface="+mn-cs"/>
              </a:defRPr>
            </a:lvl3pPr>
            <a:lvl4pPr marL="800100" indent="-342900" algn="l" defTabSz="914400" rtl="0" eaLnBrk="1" latinLnBrk="0" hangingPunct="1">
              <a:lnSpc>
                <a:spcPct val="100000"/>
              </a:lnSpc>
              <a:spcBef>
                <a:spcPts val="1000"/>
              </a:spcBef>
              <a:buFontTx/>
              <a:buChar char="-"/>
              <a:tabLst/>
              <a:defRPr lang="en-GB" sz="2000" kern="1200" dirty="0" smtClean="0">
                <a:solidFill>
                  <a:schemeClr val="accent1"/>
                </a:solidFill>
                <a:latin typeface="Avenir Book" panose="02000503020000020003" pitchFamily="2" charset="0"/>
                <a:ea typeface="+mn-ea"/>
                <a:cs typeface="+mn-cs"/>
              </a:defRPr>
            </a:lvl4pPr>
            <a:lvl5pPr marL="228600" indent="-228600" algn="l" defTabSz="914400" rtl="0" eaLnBrk="1" latinLnBrk="0" hangingPunct="1">
              <a:lnSpc>
                <a:spcPct val="100000"/>
              </a:lnSpc>
              <a:spcBef>
                <a:spcPts val="1000"/>
              </a:spcBef>
              <a:buFontTx/>
              <a:buChar char="-"/>
              <a:defRPr lang="en-US" sz="2400" kern="1200" dirty="0">
                <a:solidFill>
                  <a:schemeClr val="accent1"/>
                </a:solidFill>
                <a:latin typeface="Avenir Book" panose="02000503020000020003" pitchFamily="2" charset="0"/>
                <a:ea typeface="+mn-ea"/>
                <a:cs typeface="+mn-cs"/>
              </a:defRPr>
            </a:lvl5pPr>
          </a:lstStyle>
          <a:p>
            <a:pPr lvl="0"/>
            <a:r>
              <a:rPr lang="en-GB"/>
              <a:t>Click to edit Master text styles</a:t>
            </a:r>
          </a:p>
          <a:p>
            <a:pPr lvl="1"/>
            <a:r>
              <a:rPr lang="en-GB"/>
              <a:t>Second level</a:t>
            </a:r>
          </a:p>
        </p:txBody>
      </p:sp>
      <p:sp>
        <p:nvSpPr>
          <p:cNvPr id="4" name="Title 1">
            <a:extLst>
              <a:ext uri="{FF2B5EF4-FFF2-40B4-BE49-F238E27FC236}">
                <a16:creationId xmlns:a16="http://schemas.microsoft.com/office/drawing/2014/main" id="{4AF2CC04-136C-5847-4639-1A348F7E7D52}"/>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7" name="Straight Connector 6">
            <a:extLst>
              <a:ext uri="{FF2B5EF4-FFF2-40B4-BE49-F238E27FC236}">
                <a16:creationId xmlns:a16="http://schemas.microsoft.com/office/drawing/2014/main" id="{875B07FB-CE49-1E9A-A003-6C06B6022400}"/>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186FC02-7EEB-D6D5-E9F1-040FBB15888E}"/>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371277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CF204-B4DA-19F8-A95C-600E736EA728}"/>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76A98CF-2FD4-3001-9D9E-D7F37EEC1E3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6651DF7-7FE3-7456-9AB8-42ACF4AE57EF}"/>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0303EFB-86DE-D646-A688-A4DEC0E087B5}" type="datetimeFigureOut">
              <a:rPr lang="en-US"/>
              <a:pPr>
                <a:defRPr/>
              </a:pPr>
              <a:t>7/26/25</a:t>
            </a:fld>
            <a:endParaRPr lang="en-US"/>
          </a:p>
        </p:txBody>
      </p:sp>
      <p:sp>
        <p:nvSpPr>
          <p:cNvPr id="5" name="Footer Placeholder 4">
            <a:extLst>
              <a:ext uri="{FF2B5EF4-FFF2-40B4-BE49-F238E27FC236}">
                <a16:creationId xmlns:a16="http://schemas.microsoft.com/office/drawing/2014/main" id="{00415557-86AA-54E4-D77C-3148B531F7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20D5BE07-73D3-50BE-02A5-B17FFB8A5050}"/>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14D22B9-C88A-F74D-986E-88AF5B09399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7.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commons.wikimedia.org/wiki/File:Placeholder_no_text.svg"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forms.cloud.microsoft/r/jGPSKG6jX0" TargetMode="Externa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www.investopedia.com/terms/s/stakeholder.asp"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forms.cloud.microsoft/r/Kuu4jqcDm7"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1E1709-732B-D83F-467D-D2FDB123E57A}"/>
              </a:ext>
            </a:extLst>
          </p:cNvPr>
          <p:cNvSpPr>
            <a:spLocks noGrp="1"/>
          </p:cNvSpPr>
          <p:nvPr>
            <p:ph type="title"/>
          </p:nvPr>
        </p:nvSpPr>
        <p:spPr/>
        <p:txBody>
          <a:bodyPr/>
          <a:lstStyle/>
          <a:p>
            <a:pPr eaLnBrk="1" fontAlgn="auto" hangingPunct="1">
              <a:spcAft>
                <a:spcPts val="0"/>
              </a:spcAft>
              <a:defRPr/>
            </a:pPr>
            <a:r>
              <a:rPr lang="en-US" dirty="0"/>
              <a:t>Communication, Estimation &amp; Negotiation</a:t>
            </a:r>
          </a:p>
        </p:txBody>
      </p:sp>
      <p:sp>
        <p:nvSpPr>
          <p:cNvPr id="13315" name="Content Placeholder 5">
            <a:extLst>
              <a:ext uri="{FF2B5EF4-FFF2-40B4-BE49-F238E27FC236}">
                <a16:creationId xmlns:a16="http://schemas.microsoft.com/office/drawing/2014/main" id="{9B2DAEF6-6F9A-B62B-285D-D897E19EEA6A}"/>
              </a:ext>
            </a:extLst>
          </p:cNvPr>
          <p:cNvSpPr>
            <a:spLocks noGrp="1"/>
          </p:cNvSpPr>
          <p:nvPr>
            <p:ph sz="quarter" idx="13"/>
          </p:nvPr>
        </p:nvSpPr>
        <p:spPr/>
        <p:txBody>
          <a:bodyPr/>
          <a:lstStyle/>
          <a:p>
            <a:pPr eaLnBrk="1" hangingPunct="1">
              <a:spcBef>
                <a:spcPct val="0"/>
              </a:spcBef>
            </a:pPr>
            <a:r>
              <a:rPr lang="en-US" altLang="en-US" dirty="0"/>
              <a:t>Rahul Mohandas</a:t>
            </a:r>
          </a:p>
          <a:p>
            <a:pPr eaLnBrk="1" hangingPunct="1">
              <a:spcBef>
                <a:spcPct val="0"/>
              </a:spcBef>
            </a:pP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F6331-FA13-C3D2-E2AC-DE29B104FF03}"/>
              </a:ext>
            </a:extLst>
          </p:cNvPr>
          <p:cNvSpPr>
            <a:spLocks noGrp="1"/>
          </p:cNvSpPr>
          <p:nvPr>
            <p:ph sz="quarter" idx="10"/>
          </p:nvPr>
        </p:nvSpPr>
        <p:spPr/>
        <p:txBody>
          <a:bodyPr/>
          <a:lstStyle/>
          <a:p>
            <a:pPr eaLnBrk="1" hangingPunct="1">
              <a:spcBef>
                <a:spcPct val="0"/>
              </a:spcBef>
              <a:buFont typeface="Arial" charset="0"/>
              <a:buNone/>
              <a:defRPr/>
            </a:pPr>
            <a:r>
              <a:rPr lang="en-US" sz="3200" dirty="0">
                <a:latin typeface="Arial" charset="0"/>
                <a:cs typeface="Arial" charset="0"/>
              </a:rPr>
              <a:t>S1-25_SEZG509 Communication, Estimation &amp; Negotiation</a:t>
            </a:r>
          </a:p>
          <a:p>
            <a:pPr eaLnBrk="1" hangingPunct="1">
              <a:spcBef>
                <a:spcPct val="0"/>
              </a:spcBef>
              <a:buFont typeface="Arial" charset="0"/>
              <a:buNone/>
              <a:defRPr/>
            </a:pPr>
            <a:r>
              <a:rPr lang="en-US" sz="3200" dirty="0">
                <a:latin typeface="Arial" charset="0"/>
                <a:cs typeface="Arial" charset="0"/>
              </a:rPr>
              <a:t>Session #1 – Sunday, 27 July 2025</a:t>
            </a:r>
          </a:p>
          <a:p>
            <a:pPr eaLnBrk="1" hangingPunct="1">
              <a:spcBef>
                <a:spcPct val="0"/>
              </a:spcBef>
              <a:buFont typeface="Arial" charset="0"/>
              <a:buNone/>
              <a:defRPr/>
            </a:pPr>
            <a:r>
              <a:rPr lang="en-US" sz="3200" dirty="0">
                <a:latin typeface="Arial" charset="0"/>
                <a:cs typeface="Arial" charset="0"/>
              </a:rPr>
              <a:t>Rahul Mohandas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478C4CD-E9F9-366B-FEF4-47DBD402599A}"/>
              </a:ext>
            </a:extLst>
          </p:cNvPr>
          <p:cNvSpPr>
            <a:spLocks noGrp="1"/>
          </p:cNvSpPr>
          <p:nvPr>
            <p:ph idx="1"/>
          </p:nvPr>
        </p:nvSpPr>
        <p:spPr>
          <a:xfrm>
            <a:off x="406400" y="1493838"/>
            <a:ext cx="10972800" cy="4525963"/>
          </a:xfrm>
        </p:spPr>
        <p:txBody>
          <a:bodyPr/>
          <a:lstStyle/>
          <a:p>
            <a:pPr>
              <a:buFont typeface="Arial" panose="020B0604020202020204" pitchFamily="34" charset="0"/>
              <a:buChar char="•"/>
            </a:pPr>
            <a:r>
              <a:rPr lang="en-IN" dirty="0"/>
              <a:t>Introduction &amp; Expectations</a:t>
            </a:r>
          </a:p>
          <a:p>
            <a:pPr>
              <a:buFont typeface="Arial" panose="020B0604020202020204" pitchFamily="34" charset="0"/>
              <a:buChar char="•"/>
            </a:pPr>
            <a:r>
              <a:rPr lang="en-IN" dirty="0"/>
              <a:t>Why Stakeholder Engagement</a:t>
            </a:r>
          </a:p>
          <a:p>
            <a:pPr>
              <a:buFont typeface="Arial" panose="020B0604020202020204" pitchFamily="34" charset="0"/>
              <a:buChar char="•"/>
            </a:pPr>
            <a:r>
              <a:rPr lang="en-IN" dirty="0"/>
              <a:t>Understanding the dimensions of negotiation</a:t>
            </a:r>
          </a:p>
          <a:p>
            <a:pPr>
              <a:buFont typeface="Arial" panose="020B0604020202020204" pitchFamily="34" charset="0"/>
              <a:buChar char="•"/>
            </a:pPr>
            <a:r>
              <a:rPr lang="en-IN" dirty="0"/>
              <a:t>Breakout Room Activity</a:t>
            </a:r>
          </a:p>
          <a:p>
            <a:pPr>
              <a:buFont typeface="Arial" panose="020B0604020202020204" pitchFamily="34" charset="0"/>
              <a:buChar char="•"/>
            </a:pPr>
            <a:r>
              <a:rPr lang="en-IN" dirty="0"/>
              <a:t>Essence of stakeholder engagement</a:t>
            </a:r>
          </a:p>
          <a:p>
            <a:pPr>
              <a:buFont typeface="Arial" panose="020B0604020202020204" pitchFamily="34" charset="0"/>
              <a:buChar char="•"/>
            </a:pPr>
            <a:r>
              <a:rPr lang="en-IN" dirty="0"/>
              <a:t>Similarities between Leadership &amp; Product Management</a:t>
            </a:r>
            <a:endParaRPr lang="en-US" dirty="0"/>
          </a:p>
        </p:txBody>
      </p:sp>
      <p:sp>
        <p:nvSpPr>
          <p:cNvPr id="5" name="Content Placeholder 4">
            <a:extLst>
              <a:ext uri="{FF2B5EF4-FFF2-40B4-BE49-F238E27FC236}">
                <a16:creationId xmlns:a16="http://schemas.microsoft.com/office/drawing/2014/main" id="{8E29BA93-FC40-3782-060A-5695B34807F8}"/>
              </a:ext>
            </a:extLst>
          </p:cNvPr>
          <p:cNvSpPr>
            <a:spLocks noGrp="1"/>
          </p:cNvSpPr>
          <p:nvPr>
            <p:ph sz="quarter" idx="10"/>
          </p:nvPr>
        </p:nvSpPr>
        <p:spPr>
          <a:xfrm>
            <a:off x="406400" y="152400"/>
            <a:ext cx="8432800" cy="1143000"/>
          </a:xfrm>
        </p:spPr>
        <p:txBody>
          <a:bodyPr/>
          <a:lstStyle/>
          <a:p>
            <a:r>
              <a:rPr lang="en-US" dirty="0"/>
              <a:t>Discussion Topics</a:t>
            </a:r>
          </a:p>
        </p:txBody>
      </p:sp>
    </p:spTree>
    <p:extLst>
      <p:ext uri="{BB962C8B-B14F-4D97-AF65-F5344CB8AC3E}">
        <p14:creationId xmlns:p14="http://schemas.microsoft.com/office/powerpoint/2010/main" val="23016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F514915E-D365-4D3C-276B-25C84E6AF989}"/>
              </a:ext>
            </a:extLst>
          </p:cNvPr>
          <p:cNvSpPr>
            <a:spLocks noGrp="1"/>
          </p:cNvSpPr>
          <p:nvPr>
            <p:ph sz="quarter" idx="10"/>
          </p:nvPr>
        </p:nvSpPr>
        <p:spPr/>
        <p:txBody>
          <a:bodyPr/>
          <a:lstStyle/>
          <a:p>
            <a:r>
              <a:rPr lang="en-US" dirty="0"/>
              <a:t>Corporate Adventures – 1996 – 2019</a:t>
            </a:r>
          </a:p>
        </p:txBody>
      </p:sp>
      <p:pic>
        <p:nvPicPr>
          <p:cNvPr id="3" name="Picture 2">
            <a:extLst>
              <a:ext uri="{FF2B5EF4-FFF2-40B4-BE49-F238E27FC236}">
                <a16:creationId xmlns:a16="http://schemas.microsoft.com/office/drawing/2014/main" id="{30B46D6D-AB04-7787-F62C-7EBC6CD4F3F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40945" y="3532908"/>
            <a:ext cx="2263244" cy="1385660"/>
          </a:xfrm>
          <a:prstGeom prst="rect">
            <a:avLst/>
          </a:prstGeom>
        </p:spPr>
      </p:pic>
      <p:pic>
        <p:nvPicPr>
          <p:cNvPr id="4" name="Picture 3">
            <a:extLst>
              <a:ext uri="{FF2B5EF4-FFF2-40B4-BE49-F238E27FC236}">
                <a16:creationId xmlns:a16="http://schemas.microsoft.com/office/drawing/2014/main" id="{7AEA4A31-92AE-4D48-4F53-054D62E16CB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8200" y="2494173"/>
            <a:ext cx="1777455" cy="451307"/>
          </a:xfrm>
          <a:prstGeom prst="rect">
            <a:avLst/>
          </a:prstGeom>
        </p:spPr>
      </p:pic>
      <p:pic>
        <p:nvPicPr>
          <p:cNvPr id="5" name="Picture 4">
            <a:extLst>
              <a:ext uri="{FF2B5EF4-FFF2-40B4-BE49-F238E27FC236}">
                <a16:creationId xmlns:a16="http://schemas.microsoft.com/office/drawing/2014/main" id="{3EEA2C6A-182E-8949-C0F6-06C30A009E39}"/>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t="-1"/>
          <a:stretch/>
        </p:blipFill>
        <p:spPr>
          <a:xfrm>
            <a:off x="2824249" y="2210350"/>
            <a:ext cx="2975670" cy="911719"/>
          </a:xfrm>
          <a:prstGeom prst="rect">
            <a:avLst/>
          </a:prstGeom>
        </p:spPr>
      </p:pic>
      <p:pic>
        <p:nvPicPr>
          <p:cNvPr id="6" name="Picture 5">
            <a:extLst>
              <a:ext uri="{FF2B5EF4-FFF2-40B4-BE49-F238E27FC236}">
                <a16:creationId xmlns:a16="http://schemas.microsoft.com/office/drawing/2014/main" id="{405F10CE-68EC-5127-FD2F-4A481AB18947}"/>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455084" y="3735932"/>
            <a:ext cx="1718718" cy="970223"/>
          </a:xfrm>
          <a:prstGeom prst="rect">
            <a:avLst/>
          </a:prstGeom>
        </p:spPr>
      </p:pic>
      <p:pic>
        <p:nvPicPr>
          <p:cNvPr id="7" name="Picture 6">
            <a:extLst>
              <a:ext uri="{FF2B5EF4-FFF2-40B4-BE49-F238E27FC236}">
                <a16:creationId xmlns:a16="http://schemas.microsoft.com/office/drawing/2014/main" id="{B2873D21-76E3-AE08-955E-7B4F293D7FC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1878145" y="5155010"/>
            <a:ext cx="2263244" cy="722050"/>
          </a:xfrm>
          <a:prstGeom prst="rect">
            <a:avLst/>
          </a:prstGeom>
        </p:spPr>
      </p:pic>
      <p:sp>
        <p:nvSpPr>
          <p:cNvPr id="8" name="TextBox 7">
            <a:extLst>
              <a:ext uri="{FF2B5EF4-FFF2-40B4-BE49-F238E27FC236}">
                <a16:creationId xmlns:a16="http://schemas.microsoft.com/office/drawing/2014/main" id="{A73B4DA4-3F50-15DA-F5A2-2C3C31299EA7}"/>
              </a:ext>
            </a:extLst>
          </p:cNvPr>
          <p:cNvSpPr txBox="1"/>
          <p:nvPr/>
        </p:nvSpPr>
        <p:spPr>
          <a:xfrm>
            <a:off x="6744157" y="2424723"/>
            <a:ext cx="4644368" cy="3110760"/>
          </a:xfrm>
          <a:prstGeom prst="rect">
            <a:avLst/>
          </a:prstGeom>
          <a:noFill/>
        </p:spPr>
        <p:txBody>
          <a:bodyPr wrap="square" tIns="72000" bIns="72000" rtlCol="0" anchor="ctr">
            <a:noAutofit/>
          </a:bodyPr>
          <a:lstStyle/>
          <a:p>
            <a:pPr algn="l"/>
            <a:r>
              <a:rPr lang="en-US" sz="2000" dirty="0">
                <a:solidFill>
                  <a:schemeClr val="tx1"/>
                </a:solidFill>
                <a:latin typeface="Avenir Book" panose="02000503020000020003" pitchFamily="2" charset="0"/>
              </a:rPr>
              <a:t>Sales transaction system handling over INR 30 Cr/ day</a:t>
            </a:r>
          </a:p>
          <a:p>
            <a:pPr algn="l"/>
            <a:endParaRPr lang="en-US" sz="2000" dirty="0">
              <a:latin typeface="Avenir Book" panose="02000503020000020003" pitchFamily="2" charset="0"/>
            </a:endParaRPr>
          </a:p>
          <a:p>
            <a:pPr algn="l"/>
            <a:r>
              <a:rPr lang="en-US" sz="2000" dirty="0">
                <a:solidFill>
                  <a:schemeClr val="tx1"/>
                </a:solidFill>
                <a:latin typeface="Avenir Book" panose="02000503020000020003" pitchFamily="2" charset="0"/>
              </a:rPr>
              <a:t>Brand scorecards monitoring brands with revenues of over EUR 25 Bn/ year</a:t>
            </a:r>
          </a:p>
          <a:p>
            <a:pPr algn="l"/>
            <a:endParaRPr lang="en-US" sz="2000" dirty="0">
              <a:latin typeface="Avenir Book" panose="02000503020000020003" pitchFamily="2" charset="0"/>
            </a:endParaRPr>
          </a:p>
          <a:p>
            <a:pPr algn="l"/>
            <a:r>
              <a:rPr lang="en-US" sz="2000" dirty="0">
                <a:solidFill>
                  <a:schemeClr val="tx1"/>
                </a:solidFill>
                <a:latin typeface="Avenir Book" panose="02000503020000020003" pitchFamily="2" charset="0"/>
              </a:rPr>
              <a:t>Travel systems handling over 1.2 Mn transactions/ month</a:t>
            </a:r>
          </a:p>
        </p:txBody>
      </p:sp>
    </p:spTree>
    <p:extLst>
      <p:ext uri="{BB962C8B-B14F-4D97-AF65-F5344CB8AC3E}">
        <p14:creationId xmlns:p14="http://schemas.microsoft.com/office/powerpoint/2010/main" val="1041053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88B351-FA10-1F3C-293A-533989C4341D}"/>
              </a:ext>
            </a:extLst>
          </p:cNvPr>
          <p:cNvSpPr>
            <a:spLocks noGrp="1"/>
          </p:cNvSpPr>
          <p:nvPr>
            <p:ph sz="quarter" idx="10"/>
          </p:nvPr>
        </p:nvSpPr>
        <p:spPr/>
        <p:txBody>
          <a:bodyPr/>
          <a:lstStyle/>
          <a:p>
            <a:r>
              <a:rPr lang="en-US" sz="3600" dirty="0"/>
              <a:t>Now A Solopreneur</a:t>
            </a:r>
            <a:endParaRPr lang="en-US" dirty="0"/>
          </a:p>
        </p:txBody>
      </p:sp>
      <p:grpSp>
        <p:nvGrpSpPr>
          <p:cNvPr id="12" name="Group 11">
            <a:extLst>
              <a:ext uri="{FF2B5EF4-FFF2-40B4-BE49-F238E27FC236}">
                <a16:creationId xmlns:a16="http://schemas.microsoft.com/office/drawing/2014/main" id="{9013D100-A883-8A6D-60C7-9964762F2263}"/>
              </a:ext>
            </a:extLst>
          </p:cNvPr>
          <p:cNvGrpSpPr/>
          <p:nvPr/>
        </p:nvGrpSpPr>
        <p:grpSpPr>
          <a:xfrm>
            <a:off x="990600" y="2362200"/>
            <a:ext cx="8577518" cy="2949096"/>
            <a:chOff x="725942" y="2683162"/>
            <a:chExt cx="8577518" cy="2949096"/>
          </a:xfrm>
        </p:grpSpPr>
        <p:sp>
          <p:nvSpPr>
            <p:cNvPr id="5" name="Rounded Rectangle 4">
              <a:extLst>
                <a:ext uri="{FF2B5EF4-FFF2-40B4-BE49-F238E27FC236}">
                  <a16:creationId xmlns:a16="http://schemas.microsoft.com/office/drawing/2014/main" id="{B5EDA1C9-436C-C2BB-CBC3-219F1EC835C2}"/>
                </a:ext>
              </a:extLst>
            </p:cNvPr>
            <p:cNvSpPr/>
            <p:nvPr/>
          </p:nvSpPr>
          <p:spPr>
            <a:xfrm>
              <a:off x="725942" y="2683162"/>
              <a:ext cx="4907149" cy="657824"/>
            </a:xfrm>
            <a:prstGeom prst="roundRect">
              <a:avLst/>
            </a:prstGeom>
            <a:noFill/>
            <a:ln w="28575">
              <a:solidFill>
                <a:schemeClr val="bg2"/>
              </a:solid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463" tIns="142311" rIns="215463" bIns="142311" numCol="1" spcCol="1270" anchor="ctr" anchorCtr="0">
              <a:noAutofit/>
            </a:bodyPr>
            <a:lstStyle/>
            <a:p>
              <a:pPr algn="ctr" defTabSz="1066800">
                <a:lnSpc>
                  <a:spcPct val="90000"/>
                </a:lnSpc>
                <a:spcAft>
                  <a:spcPct val="35000"/>
                </a:spcAft>
              </a:pPr>
              <a:r>
                <a:rPr lang="en-GB" sz="2400" dirty="0">
                  <a:solidFill>
                    <a:schemeClr val="tx1"/>
                  </a:solidFill>
                  <a:latin typeface="Calibri" panose="020F0502020204030204" pitchFamily="34" charset="0"/>
                  <a:cs typeface="Calibri" panose="020F0502020204030204" pitchFamily="34" charset="0"/>
                </a:rPr>
                <a:t>Learning Facilitator</a:t>
              </a:r>
            </a:p>
          </p:txBody>
        </p:sp>
        <p:sp>
          <p:nvSpPr>
            <p:cNvPr id="9" name="Freeform 8">
              <a:extLst>
                <a:ext uri="{FF2B5EF4-FFF2-40B4-BE49-F238E27FC236}">
                  <a16:creationId xmlns:a16="http://schemas.microsoft.com/office/drawing/2014/main" id="{0955E6CB-F083-9BDF-8DB1-D36DA51947F7}"/>
                </a:ext>
              </a:extLst>
            </p:cNvPr>
            <p:cNvSpPr/>
            <p:nvPr/>
          </p:nvSpPr>
          <p:spPr>
            <a:xfrm>
              <a:off x="7010400" y="2683162"/>
              <a:ext cx="2293060" cy="657824"/>
            </a:xfrm>
            <a:custGeom>
              <a:avLst/>
              <a:gdLst>
                <a:gd name="connsiteX0" fmla="*/ 0 w 3057413"/>
                <a:gd name="connsiteY0" fmla="*/ 203832 h 1222965"/>
                <a:gd name="connsiteX1" fmla="*/ 203832 w 3057413"/>
                <a:gd name="connsiteY1" fmla="*/ 0 h 1222965"/>
                <a:gd name="connsiteX2" fmla="*/ 2853581 w 3057413"/>
                <a:gd name="connsiteY2" fmla="*/ 0 h 1222965"/>
                <a:gd name="connsiteX3" fmla="*/ 3057413 w 3057413"/>
                <a:gd name="connsiteY3" fmla="*/ 203832 h 1222965"/>
                <a:gd name="connsiteX4" fmla="*/ 3057413 w 3057413"/>
                <a:gd name="connsiteY4" fmla="*/ 1019133 h 1222965"/>
                <a:gd name="connsiteX5" fmla="*/ 2853581 w 3057413"/>
                <a:gd name="connsiteY5" fmla="*/ 1222965 h 1222965"/>
                <a:gd name="connsiteX6" fmla="*/ 203832 w 3057413"/>
                <a:gd name="connsiteY6" fmla="*/ 1222965 h 1222965"/>
                <a:gd name="connsiteX7" fmla="*/ 0 w 3057413"/>
                <a:gd name="connsiteY7" fmla="*/ 1019133 h 1222965"/>
                <a:gd name="connsiteX8" fmla="*/ 0 w 3057413"/>
                <a:gd name="connsiteY8" fmla="*/ 203832 h 1222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7413" h="1222965">
                  <a:moveTo>
                    <a:pt x="0" y="203832"/>
                  </a:moveTo>
                  <a:cubicBezTo>
                    <a:pt x="0" y="91259"/>
                    <a:pt x="91259" y="0"/>
                    <a:pt x="203832" y="0"/>
                  </a:cubicBezTo>
                  <a:lnTo>
                    <a:pt x="2853581" y="0"/>
                  </a:lnTo>
                  <a:cubicBezTo>
                    <a:pt x="2966154" y="0"/>
                    <a:pt x="3057413" y="91259"/>
                    <a:pt x="3057413" y="203832"/>
                  </a:cubicBezTo>
                  <a:lnTo>
                    <a:pt x="3057413" y="1019133"/>
                  </a:lnTo>
                  <a:cubicBezTo>
                    <a:pt x="3057413" y="1131706"/>
                    <a:pt x="2966154" y="1222965"/>
                    <a:pt x="2853581" y="1222965"/>
                  </a:cubicBezTo>
                  <a:lnTo>
                    <a:pt x="203832" y="1222965"/>
                  </a:lnTo>
                  <a:cubicBezTo>
                    <a:pt x="91259" y="1222965"/>
                    <a:pt x="0" y="1131706"/>
                    <a:pt x="0" y="1019133"/>
                  </a:cubicBezTo>
                  <a:lnTo>
                    <a:pt x="0" y="203832"/>
                  </a:lnTo>
                  <a:close/>
                </a:path>
              </a:pathLst>
            </a:custGeom>
            <a:noFill/>
            <a:ln w="28575">
              <a:solidFill>
                <a:schemeClr val="bg2"/>
              </a:solid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463" tIns="142311" rIns="215463" bIns="142311" numCol="1" spcCol="1270" anchor="ctr" anchorCtr="0">
              <a:noAutofit/>
            </a:bodyPr>
            <a:lstStyle/>
            <a:p>
              <a:pPr algn="ctr" defTabSz="1066800">
                <a:lnSpc>
                  <a:spcPct val="90000"/>
                </a:lnSpc>
                <a:spcAft>
                  <a:spcPct val="35000"/>
                </a:spcAft>
              </a:pPr>
              <a:r>
                <a:rPr lang="en-GB" sz="2400" dirty="0">
                  <a:solidFill>
                    <a:schemeClr val="tx1"/>
                  </a:solidFill>
                  <a:latin typeface="Calibri" panose="020F0502020204030204" pitchFamily="34" charset="0"/>
                  <a:cs typeface="Calibri" panose="020F0502020204030204" pitchFamily="34" charset="0"/>
                </a:rPr>
                <a:t>Advisor</a:t>
              </a:r>
            </a:p>
          </p:txBody>
        </p:sp>
        <p:grpSp>
          <p:nvGrpSpPr>
            <p:cNvPr id="10" name="Group 9">
              <a:extLst>
                <a:ext uri="{FF2B5EF4-FFF2-40B4-BE49-F238E27FC236}">
                  <a16:creationId xmlns:a16="http://schemas.microsoft.com/office/drawing/2014/main" id="{E4F9FCDD-9983-F61A-E285-3DDF7ACB6504}"/>
                </a:ext>
              </a:extLst>
            </p:cNvPr>
            <p:cNvGrpSpPr/>
            <p:nvPr/>
          </p:nvGrpSpPr>
          <p:grpSpPr>
            <a:xfrm>
              <a:off x="3337258" y="3507950"/>
              <a:ext cx="2293060" cy="1291920"/>
              <a:chOff x="725942" y="3521777"/>
              <a:chExt cx="2293060" cy="1291920"/>
            </a:xfrm>
          </p:grpSpPr>
          <p:sp>
            <p:nvSpPr>
              <p:cNvPr id="8" name="Freeform 7">
                <a:extLst>
                  <a:ext uri="{FF2B5EF4-FFF2-40B4-BE49-F238E27FC236}">
                    <a16:creationId xmlns:a16="http://schemas.microsoft.com/office/drawing/2014/main" id="{761062E3-9AB2-3C36-4068-A357300D5AEB}"/>
                  </a:ext>
                </a:extLst>
              </p:cNvPr>
              <p:cNvSpPr/>
              <p:nvPr/>
            </p:nvSpPr>
            <p:spPr>
              <a:xfrm>
                <a:off x="725942" y="3521777"/>
                <a:ext cx="2293060" cy="657824"/>
              </a:xfrm>
              <a:custGeom>
                <a:avLst/>
                <a:gdLst>
                  <a:gd name="connsiteX0" fmla="*/ 0 w 3057413"/>
                  <a:gd name="connsiteY0" fmla="*/ 0 h 2723040"/>
                  <a:gd name="connsiteX1" fmla="*/ 3057413 w 3057413"/>
                  <a:gd name="connsiteY1" fmla="*/ 0 h 2723040"/>
                  <a:gd name="connsiteX2" fmla="*/ 3057413 w 3057413"/>
                  <a:gd name="connsiteY2" fmla="*/ 2723040 h 2723040"/>
                  <a:gd name="connsiteX3" fmla="*/ 0 w 3057413"/>
                  <a:gd name="connsiteY3" fmla="*/ 2723040 h 2723040"/>
                  <a:gd name="connsiteX4" fmla="*/ 0 w 3057413"/>
                  <a:gd name="connsiteY4" fmla="*/ 0 h 2723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13" h="2723040">
                    <a:moveTo>
                      <a:pt x="0" y="0"/>
                    </a:moveTo>
                    <a:lnTo>
                      <a:pt x="3057413" y="0"/>
                    </a:lnTo>
                    <a:lnTo>
                      <a:pt x="3057413" y="2723040"/>
                    </a:lnTo>
                    <a:lnTo>
                      <a:pt x="0" y="2723040"/>
                    </a:lnTo>
                    <a:lnTo>
                      <a:pt x="0" y="0"/>
                    </a:lnTo>
                    <a:close/>
                  </a:path>
                </a:pathLst>
              </a:custGeom>
              <a:no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171450" lvl="1" indent="-171450" algn="ctr" defTabSz="666750">
                  <a:lnSpc>
                    <a:spcPct val="90000"/>
                  </a:lnSpc>
                  <a:spcAft>
                    <a:spcPct val="15000"/>
                  </a:spcAft>
                </a:pPr>
                <a:r>
                  <a:rPr lang="en-GB" sz="1600" b="1" dirty="0">
                    <a:latin typeface="Calibri" panose="020F0502020204030204" pitchFamily="34" charset="0"/>
                    <a:cs typeface="Calibri" panose="020F0502020204030204" pitchFamily="34" charset="0"/>
                  </a:rPr>
                  <a:t>Leadership Development</a:t>
                </a:r>
              </a:p>
            </p:txBody>
          </p:sp>
          <p:pic>
            <p:nvPicPr>
              <p:cNvPr id="3096" name="Picture 24">
                <a:extLst>
                  <a:ext uri="{FF2B5EF4-FFF2-40B4-BE49-F238E27FC236}">
                    <a16:creationId xmlns:a16="http://schemas.microsoft.com/office/drawing/2014/main" id="{3375ADAB-BB7D-1544-550B-77B2E4C658D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45819" y="4038600"/>
                <a:ext cx="1453306" cy="7750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oup 2">
              <a:extLst>
                <a:ext uri="{FF2B5EF4-FFF2-40B4-BE49-F238E27FC236}">
                  <a16:creationId xmlns:a16="http://schemas.microsoft.com/office/drawing/2014/main" id="{1421BE34-ABCB-8FC1-1FE7-9C7CF419B812}"/>
                </a:ext>
              </a:extLst>
            </p:cNvPr>
            <p:cNvGrpSpPr/>
            <p:nvPr/>
          </p:nvGrpSpPr>
          <p:grpSpPr>
            <a:xfrm>
              <a:off x="7260628" y="3702310"/>
              <a:ext cx="1792607" cy="1479290"/>
              <a:chOff x="7260628" y="3702310"/>
              <a:chExt cx="1792607" cy="1479290"/>
            </a:xfrm>
          </p:grpSpPr>
          <p:pic>
            <p:nvPicPr>
              <p:cNvPr id="3090" name="Picture 18" descr="all consultants useready augmented analytics and migration accelerators ...">
                <a:extLst>
                  <a:ext uri="{FF2B5EF4-FFF2-40B4-BE49-F238E27FC236}">
                    <a16:creationId xmlns:a16="http://schemas.microsoft.com/office/drawing/2014/main" id="{E94E9751-4F47-1A80-86C1-7C20C8C09BA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260628" y="3702310"/>
                <a:ext cx="1792607" cy="751446"/>
              </a:xfrm>
              <a:prstGeom prst="rect">
                <a:avLst/>
              </a:prstGeom>
              <a:solidFill>
                <a:schemeClr val="bg1"/>
              </a:solidFill>
            </p:spPr>
          </p:pic>
          <p:pic>
            <p:nvPicPr>
              <p:cNvPr id="3092" name="Picture 20" descr="Image result for flexday.ai">
                <a:extLst>
                  <a:ext uri="{FF2B5EF4-FFF2-40B4-BE49-F238E27FC236}">
                    <a16:creationId xmlns:a16="http://schemas.microsoft.com/office/drawing/2014/main" id="{AF057859-DDA5-0F5F-F0F0-2BF7CA01A175}"/>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7316970" y="4527540"/>
                <a:ext cx="1679923" cy="65406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83E6D0DB-40A2-0377-8993-ADBE800C302A}"/>
                </a:ext>
              </a:extLst>
            </p:cNvPr>
            <p:cNvGrpSpPr/>
            <p:nvPr/>
          </p:nvGrpSpPr>
          <p:grpSpPr>
            <a:xfrm>
              <a:off x="725942" y="3507950"/>
              <a:ext cx="2293060" cy="2124308"/>
              <a:chOff x="3345740" y="3524067"/>
              <a:chExt cx="2293060" cy="2124308"/>
            </a:xfrm>
          </p:grpSpPr>
          <p:sp>
            <p:nvSpPr>
              <p:cNvPr id="6" name="Freeform 5">
                <a:extLst>
                  <a:ext uri="{FF2B5EF4-FFF2-40B4-BE49-F238E27FC236}">
                    <a16:creationId xmlns:a16="http://schemas.microsoft.com/office/drawing/2014/main" id="{92C4FADC-7303-6286-CACC-93A98C73DFB2}"/>
                  </a:ext>
                </a:extLst>
              </p:cNvPr>
              <p:cNvSpPr/>
              <p:nvPr/>
            </p:nvSpPr>
            <p:spPr>
              <a:xfrm>
                <a:off x="3345740" y="3524067"/>
                <a:ext cx="2293060" cy="657824"/>
              </a:xfrm>
              <a:custGeom>
                <a:avLst/>
                <a:gdLst>
                  <a:gd name="connsiteX0" fmla="*/ 0 w 3057413"/>
                  <a:gd name="connsiteY0" fmla="*/ 0 h 2723040"/>
                  <a:gd name="connsiteX1" fmla="*/ 3057413 w 3057413"/>
                  <a:gd name="connsiteY1" fmla="*/ 0 h 2723040"/>
                  <a:gd name="connsiteX2" fmla="*/ 3057413 w 3057413"/>
                  <a:gd name="connsiteY2" fmla="*/ 2723040 h 2723040"/>
                  <a:gd name="connsiteX3" fmla="*/ 0 w 3057413"/>
                  <a:gd name="connsiteY3" fmla="*/ 2723040 h 2723040"/>
                  <a:gd name="connsiteX4" fmla="*/ 0 w 3057413"/>
                  <a:gd name="connsiteY4" fmla="*/ 0 h 2723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13" h="2723040">
                    <a:moveTo>
                      <a:pt x="0" y="0"/>
                    </a:moveTo>
                    <a:lnTo>
                      <a:pt x="3057413" y="0"/>
                    </a:lnTo>
                    <a:lnTo>
                      <a:pt x="3057413" y="2723040"/>
                    </a:lnTo>
                    <a:lnTo>
                      <a:pt x="0" y="2723040"/>
                    </a:lnTo>
                    <a:lnTo>
                      <a:pt x="0" y="0"/>
                    </a:lnTo>
                    <a:close/>
                  </a:path>
                </a:pathLst>
              </a:custGeom>
              <a:no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171450" lvl="1" indent="-171450" algn="ctr" defTabSz="666750">
                  <a:lnSpc>
                    <a:spcPct val="90000"/>
                  </a:lnSpc>
                  <a:spcAft>
                    <a:spcPct val="15000"/>
                  </a:spcAft>
                </a:pPr>
                <a:r>
                  <a:rPr lang="en-GB" sz="1600" b="1" dirty="0">
                    <a:latin typeface="Calibri" panose="020F0502020204030204" pitchFamily="34" charset="0"/>
                    <a:cs typeface="Calibri" panose="020F0502020204030204" pitchFamily="34" charset="0"/>
                  </a:rPr>
                  <a:t>Product Management</a:t>
                </a:r>
              </a:p>
            </p:txBody>
          </p:sp>
          <p:grpSp>
            <p:nvGrpSpPr>
              <p:cNvPr id="11" name="Group 10">
                <a:extLst>
                  <a:ext uri="{FF2B5EF4-FFF2-40B4-BE49-F238E27FC236}">
                    <a16:creationId xmlns:a16="http://schemas.microsoft.com/office/drawing/2014/main" id="{D828032E-1551-DA56-F779-B8B67055A189}"/>
                  </a:ext>
                </a:extLst>
              </p:cNvPr>
              <p:cNvGrpSpPr/>
              <p:nvPr/>
            </p:nvGrpSpPr>
            <p:grpSpPr>
              <a:xfrm>
                <a:off x="3607990" y="4101991"/>
                <a:ext cx="1768560" cy="775097"/>
                <a:chOff x="1432283" y="3915715"/>
                <a:chExt cx="2358080" cy="1033462"/>
              </a:xfrm>
            </p:grpSpPr>
            <p:pic>
              <p:nvPicPr>
                <p:cNvPr id="3076" name="Picture 4" descr="BITS-Pilani | Robotics Today">
                  <a:extLst>
                    <a:ext uri="{FF2B5EF4-FFF2-40B4-BE49-F238E27FC236}">
                      <a16:creationId xmlns:a16="http://schemas.microsoft.com/office/drawing/2014/main" id="{6EFA9F5B-C3FF-7958-3F54-5D8B701E677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32283" y="3915715"/>
                  <a:ext cx="1033462" cy="103346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dian Institute of Management Kozhikode Logo Download png">
                  <a:extLst>
                    <a:ext uri="{FF2B5EF4-FFF2-40B4-BE49-F238E27FC236}">
                      <a16:creationId xmlns:a16="http://schemas.microsoft.com/office/drawing/2014/main" id="{C089D56C-B557-A069-5785-EA6C81299CC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901" y="3915715"/>
                  <a:ext cx="1033462" cy="1033462"/>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2" descr="Image result for masters union">
                <a:extLst>
                  <a:ext uri="{FF2B5EF4-FFF2-40B4-BE49-F238E27FC236}">
                    <a16:creationId xmlns:a16="http://schemas.microsoft.com/office/drawing/2014/main" id="{42C4B39A-205B-40D4-170A-40C4D91E9962}"/>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3607990" y="4937061"/>
                <a:ext cx="1768561" cy="711314"/>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160900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064FFCE-B469-9FB5-3EC8-A35D5E8306D0}"/>
              </a:ext>
            </a:extLst>
          </p:cNvPr>
          <p:cNvSpPr>
            <a:spLocks noGrp="1"/>
          </p:cNvSpPr>
          <p:nvPr>
            <p:ph sz="quarter" idx="10"/>
          </p:nvPr>
        </p:nvSpPr>
        <p:spPr/>
        <p:txBody>
          <a:bodyPr/>
          <a:lstStyle/>
          <a:p>
            <a:r>
              <a:rPr lang="en-US" dirty="0"/>
              <a:t>Personal Background</a:t>
            </a:r>
          </a:p>
        </p:txBody>
      </p:sp>
      <p:pic>
        <p:nvPicPr>
          <p:cNvPr id="6" name="Picture 5">
            <a:extLst>
              <a:ext uri="{FF2B5EF4-FFF2-40B4-BE49-F238E27FC236}">
                <a16:creationId xmlns:a16="http://schemas.microsoft.com/office/drawing/2014/main" id="{BBF4C4D1-D174-3374-FF75-F8B24CF9AC1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6946902" y="1524000"/>
            <a:ext cx="3293734" cy="4727178"/>
          </a:xfrm>
          <a:prstGeom prst="rect">
            <a:avLst/>
          </a:prstGeom>
          <a:ln>
            <a:noFill/>
          </a:ln>
          <a:effectLst>
            <a:softEdge rad="112500"/>
          </a:effectLst>
        </p:spPr>
      </p:pic>
      <p:pic>
        <p:nvPicPr>
          <p:cNvPr id="2" name="Picture 1">
            <a:extLst>
              <a:ext uri="{FF2B5EF4-FFF2-40B4-BE49-F238E27FC236}">
                <a16:creationId xmlns:a16="http://schemas.microsoft.com/office/drawing/2014/main" id="{B4F54701-BEB6-6997-5604-AF9C3F6E7B16}"/>
              </a:ext>
            </a:extLst>
          </p:cNvPr>
          <p:cNvPicPr>
            <a:picLocks noChangeAspect="1"/>
          </p:cNvPicPr>
          <p:nvPr/>
        </p:nvPicPr>
        <p:blipFill>
          <a:blip r:embed="rId3"/>
          <a:srcRect l="8395" t="23293" b="7778"/>
          <a:stretch>
            <a:fillRect/>
          </a:stretch>
        </p:blipFill>
        <p:spPr>
          <a:xfrm>
            <a:off x="533400" y="1524000"/>
            <a:ext cx="4711700" cy="4727178"/>
          </a:xfrm>
          <a:prstGeom prst="rect">
            <a:avLst/>
          </a:prstGeom>
          <a:ln>
            <a:noFill/>
          </a:ln>
          <a:effectLst>
            <a:softEdge rad="112500"/>
          </a:effectLst>
        </p:spPr>
      </p:pic>
    </p:spTree>
    <p:extLst>
      <p:ext uri="{BB962C8B-B14F-4D97-AF65-F5344CB8AC3E}">
        <p14:creationId xmlns:p14="http://schemas.microsoft.com/office/powerpoint/2010/main" val="2363286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B5AAD-8916-15F3-A022-674530287809}"/>
              </a:ext>
            </a:extLst>
          </p:cNvPr>
          <p:cNvSpPr>
            <a:spLocks noGrp="1"/>
          </p:cNvSpPr>
          <p:nvPr>
            <p:ph sz="quarter" idx="10"/>
          </p:nvPr>
        </p:nvSpPr>
        <p:spPr/>
        <p:txBody>
          <a:bodyPr/>
          <a:lstStyle/>
          <a:p>
            <a:r>
              <a:rPr lang="en-US" dirty="0"/>
              <a:t>You Are…</a:t>
            </a:r>
          </a:p>
        </p:txBody>
      </p:sp>
      <p:sp>
        <p:nvSpPr>
          <p:cNvPr id="6" name="TextBox 5">
            <a:extLst>
              <a:ext uri="{FF2B5EF4-FFF2-40B4-BE49-F238E27FC236}">
                <a16:creationId xmlns:a16="http://schemas.microsoft.com/office/drawing/2014/main" id="{E2C8FDB7-3CA1-9145-97E3-27F95D149CD6}"/>
              </a:ext>
            </a:extLst>
          </p:cNvPr>
          <p:cNvSpPr txBox="1"/>
          <p:nvPr/>
        </p:nvSpPr>
        <p:spPr>
          <a:xfrm>
            <a:off x="3166442" y="4039850"/>
            <a:ext cx="3836020" cy="1446550"/>
          </a:xfrm>
          <a:prstGeom prst="rect">
            <a:avLst/>
          </a:prstGeom>
          <a:noFill/>
        </p:spPr>
        <p:txBody>
          <a:bodyPr wrap="square" rtlCol="0">
            <a:spAutoFit/>
          </a:bodyPr>
          <a:lstStyle/>
          <a:p>
            <a:r>
              <a:rPr lang="en-US" sz="2400" dirty="0">
                <a:latin typeface="Avenir Book" panose="02000503020000020003" pitchFamily="2" charset="0"/>
              </a:rPr>
              <a:t>Goal</a:t>
            </a:r>
            <a:endParaRPr lang="en-US" sz="2000" dirty="0">
              <a:latin typeface="Avenir Book" panose="02000503020000020003" pitchFamily="2" charset="0"/>
            </a:endParaRPr>
          </a:p>
          <a:p>
            <a:pPr marL="187325" indent="-187325">
              <a:buFontTx/>
              <a:buChar char="-"/>
            </a:pPr>
            <a:r>
              <a:rPr lang="en-US" sz="1600" dirty="0">
                <a:latin typeface="Avenir Book" panose="02000503020000020003" pitchFamily="2" charset="0"/>
              </a:rPr>
              <a:t>Apply knowledge</a:t>
            </a:r>
          </a:p>
          <a:p>
            <a:pPr marL="187325" indent="-187325">
              <a:buFontTx/>
              <a:buChar char="-"/>
            </a:pPr>
            <a:r>
              <a:rPr lang="en-US" sz="1600" dirty="0">
                <a:latin typeface="Avenir Book" panose="02000503020000020003" pitchFamily="2" charset="0"/>
              </a:rPr>
              <a:t>Certification</a:t>
            </a:r>
          </a:p>
          <a:p>
            <a:pPr marL="187325" indent="-187325">
              <a:buFontTx/>
              <a:buChar char="-"/>
            </a:pPr>
            <a:r>
              <a:rPr lang="en-US" sz="1600" dirty="0">
                <a:latin typeface="Avenir Book" panose="02000503020000020003" pitchFamily="2" charset="0"/>
              </a:rPr>
              <a:t>Promotion</a:t>
            </a:r>
          </a:p>
          <a:p>
            <a:pPr marL="187325" indent="-187325">
              <a:buFontTx/>
              <a:buChar char="-"/>
            </a:pPr>
            <a:endParaRPr lang="en-US" sz="1600" dirty="0">
              <a:latin typeface="Avenir Book" panose="02000503020000020003" pitchFamily="2" charset="0"/>
            </a:endParaRPr>
          </a:p>
        </p:txBody>
      </p:sp>
      <p:sp>
        <p:nvSpPr>
          <p:cNvPr id="7" name="TextBox 6">
            <a:extLst>
              <a:ext uri="{FF2B5EF4-FFF2-40B4-BE49-F238E27FC236}">
                <a16:creationId xmlns:a16="http://schemas.microsoft.com/office/drawing/2014/main" id="{31C815CD-3123-504A-B886-A30FA48CC8E0}"/>
              </a:ext>
            </a:extLst>
          </p:cNvPr>
          <p:cNvSpPr txBox="1"/>
          <p:nvPr/>
        </p:nvSpPr>
        <p:spPr>
          <a:xfrm>
            <a:off x="3166442" y="1909710"/>
            <a:ext cx="3836020" cy="1477328"/>
          </a:xfrm>
          <a:prstGeom prst="rect">
            <a:avLst/>
          </a:prstGeom>
          <a:noFill/>
        </p:spPr>
        <p:txBody>
          <a:bodyPr wrap="square" rtlCol="0">
            <a:spAutoFit/>
          </a:bodyPr>
          <a:lstStyle/>
          <a:p>
            <a:r>
              <a:rPr lang="en-US" sz="2400" dirty="0">
                <a:latin typeface="Avenir Book" panose="02000503020000020003" pitchFamily="2" charset="0"/>
              </a:rPr>
              <a:t>Motivation</a:t>
            </a:r>
          </a:p>
          <a:p>
            <a:pPr marL="187325" indent="-187325">
              <a:buFontTx/>
              <a:buChar char="-"/>
            </a:pPr>
            <a:r>
              <a:rPr lang="en-US" sz="1600" dirty="0">
                <a:latin typeface="Avenir Book" panose="02000503020000020003" pitchFamily="2" charset="0"/>
              </a:rPr>
              <a:t>Career progression</a:t>
            </a:r>
          </a:p>
          <a:p>
            <a:pPr marL="187325" indent="-187325">
              <a:buFontTx/>
              <a:buChar char="-"/>
            </a:pPr>
            <a:r>
              <a:rPr lang="en-US" sz="1600" dirty="0">
                <a:latin typeface="Avenir Book" panose="02000503020000020003" pitchFamily="2" charset="0"/>
              </a:rPr>
              <a:t>Gain respect of colleagues with your knowledge</a:t>
            </a:r>
          </a:p>
          <a:p>
            <a:pPr marL="187325" indent="-187325">
              <a:buFontTx/>
              <a:buChar char="-"/>
            </a:pPr>
            <a:endParaRPr lang="en-US" dirty="0">
              <a:latin typeface="Avenir Book" panose="02000503020000020003" pitchFamily="2" charset="0"/>
            </a:endParaRPr>
          </a:p>
        </p:txBody>
      </p:sp>
      <p:sp>
        <p:nvSpPr>
          <p:cNvPr id="8" name="TextBox 7">
            <a:extLst>
              <a:ext uri="{FF2B5EF4-FFF2-40B4-BE49-F238E27FC236}">
                <a16:creationId xmlns:a16="http://schemas.microsoft.com/office/drawing/2014/main" id="{3C38B254-012F-4943-AFAF-8E981A77A6CE}"/>
              </a:ext>
            </a:extLst>
          </p:cNvPr>
          <p:cNvSpPr txBox="1"/>
          <p:nvPr/>
        </p:nvSpPr>
        <p:spPr>
          <a:xfrm>
            <a:off x="7657169" y="4039850"/>
            <a:ext cx="3836020" cy="1200329"/>
          </a:xfrm>
          <a:prstGeom prst="rect">
            <a:avLst/>
          </a:prstGeom>
          <a:noFill/>
        </p:spPr>
        <p:txBody>
          <a:bodyPr wrap="square" rtlCol="0">
            <a:spAutoFit/>
          </a:bodyPr>
          <a:lstStyle/>
          <a:p>
            <a:r>
              <a:rPr lang="en-US" sz="2400" dirty="0">
                <a:latin typeface="Avenir Book" panose="02000503020000020003" pitchFamily="2" charset="0"/>
              </a:rPr>
              <a:t>Frustrations</a:t>
            </a:r>
            <a:endParaRPr lang="en-US" sz="2000" dirty="0">
              <a:latin typeface="Avenir Book" panose="02000503020000020003" pitchFamily="2" charset="0"/>
            </a:endParaRPr>
          </a:p>
          <a:p>
            <a:pPr marL="187325" indent="-187325">
              <a:buFontTx/>
              <a:buChar char="-"/>
            </a:pPr>
            <a:r>
              <a:rPr lang="en-US" sz="1600" dirty="0">
                <a:latin typeface="Avenir Book" panose="02000503020000020003" pitchFamily="2" charset="0"/>
              </a:rPr>
              <a:t>No time for anything else</a:t>
            </a:r>
          </a:p>
          <a:p>
            <a:pPr marL="187325" indent="-187325">
              <a:buFontTx/>
              <a:buChar char="-"/>
            </a:pPr>
            <a:r>
              <a:rPr lang="en-US" sz="1600" dirty="0">
                <a:latin typeface="Avenir Book" panose="02000503020000020003" pitchFamily="2" charset="0"/>
              </a:rPr>
              <a:t>Too much to do</a:t>
            </a:r>
          </a:p>
          <a:p>
            <a:pPr marL="187325" indent="-187325">
              <a:buFontTx/>
              <a:buChar char="-"/>
            </a:pPr>
            <a:r>
              <a:rPr lang="en-US" sz="1600" dirty="0">
                <a:latin typeface="Avenir Book" panose="02000503020000020003" pitchFamily="2" charset="0"/>
              </a:rPr>
              <a:t>Hard to stay motivated</a:t>
            </a:r>
          </a:p>
        </p:txBody>
      </p:sp>
      <p:sp>
        <p:nvSpPr>
          <p:cNvPr id="9" name="TextBox 8">
            <a:extLst>
              <a:ext uri="{FF2B5EF4-FFF2-40B4-BE49-F238E27FC236}">
                <a16:creationId xmlns:a16="http://schemas.microsoft.com/office/drawing/2014/main" id="{232B120E-0C54-2240-BB8F-DD4EF0464485}"/>
              </a:ext>
            </a:extLst>
          </p:cNvPr>
          <p:cNvSpPr txBox="1"/>
          <p:nvPr/>
        </p:nvSpPr>
        <p:spPr>
          <a:xfrm>
            <a:off x="7657169" y="1909710"/>
            <a:ext cx="3836020" cy="1938992"/>
          </a:xfrm>
          <a:prstGeom prst="rect">
            <a:avLst/>
          </a:prstGeom>
          <a:noFill/>
        </p:spPr>
        <p:txBody>
          <a:bodyPr wrap="square" rtlCol="0">
            <a:spAutoFit/>
          </a:bodyPr>
          <a:lstStyle/>
          <a:p>
            <a:r>
              <a:rPr lang="en-US" sz="2400" dirty="0">
                <a:latin typeface="Avenir Book" panose="02000503020000020003" pitchFamily="2" charset="0"/>
              </a:rPr>
              <a:t>Everyday activities</a:t>
            </a:r>
          </a:p>
          <a:p>
            <a:pPr marL="187325" indent="-187325">
              <a:buFontTx/>
              <a:buChar char="-"/>
            </a:pPr>
            <a:r>
              <a:rPr lang="en-US" sz="1600" dirty="0">
                <a:latin typeface="Avenir Book" panose="02000503020000020003" pitchFamily="2" charset="0"/>
              </a:rPr>
              <a:t>Working long hours during the week – evening calls</a:t>
            </a:r>
          </a:p>
          <a:p>
            <a:pPr marL="187325" indent="-187325">
              <a:buFontTx/>
              <a:buChar char="-"/>
            </a:pPr>
            <a:r>
              <a:rPr lang="en-US" sz="1600" dirty="0">
                <a:latin typeface="Avenir Book" panose="02000503020000020003" pitchFamily="2" charset="0"/>
              </a:rPr>
              <a:t>Spend “time” with family &amp; friends</a:t>
            </a:r>
          </a:p>
          <a:p>
            <a:pPr marL="187325" indent="-187325">
              <a:buFontTx/>
              <a:buChar char="-"/>
            </a:pPr>
            <a:r>
              <a:rPr lang="en-US" sz="1600" dirty="0">
                <a:latin typeface="Avenir Book" panose="02000503020000020003" pitchFamily="2" charset="0"/>
              </a:rPr>
              <a:t>Weekends – attend classes</a:t>
            </a:r>
          </a:p>
          <a:p>
            <a:pPr marL="187325" indent="-187325">
              <a:buFontTx/>
              <a:buChar char="-"/>
            </a:pPr>
            <a:r>
              <a:rPr lang="en-US" sz="1600" dirty="0">
                <a:latin typeface="Avenir Book" panose="02000503020000020003" pitchFamily="2" charset="0"/>
              </a:rPr>
              <a:t>Weekdays – assignments/ mandatory reading</a:t>
            </a:r>
          </a:p>
        </p:txBody>
      </p:sp>
      <p:sp>
        <p:nvSpPr>
          <p:cNvPr id="11" name="TextBox 10">
            <a:extLst>
              <a:ext uri="{FF2B5EF4-FFF2-40B4-BE49-F238E27FC236}">
                <a16:creationId xmlns:a16="http://schemas.microsoft.com/office/drawing/2014/main" id="{045F05FE-00E8-7B5B-290D-70B0B27E7143}"/>
              </a:ext>
            </a:extLst>
          </p:cNvPr>
          <p:cNvSpPr txBox="1"/>
          <p:nvPr/>
        </p:nvSpPr>
        <p:spPr>
          <a:xfrm>
            <a:off x="719827" y="4089608"/>
            <a:ext cx="1791908" cy="1384995"/>
          </a:xfrm>
          <a:prstGeom prst="rect">
            <a:avLst/>
          </a:prstGeom>
          <a:noFill/>
        </p:spPr>
        <p:txBody>
          <a:bodyPr wrap="square" rtlCol="0">
            <a:spAutoFit/>
          </a:bodyPr>
          <a:lstStyle/>
          <a:p>
            <a:pPr marL="187325" indent="-187325">
              <a:buFontTx/>
              <a:buChar char="-"/>
            </a:pPr>
            <a:r>
              <a:rPr lang="en-US" sz="1400" dirty="0">
                <a:latin typeface="Avenir Book" panose="02000503020000020003" pitchFamily="2" charset="0"/>
              </a:rPr>
              <a:t>Age: Early 20s years</a:t>
            </a:r>
          </a:p>
          <a:p>
            <a:pPr marL="187325" indent="-187325">
              <a:buFontTx/>
              <a:buChar char="-"/>
            </a:pPr>
            <a:r>
              <a:rPr lang="en-US" sz="1400" dirty="0">
                <a:latin typeface="Avenir Book" panose="02000503020000020003" pitchFamily="2" charset="0"/>
              </a:rPr>
              <a:t>Tier 1/ 2 city</a:t>
            </a:r>
          </a:p>
          <a:p>
            <a:pPr marL="187325" indent="-187325">
              <a:buFontTx/>
              <a:buChar char="-"/>
            </a:pPr>
            <a:r>
              <a:rPr lang="en-US" sz="1400" dirty="0">
                <a:latin typeface="Avenir Book" panose="02000503020000020003" pitchFamily="2" charset="0"/>
              </a:rPr>
              <a:t>Working in IT service/ product company</a:t>
            </a:r>
          </a:p>
        </p:txBody>
      </p:sp>
      <p:pic>
        <p:nvPicPr>
          <p:cNvPr id="10" name="Picture 9" descr="A grey silhouette of a person&#10;&#10;Description automatically generated">
            <a:extLst>
              <a:ext uri="{FF2B5EF4-FFF2-40B4-BE49-F238E27FC236}">
                <a16:creationId xmlns:a16="http://schemas.microsoft.com/office/drawing/2014/main" id="{A3ECBBEB-3A67-D882-86FD-167632F0291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64427" y="1892968"/>
            <a:ext cx="1502707" cy="1502707"/>
          </a:xfrm>
          <a:prstGeom prst="rect">
            <a:avLst/>
          </a:prstGeom>
        </p:spPr>
      </p:pic>
    </p:spTree>
    <p:extLst>
      <p:ext uri="{BB962C8B-B14F-4D97-AF65-F5344CB8AC3E}">
        <p14:creationId xmlns:p14="http://schemas.microsoft.com/office/powerpoint/2010/main" val="265317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8F5225D-C1AF-21E8-D96B-4DD85B29AB0F}"/>
              </a:ext>
            </a:extLst>
          </p:cNvPr>
          <p:cNvSpPr>
            <a:spLocks noGrp="1"/>
          </p:cNvSpPr>
          <p:nvPr>
            <p:ph sz="quarter" idx="10"/>
          </p:nvPr>
        </p:nvSpPr>
        <p:spPr/>
        <p:txBody>
          <a:bodyPr/>
          <a:lstStyle/>
          <a:p>
            <a:r>
              <a:rPr lang="en-US" dirty="0"/>
              <a:t>My Learning Philosophy</a:t>
            </a:r>
          </a:p>
        </p:txBody>
      </p:sp>
      <p:sp>
        <p:nvSpPr>
          <p:cNvPr id="22" name="Pentagon 21">
            <a:extLst>
              <a:ext uri="{FF2B5EF4-FFF2-40B4-BE49-F238E27FC236}">
                <a16:creationId xmlns:a16="http://schemas.microsoft.com/office/drawing/2014/main" id="{036F943D-A51F-044A-4068-DB0934172F81}"/>
              </a:ext>
            </a:extLst>
          </p:cNvPr>
          <p:cNvSpPr/>
          <p:nvPr/>
        </p:nvSpPr>
        <p:spPr>
          <a:xfrm rot="5400000">
            <a:off x="1609185" y="2236519"/>
            <a:ext cx="448048" cy="764447"/>
          </a:xfrm>
          <a:prstGeom prst="homePlate">
            <a:avLst>
              <a:gd name="adj" fmla="val 20096"/>
            </a:avLst>
          </a:prstGeom>
          <a:solidFill>
            <a:schemeClr val="bg2"/>
          </a:solidFill>
          <a:ln>
            <a:solidFill>
              <a:schemeClr val="tx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vert270" wrap="square" lIns="14606" tIns="426232" rIns="14605" bIns="426230" numCol="1" spcCol="1270" anchor="ctr" anchorCtr="0">
            <a:noAutofit/>
          </a:bodyPr>
          <a:lstStyle/>
          <a:p>
            <a:pPr marL="0" lvl="0" indent="0" algn="ctr" defTabSz="1022350">
              <a:lnSpc>
                <a:spcPct val="90000"/>
              </a:lnSpc>
              <a:spcBef>
                <a:spcPct val="0"/>
              </a:spcBef>
              <a:spcAft>
                <a:spcPct val="35000"/>
              </a:spcAft>
              <a:buNone/>
            </a:pPr>
            <a:r>
              <a:rPr lang="en-GB" kern="1200" dirty="0">
                <a:solidFill>
                  <a:schemeClr val="tx2"/>
                </a:solidFill>
              </a:rPr>
              <a:t>1</a:t>
            </a:r>
          </a:p>
        </p:txBody>
      </p:sp>
      <p:sp>
        <p:nvSpPr>
          <p:cNvPr id="23" name="Freeform 22">
            <a:extLst>
              <a:ext uri="{FF2B5EF4-FFF2-40B4-BE49-F238E27FC236}">
                <a16:creationId xmlns:a16="http://schemas.microsoft.com/office/drawing/2014/main" id="{405B2903-66C1-3125-F28F-C7B223B21F1D}"/>
              </a:ext>
            </a:extLst>
          </p:cNvPr>
          <p:cNvSpPr/>
          <p:nvPr/>
        </p:nvSpPr>
        <p:spPr>
          <a:xfrm>
            <a:off x="2274425" y="2394715"/>
            <a:ext cx="2955613" cy="448050"/>
          </a:xfrm>
          <a:custGeom>
            <a:avLst/>
            <a:gdLst>
              <a:gd name="connsiteX0" fmla="*/ 127410 w 764447"/>
              <a:gd name="connsiteY0" fmla="*/ 0 h 4089834"/>
              <a:gd name="connsiteX1" fmla="*/ 637037 w 764447"/>
              <a:gd name="connsiteY1" fmla="*/ 0 h 4089834"/>
              <a:gd name="connsiteX2" fmla="*/ 764447 w 764447"/>
              <a:gd name="connsiteY2" fmla="*/ 127410 h 4089834"/>
              <a:gd name="connsiteX3" fmla="*/ 764447 w 764447"/>
              <a:gd name="connsiteY3" fmla="*/ 4089834 h 4089834"/>
              <a:gd name="connsiteX4" fmla="*/ 764447 w 764447"/>
              <a:gd name="connsiteY4" fmla="*/ 4089834 h 4089834"/>
              <a:gd name="connsiteX5" fmla="*/ 0 w 764447"/>
              <a:gd name="connsiteY5" fmla="*/ 4089834 h 4089834"/>
              <a:gd name="connsiteX6" fmla="*/ 0 w 764447"/>
              <a:gd name="connsiteY6" fmla="*/ 4089834 h 4089834"/>
              <a:gd name="connsiteX7" fmla="*/ 0 w 764447"/>
              <a:gd name="connsiteY7" fmla="*/ 127410 h 4089834"/>
              <a:gd name="connsiteX8" fmla="*/ 127410 w 764447"/>
              <a:gd name="connsiteY8" fmla="*/ 0 h 408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447" h="4089834">
                <a:moveTo>
                  <a:pt x="764447" y="681652"/>
                </a:moveTo>
                <a:lnTo>
                  <a:pt x="764447" y="3408182"/>
                </a:lnTo>
                <a:cubicBezTo>
                  <a:pt x="764447" y="3784648"/>
                  <a:pt x="753785" y="4089831"/>
                  <a:pt x="740632" y="4089831"/>
                </a:cubicBezTo>
                <a:lnTo>
                  <a:pt x="0" y="4089831"/>
                </a:lnTo>
                <a:lnTo>
                  <a:pt x="0" y="4089831"/>
                </a:lnTo>
                <a:lnTo>
                  <a:pt x="0" y="3"/>
                </a:lnTo>
                <a:lnTo>
                  <a:pt x="0" y="3"/>
                </a:lnTo>
                <a:lnTo>
                  <a:pt x="740632" y="3"/>
                </a:lnTo>
                <a:cubicBezTo>
                  <a:pt x="753785" y="3"/>
                  <a:pt x="764447" y="305186"/>
                  <a:pt x="764447" y="681652"/>
                </a:cubicBezTo>
                <a:close/>
              </a:path>
            </a:pathLst>
          </a:custGeom>
          <a:solidFill>
            <a:schemeClr val="bg1"/>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52557" rIns="52557" bIns="52558" numCol="1" spcCol="1270" anchor="ctr" anchorCtr="0">
            <a:noAutofit/>
          </a:bodyPr>
          <a:lstStyle/>
          <a:p>
            <a:pPr marL="0" lvl="1" algn="l" defTabSz="1066800">
              <a:lnSpc>
                <a:spcPct val="90000"/>
              </a:lnSpc>
              <a:spcBef>
                <a:spcPct val="0"/>
              </a:spcBef>
              <a:spcAft>
                <a:spcPct val="15000"/>
              </a:spcAft>
            </a:pPr>
            <a:r>
              <a:rPr lang="en-GB" sz="1400" kern="1200" dirty="0">
                <a:solidFill>
                  <a:schemeClr val="tx2"/>
                </a:solidFill>
                <a:latin typeface="Avenir Book" panose="02000503020000020003" pitchFamily="2" charset="0"/>
              </a:rPr>
              <a:t>Understand concept</a:t>
            </a:r>
          </a:p>
        </p:txBody>
      </p:sp>
      <p:sp>
        <p:nvSpPr>
          <p:cNvPr id="20" name="Freeform 19">
            <a:extLst>
              <a:ext uri="{FF2B5EF4-FFF2-40B4-BE49-F238E27FC236}">
                <a16:creationId xmlns:a16="http://schemas.microsoft.com/office/drawing/2014/main" id="{C89C391E-39BF-42F4-D977-25EE83962033}"/>
              </a:ext>
            </a:extLst>
          </p:cNvPr>
          <p:cNvSpPr/>
          <p:nvPr/>
        </p:nvSpPr>
        <p:spPr>
          <a:xfrm>
            <a:off x="2274425" y="2986337"/>
            <a:ext cx="2955613" cy="448050"/>
          </a:xfrm>
          <a:custGeom>
            <a:avLst/>
            <a:gdLst>
              <a:gd name="connsiteX0" fmla="*/ 127410 w 764447"/>
              <a:gd name="connsiteY0" fmla="*/ 0 h 4089834"/>
              <a:gd name="connsiteX1" fmla="*/ 637037 w 764447"/>
              <a:gd name="connsiteY1" fmla="*/ 0 h 4089834"/>
              <a:gd name="connsiteX2" fmla="*/ 764447 w 764447"/>
              <a:gd name="connsiteY2" fmla="*/ 127410 h 4089834"/>
              <a:gd name="connsiteX3" fmla="*/ 764447 w 764447"/>
              <a:gd name="connsiteY3" fmla="*/ 4089834 h 4089834"/>
              <a:gd name="connsiteX4" fmla="*/ 764447 w 764447"/>
              <a:gd name="connsiteY4" fmla="*/ 4089834 h 4089834"/>
              <a:gd name="connsiteX5" fmla="*/ 0 w 764447"/>
              <a:gd name="connsiteY5" fmla="*/ 4089834 h 4089834"/>
              <a:gd name="connsiteX6" fmla="*/ 0 w 764447"/>
              <a:gd name="connsiteY6" fmla="*/ 4089834 h 4089834"/>
              <a:gd name="connsiteX7" fmla="*/ 0 w 764447"/>
              <a:gd name="connsiteY7" fmla="*/ 127410 h 4089834"/>
              <a:gd name="connsiteX8" fmla="*/ 127410 w 764447"/>
              <a:gd name="connsiteY8" fmla="*/ 0 h 408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447" h="4089834">
                <a:moveTo>
                  <a:pt x="764447" y="681652"/>
                </a:moveTo>
                <a:lnTo>
                  <a:pt x="764447" y="3408182"/>
                </a:lnTo>
                <a:cubicBezTo>
                  <a:pt x="764447" y="3784648"/>
                  <a:pt x="753785" y="4089831"/>
                  <a:pt x="740632" y="4089831"/>
                </a:cubicBezTo>
                <a:lnTo>
                  <a:pt x="0" y="4089831"/>
                </a:lnTo>
                <a:lnTo>
                  <a:pt x="0" y="4089831"/>
                </a:lnTo>
                <a:lnTo>
                  <a:pt x="0" y="3"/>
                </a:lnTo>
                <a:lnTo>
                  <a:pt x="0" y="3"/>
                </a:lnTo>
                <a:lnTo>
                  <a:pt x="740632" y="3"/>
                </a:lnTo>
                <a:cubicBezTo>
                  <a:pt x="753785" y="3"/>
                  <a:pt x="764447" y="305186"/>
                  <a:pt x="764447" y="681652"/>
                </a:cubicBezTo>
                <a:close/>
              </a:path>
            </a:pathLst>
          </a:custGeom>
          <a:solidFill>
            <a:schemeClr val="bg1"/>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52557" rIns="52557" bIns="52558" numCol="1" spcCol="1270" anchor="ctr" anchorCtr="0">
            <a:noAutofit/>
          </a:bodyPr>
          <a:lstStyle/>
          <a:p>
            <a:pPr marL="0" lvl="1" algn="l" defTabSz="1066800">
              <a:lnSpc>
                <a:spcPct val="90000"/>
              </a:lnSpc>
              <a:spcBef>
                <a:spcPct val="0"/>
              </a:spcBef>
              <a:spcAft>
                <a:spcPct val="15000"/>
              </a:spcAft>
            </a:pPr>
            <a:r>
              <a:rPr lang="en-GB" sz="1400" kern="1200" dirty="0">
                <a:solidFill>
                  <a:schemeClr val="tx2"/>
                </a:solidFill>
                <a:latin typeface="Avenir Book" panose="02000503020000020003" pitchFamily="2" charset="0"/>
              </a:rPr>
              <a:t>Examples of application</a:t>
            </a:r>
          </a:p>
        </p:txBody>
      </p:sp>
      <p:sp>
        <p:nvSpPr>
          <p:cNvPr id="21" name="Pentagon 20">
            <a:extLst>
              <a:ext uri="{FF2B5EF4-FFF2-40B4-BE49-F238E27FC236}">
                <a16:creationId xmlns:a16="http://schemas.microsoft.com/office/drawing/2014/main" id="{FB15F415-7890-3346-CCA9-87AEE3D9778F}"/>
              </a:ext>
            </a:extLst>
          </p:cNvPr>
          <p:cNvSpPr/>
          <p:nvPr/>
        </p:nvSpPr>
        <p:spPr>
          <a:xfrm rot="5400000">
            <a:off x="1609181" y="2833288"/>
            <a:ext cx="448048" cy="764447"/>
          </a:xfrm>
          <a:prstGeom prst="homePlate">
            <a:avLst>
              <a:gd name="adj" fmla="val 20096"/>
            </a:avLst>
          </a:prstGeom>
          <a:solidFill>
            <a:schemeClr val="bg2"/>
          </a:solidFill>
          <a:ln>
            <a:solidFill>
              <a:schemeClr val="tx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vert270" wrap="square" lIns="14606" tIns="426232" rIns="14605" bIns="426230" numCol="1" spcCol="1270" anchor="ctr" anchorCtr="0">
            <a:noAutofit/>
          </a:bodyPr>
          <a:lstStyle/>
          <a:p>
            <a:pPr marL="0" lvl="0" indent="0" algn="ctr" defTabSz="1022350">
              <a:lnSpc>
                <a:spcPct val="90000"/>
              </a:lnSpc>
              <a:spcBef>
                <a:spcPct val="0"/>
              </a:spcBef>
              <a:spcAft>
                <a:spcPct val="35000"/>
              </a:spcAft>
              <a:buNone/>
            </a:pPr>
            <a:r>
              <a:rPr lang="en-GB" kern="1200" dirty="0">
                <a:solidFill>
                  <a:schemeClr val="tx2"/>
                </a:solidFill>
              </a:rPr>
              <a:t>2</a:t>
            </a:r>
          </a:p>
        </p:txBody>
      </p:sp>
      <p:sp>
        <p:nvSpPr>
          <p:cNvPr id="18" name="Freeform 17">
            <a:extLst>
              <a:ext uri="{FF2B5EF4-FFF2-40B4-BE49-F238E27FC236}">
                <a16:creationId xmlns:a16="http://schemas.microsoft.com/office/drawing/2014/main" id="{EE4F0A0B-A1F8-D587-791E-CE380AB059B6}"/>
              </a:ext>
            </a:extLst>
          </p:cNvPr>
          <p:cNvSpPr/>
          <p:nvPr/>
        </p:nvSpPr>
        <p:spPr>
          <a:xfrm>
            <a:off x="2274425" y="3583106"/>
            <a:ext cx="2955613" cy="448050"/>
          </a:xfrm>
          <a:custGeom>
            <a:avLst/>
            <a:gdLst>
              <a:gd name="connsiteX0" fmla="*/ 127410 w 764447"/>
              <a:gd name="connsiteY0" fmla="*/ 0 h 4089834"/>
              <a:gd name="connsiteX1" fmla="*/ 637037 w 764447"/>
              <a:gd name="connsiteY1" fmla="*/ 0 h 4089834"/>
              <a:gd name="connsiteX2" fmla="*/ 764447 w 764447"/>
              <a:gd name="connsiteY2" fmla="*/ 127410 h 4089834"/>
              <a:gd name="connsiteX3" fmla="*/ 764447 w 764447"/>
              <a:gd name="connsiteY3" fmla="*/ 4089834 h 4089834"/>
              <a:gd name="connsiteX4" fmla="*/ 764447 w 764447"/>
              <a:gd name="connsiteY4" fmla="*/ 4089834 h 4089834"/>
              <a:gd name="connsiteX5" fmla="*/ 0 w 764447"/>
              <a:gd name="connsiteY5" fmla="*/ 4089834 h 4089834"/>
              <a:gd name="connsiteX6" fmla="*/ 0 w 764447"/>
              <a:gd name="connsiteY6" fmla="*/ 4089834 h 4089834"/>
              <a:gd name="connsiteX7" fmla="*/ 0 w 764447"/>
              <a:gd name="connsiteY7" fmla="*/ 127410 h 4089834"/>
              <a:gd name="connsiteX8" fmla="*/ 127410 w 764447"/>
              <a:gd name="connsiteY8" fmla="*/ 0 h 408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447" h="4089834">
                <a:moveTo>
                  <a:pt x="764447" y="681652"/>
                </a:moveTo>
                <a:lnTo>
                  <a:pt x="764447" y="3408182"/>
                </a:lnTo>
                <a:cubicBezTo>
                  <a:pt x="764447" y="3784648"/>
                  <a:pt x="753785" y="4089831"/>
                  <a:pt x="740632" y="4089831"/>
                </a:cubicBezTo>
                <a:lnTo>
                  <a:pt x="0" y="4089831"/>
                </a:lnTo>
                <a:lnTo>
                  <a:pt x="0" y="4089831"/>
                </a:lnTo>
                <a:lnTo>
                  <a:pt x="0" y="3"/>
                </a:lnTo>
                <a:lnTo>
                  <a:pt x="0" y="3"/>
                </a:lnTo>
                <a:lnTo>
                  <a:pt x="740632" y="3"/>
                </a:lnTo>
                <a:cubicBezTo>
                  <a:pt x="753785" y="3"/>
                  <a:pt x="764447" y="305186"/>
                  <a:pt x="764447" y="681652"/>
                </a:cubicBezTo>
                <a:close/>
              </a:path>
            </a:pathLst>
          </a:custGeom>
          <a:solidFill>
            <a:schemeClr val="bg1"/>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52558" rIns="52557" bIns="52557" numCol="1" spcCol="1270" anchor="ctr" anchorCtr="0">
            <a:noAutofit/>
          </a:bodyPr>
          <a:lstStyle/>
          <a:p>
            <a:pPr marL="0" lvl="1" algn="l" defTabSz="1066800">
              <a:lnSpc>
                <a:spcPct val="90000"/>
              </a:lnSpc>
              <a:spcBef>
                <a:spcPct val="0"/>
              </a:spcBef>
              <a:spcAft>
                <a:spcPct val="15000"/>
              </a:spcAft>
            </a:pPr>
            <a:r>
              <a:rPr lang="en-GB" sz="1400" kern="1200" dirty="0">
                <a:solidFill>
                  <a:schemeClr val="tx2"/>
                </a:solidFill>
                <a:latin typeface="Avenir Book" panose="02000503020000020003" pitchFamily="2" charset="0"/>
              </a:rPr>
              <a:t>Case Study application</a:t>
            </a:r>
          </a:p>
        </p:txBody>
      </p:sp>
      <p:sp>
        <p:nvSpPr>
          <p:cNvPr id="19" name="Pentagon 18">
            <a:extLst>
              <a:ext uri="{FF2B5EF4-FFF2-40B4-BE49-F238E27FC236}">
                <a16:creationId xmlns:a16="http://schemas.microsoft.com/office/drawing/2014/main" id="{AF7CBA83-8169-3764-8635-145DF0593587}"/>
              </a:ext>
            </a:extLst>
          </p:cNvPr>
          <p:cNvSpPr/>
          <p:nvPr/>
        </p:nvSpPr>
        <p:spPr>
          <a:xfrm rot="5400000">
            <a:off x="1609183" y="3424910"/>
            <a:ext cx="448048" cy="764447"/>
          </a:xfrm>
          <a:prstGeom prst="homePlate">
            <a:avLst>
              <a:gd name="adj" fmla="val 20096"/>
            </a:avLst>
          </a:prstGeom>
          <a:solidFill>
            <a:schemeClr val="bg2"/>
          </a:solidFill>
          <a:ln>
            <a:solidFill>
              <a:schemeClr val="tx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vert270" wrap="square" lIns="14606" tIns="426232" rIns="14605" bIns="426230" numCol="1" spcCol="1270" anchor="ctr" anchorCtr="0">
            <a:noAutofit/>
          </a:bodyPr>
          <a:lstStyle/>
          <a:p>
            <a:pPr marL="0" lvl="0" indent="0" algn="ctr" defTabSz="1022350">
              <a:lnSpc>
                <a:spcPct val="90000"/>
              </a:lnSpc>
              <a:spcBef>
                <a:spcPct val="0"/>
              </a:spcBef>
              <a:spcAft>
                <a:spcPct val="35000"/>
              </a:spcAft>
              <a:buNone/>
            </a:pPr>
            <a:r>
              <a:rPr lang="en-GB" dirty="0">
                <a:solidFill>
                  <a:schemeClr val="tx2"/>
                </a:solidFill>
              </a:rPr>
              <a:t>3</a:t>
            </a:r>
            <a:endParaRPr lang="en-GB" kern="1200" dirty="0">
              <a:solidFill>
                <a:schemeClr val="tx2"/>
              </a:solidFill>
            </a:endParaRPr>
          </a:p>
        </p:txBody>
      </p:sp>
      <p:sp>
        <p:nvSpPr>
          <p:cNvPr id="16" name="Freeform 15">
            <a:extLst>
              <a:ext uri="{FF2B5EF4-FFF2-40B4-BE49-F238E27FC236}">
                <a16:creationId xmlns:a16="http://schemas.microsoft.com/office/drawing/2014/main" id="{1B2C6E55-7EB1-96A4-4684-C69F40F84FD2}"/>
              </a:ext>
            </a:extLst>
          </p:cNvPr>
          <p:cNvSpPr/>
          <p:nvPr/>
        </p:nvSpPr>
        <p:spPr>
          <a:xfrm>
            <a:off x="2274425" y="4174728"/>
            <a:ext cx="2955613" cy="448050"/>
          </a:xfrm>
          <a:custGeom>
            <a:avLst/>
            <a:gdLst>
              <a:gd name="connsiteX0" fmla="*/ 127410 w 764447"/>
              <a:gd name="connsiteY0" fmla="*/ 0 h 4089834"/>
              <a:gd name="connsiteX1" fmla="*/ 637037 w 764447"/>
              <a:gd name="connsiteY1" fmla="*/ 0 h 4089834"/>
              <a:gd name="connsiteX2" fmla="*/ 764447 w 764447"/>
              <a:gd name="connsiteY2" fmla="*/ 127410 h 4089834"/>
              <a:gd name="connsiteX3" fmla="*/ 764447 w 764447"/>
              <a:gd name="connsiteY3" fmla="*/ 4089834 h 4089834"/>
              <a:gd name="connsiteX4" fmla="*/ 764447 w 764447"/>
              <a:gd name="connsiteY4" fmla="*/ 4089834 h 4089834"/>
              <a:gd name="connsiteX5" fmla="*/ 0 w 764447"/>
              <a:gd name="connsiteY5" fmla="*/ 4089834 h 4089834"/>
              <a:gd name="connsiteX6" fmla="*/ 0 w 764447"/>
              <a:gd name="connsiteY6" fmla="*/ 4089834 h 4089834"/>
              <a:gd name="connsiteX7" fmla="*/ 0 w 764447"/>
              <a:gd name="connsiteY7" fmla="*/ 127410 h 4089834"/>
              <a:gd name="connsiteX8" fmla="*/ 127410 w 764447"/>
              <a:gd name="connsiteY8" fmla="*/ 0 h 408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447" h="4089834">
                <a:moveTo>
                  <a:pt x="764447" y="681652"/>
                </a:moveTo>
                <a:lnTo>
                  <a:pt x="764447" y="3408182"/>
                </a:lnTo>
                <a:cubicBezTo>
                  <a:pt x="764447" y="3784648"/>
                  <a:pt x="753785" y="4089831"/>
                  <a:pt x="740632" y="4089831"/>
                </a:cubicBezTo>
                <a:lnTo>
                  <a:pt x="0" y="4089831"/>
                </a:lnTo>
                <a:lnTo>
                  <a:pt x="0" y="4089831"/>
                </a:lnTo>
                <a:lnTo>
                  <a:pt x="0" y="3"/>
                </a:lnTo>
                <a:lnTo>
                  <a:pt x="0" y="3"/>
                </a:lnTo>
                <a:lnTo>
                  <a:pt x="740632" y="3"/>
                </a:lnTo>
                <a:cubicBezTo>
                  <a:pt x="753785" y="3"/>
                  <a:pt x="764447" y="305186"/>
                  <a:pt x="764447" y="681652"/>
                </a:cubicBezTo>
                <a:close/>
              </a:path>
            </a:pathLst>
          </a:custGeom>
          <a:solidFill>
            <a:schemeClr val="bg1"/>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52558" rIns="52557" bIns="52557" numCol="1" spcCol="1270" anchor="ctr" anchorCtr="0">
            <a:noAutofit/>
          </a:bodyPr>
          <a:lstStyle/>
          <a:p>
            <a:pPr marL="0" lvl="1" algn="l" defTabSz="1066800">
              <a:lnSpc>
                <a:spcPct val="90000"/>
              </a:lnSpc>
              <a:spcBef>
                <a:spcPct val="0"/>
              </a:spcBef>
              <a:spcAft>
                <a:spcPct val="15000"/>
              </a:spcAft>
            </a:pPr>
            <a:r>
              <a:rPr lang="en-GB" sz="1400" kern="1200" dirty="0">
                <a:solidFill>
                  <a:schemeClr val="tx2"/>
                </a:solidFill>
                <a:latin typeface="Avenir Book" panose="02000503020000020003" pitchFamily="2" charset="0"/>
              </a:rPr>
              <a:t>Retrospective application</a:t>
            </a:r>
          </a:p>
        </p:txBody>
      </p:sp>
      <p:sp>
        <p:nvSpPr>
          <p:cNvPr id="17" name="Pentagon 16">
            <a:extLst>
              <a:ext uri="{FF2B5EF4-FFF2-40B4-BE49-F238E27FC236}">
                <a16:creationId xmlns:a16="http://schemas.microsoft.com/office/drawing/2014/main" id="{569994F0-CBA7-5A2B-CBD9-61B0F3B88C30}"/>
              </a:ext>
            </a:extLst>
          </p:cNvPr>
          <p:cNvSpPr/>
          <p:nvPr/>
        </p:nvSpPr>
        <p:spPr>
          <a:xfrm rot="5400000">
            <a:off x="1609182" y="4016532"/>
            <a:ext cx="448048" cy="764447"/>
          </a:xfrm>
          <a:prstGeom prst="homePlate">
            <a:avLst>
              <a:gd name="adj" fmla="val 20096"/>
            </a:avLst>
          </a:prstGeom>
          <a:solidFill>
            <a:schemeClr val="bg2"/>
          </a:solidFill>
          <a:ln>
            <a:solidFill>
              <a:schemeClr val="tx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vert270" wrap="square" lIns="14606" tIns="426232" rIns="14605" bIns="426230" numCol="1" spcCol="1270" anchor="ctr" anchorCtr="0">
            <a:noAutofit/>
          </a:bodyPr>
          <a:lstStyle/>
          <a:p>
            <a:pPr marL="0" lvl="0" indent="0" algn="ctr" defTabSz="1022350">
              <a:lnSpc>
                <a:spcPct val="90000"/>
              </a:lnSpc>
              <a:spcBef>
                <a:spcPct val="0"/>
              </a:spcBef>
              <a:spcAft>
                <a:spcPct val="35000"/>
              </a:spcAft>
              <a:buNone/>
            </a:pPr>
            <a:r>
              <a:rPr lang="en-GB" dirty="0">
                <a:solidFill>
                  <a:schemeClr val="tx2"/>
                </a:solidFill>
              </a:rPr>
              <a:t>4</a:t>
            </a:r>
            <a:endParaRPr lang="en-GB" kern="1200" dirty="0">
              <a:solidFill>
                <a:schemeClr val="tx2"/>
              </a:solidFill>
            </a:endParaRPr>
          </a:p>
        </p:txBody>
      </p:sp>
      <p:sp>
        <p:nvSpPr>
          <p:cNvPr id="14" name="Freeform 13">
            <a:extLst>
              <a:ext uri="{FF2B5EF4-FFF2-40B4-BE49-F238E27FC236}">
                <a16:creationId xmlns:a16="http://schemas.microsoft.com/office/drawing/2014/main" id="{BF6B84BE-A3F0-4D4D-2393-602C5804EDE7}"/>
              </a:ext>
            </a:extLst>
          </p:cNvPr>
          <p:cNvSpPr/>
          <p:nvPr/>
        </p:nvSpPr>
        <p:spPr>
          <a:xfrm>
            <a:off x="2274425" y="4766349"/>
            <a:ext cx="2955613" cy="448050"/>
          </a:xfrm>
          <a:custGeom>
            <a:avLst/>
            <a:gdLst>
              <a:gd name="connsiteX0" fmla="*/ 127410 w 764447"/>
              <a:gd name="connsiteY0" fmla="*/ 0 h 4089834"/>
              <a:gd name="connsiteX1" fmla="*/ 637037 w 764447"/>
              <a:gd name="connsiteY1" fmla="*/ 0 h 4089834"/>
              <a:gd name="connsiteX2" fmla="*/ 764447 w 764447"/>
              <a:gd name="connsiteY2" fmla="*/ 127410 h 4089834"/>
              <a:gd name="connsiteX3" fmla="*/ 764447 w 764447"/>
              <a:gd name="connsiteY3" fmla="*/ 4089834 h 4089834"/>
              <a:gd name="connsiteX4" fmla="*/ 764447 w 764447"/>
              <a:gd name="connsiteY4" fmla="*/ 4089834 h 4089834"/>
              <a:gd name="connsiteX5" fmla="*/ 0 w 764447"/>
              <a:gd name="connsiteY5" fmla="*/ 4089834 h 4089834"/>
              <a:gd name="connsiteX6" fmla="*/ 0 w 764447"/>
              <a:gd name="connsiteY6" fmla="*/ 4089834 h 4089834"/>
              <a:gd name="connsiteX7" fmla="*/ 0 w 764447"/>
              <a:gd name="connsiteY7" fmla="*/ 127410 h 4089834"/>
              <a:gd name="connsiteX8" fmla="*/ 127410 w 764447"/>
              <a:gd name="connsiteY8" fmla="*/ 0 h 408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447" h="4089834">
                <a:moveTo>
                  <a:pt x="764447" y="681652"/>
                </a:moveTo>
                <a:lnTo>
                  <a:pt x="764447" y="3408182"/>
                </a:lnTo>
                <a:cubicBezTo>
                  <a:pt x="764447" y="3784648"/>
                  <a:pt x="753785" y="4089831"/>
                  <a:pt x="740632" y="4089831"/>
                </a:cubicBezTo>
                <a:lnTo>
                  <a:pt x="0" y="4089831"/>
                </a:lnTo>
                <a:lnTo>
                  <a:pt x="0" y="4089831"/>
                </a:lnTo>
                <a:lnTo>
                  <a:pt x="0" y="3"/>
                </a:lnTo>
                <a:lnTo>
                  <a:pt x="0" y="3"/>
                </a:lnTo>
                <a:lnTo>
                  <a:pt x="740632" y="3"/>
                </a:lnTo>
                <a:cubicBezTo>
                  <a:pt x="753785" y="3"/>
                  <a:pt x="764447" y="305186"/>
                  <a:pt x="764447" y="681652"/>
                </a:cubicBezTo>
                <a:close/>
              </a:path>
            </a:pathLst>
          </a:custGeom>
          <a:solidFill>
            <a:schemeClr val="bg1"/>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52558" rIns="52557" bIns="52557" numCol="1" spcCol="1270" anchor="ctr" anchorCtr="0">
            <a:noAutofit/>
          </a:bodyPr>
          <a:lstStyle/>
          <a:p>
            <a:pPr marL="0" lvl="1" algn="l" defTabSz="1066800">
              <a:lnSpc>
                <a:spcPct val="90000"/>
              </a:lnSpc>
              <a:spcBef>
                <a:spcPct val="0"/>
              </a:spcBef>
              <a:spcAft>
                <a:spcPct val="15000"/>
              </a:spcAft>
            </a:pPr>
            <a:r>
              <a:rPr lang="en-GB" sz="1400" kern="1200" dirty="0">
                <a:solidFill>
                  <a:schemeClr val="tx2"/>
                </a:solidFill>
                <a:latin typeface="Avenir Book" panose="02000503020000020003" pitchFamily="2" charset="0"/>
              </a:rPr>
              <a:t>Real life application</a:t>
            </a:r>
          </a:p>
        </p:txBody>
      </p:sp>
      <p:sp>
        <p:nvSpPr>
          <p:cNvPr id="15" name="Pentagon 14">
            <a:extLst>
              <a:ext uri="{FF2B5EF4-FFF2-40B4-BE49-F238E27FC236}">
                <a16:creationId xmlns:a16="http://schemas.microsoft.com/office/drawing/2014/main" id="{078B757A-4B30-DD60-9D1F-055C5BF8C99A}"/>
              </a:ext>
            </a:extLst>
          </p:cNvPr>
          <p:cNvSpPr/>
          <p:nvPr/>
        </p:nvSpPr>
        <p:spPr>
          <a:xfrm rot="5400000">
            <a:off x="1609180" y="4608151"/>
            <a:ext cx="448050" cy="764447"/>
          </a:xfrm>
          <a:prstGeom prst="homePlate">
            <a:avLst>
              <a:gd name="adj" fmla="val 20096"/>
            </a:avLst>
          </a:prstGeom>
          <a:solidFill>
            <a:schemeClr val="bg2"/>
          </a:solidFill>
          <a:ln>
            <a:solidFill>
              <a:schemeClr val="tx2"/>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vert270" wrap="square" lIns="14606" tIns="426232" rIns="14605" bIns="426230" numCol="1" spcCol="1270" anchor="ctr" anchorCtr="0">
            <a:noAutofit/>
          </a:bodyPr>
          <a:lstStyle/>
          <a:p>
            <a:pPr marL="0" lvl="0" indent="0" algn="ctr" defTabSz="1022350">
              <a:lnSpc>
                <a:spcPct val="90000"/>
              </a:lnSpc>
              <a:spcBef>
                <a:spcPct val="0"/>
              </a:spcBef>
              <a:spcAft>
                <a:spcPct val="35000"/>
              </a:spcAft>
              <a:buNone/>
            </a:pPr>
            <a:r>
              <a:rPr lang="en-GB" kern="1200" dirty="0">
                <a:solidFill>
                  <a:schemeClr val="tx2"/>
                </a:solidFill>
              </a:rPr>
              <a:t>5</a:t>
            </a:r>
          </a:p>
        </p:txBody>
      </p:sp>
    </p:spTree>
    <p:extLst>
      <p:ext uri="{BB962C8B-B14F-4D97-AF65-F5344CB8AC3E}">
        <p14:creationId xmlns:p14="http://schemas.microsoft.com/office/powerpoint/2010/main" val="3607683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0C01B0-DB0A-680C-B1A1-9D41C85FF07B}"/>
              </a:ext>
            </a:extLst>
          </p:cNvPr>
          <p:cNvSpPr>
            <a:spLocks noGrp="1"/>
          </p:cNvSpPr>
          <p:nvPr>
            <p:ph sz="quarter" idx="10"/>
          </p:nvPr>
        </p:nvSpPr>
        <p:spPr/>
        <p:txBody>
          <a:bodyPr/>
          <a:lstStyle/>
          <a:p>
            <a:r>
              <a:rPr lang="en-US" dirty="0"/>
              <a:t>Tell Me More…</a:t>
            </a:r>
          </a:p>
        </p:txBody>
      </p:sp>
      <p:pic>
        <p:nvPicPr>
          <p:cNvPr id="3" name="Picture 2">
            <a:extLst>
              <a:ext uri="{FF2B5EF4-FFF2-40B4-BE49-F238E27FC236}">
                <a16:creationId xmlns:a16="http://schemas.microsoft.com/office/drawing/2014/main" id="{AED7F242-287F-96CC-4A13-A8270FAAD582}"/>
              </a:ext>
            </a:extLst>
          </p:cNvPr>
          <p:cNvPicPr>
            <a:picLocks noChangeAspect="1"/>
          </p:cNvPicPr>
          <p:nvPr/>
        </p:nvPicPr>
        <p:blipFill>
          <a:blip r:embed="rId3"/>
          <a:stretch>
            <a:fillRect/>
          </a:stretch>
        </p:blipFill>
        <p:spPr>
          <a:xfrm>
            <a:off x="3924300" y="1524000"/>
            <a:ext cx="4343400" cy="4478079"/>
          </a:xfrm>
          <a:prstGeom prst="rect">
            <a:avLst/>
          </a:prstGeom>
        </p:spPr>
      </p:pic>
      <p:sp>
        <p:nvSpPr>
          <p:cNvPr id="6" name="TextBox 5">
            <a:extLst>
              <a:ext uri="{FF2B5EF4-FFF2-40B4-BE49-F238E27FC236}">
                <a16:creationId xmlns:a16="http://schemas.microsoft.com/office/drawing/2014/main" id="{23DFAE14-772D-DDC3-9D66-2E8BE1E5D411}"/>
              </a:ext>
            </a:extLst>
          </p:cNvPr>
          <p:cNvSpPr txBox="1"/>
          <p:nvPr/>
        </p:nvSpPr>
        <p:spPr>
          <a:xfrm>
            <a:off x="875311" y="5987534"/>
            <a:ext cx="6097978" cy="369332"/>
          </a:xfrm>
          <a:prstGeom prst="rect">
            <a:avLst/>
          </a:prstGeom>
          <a:noFill/>
        </p:spPr>
        <p:txBody>
          <a:bodyPr wrap="square">
            <a:spAutoFit/>
          </a:bodyPr>
          <a:lstStyle/>
          <a:p>
            <a:r>
              <a:rPr lang="en-US" dirty="0">
                <a:hlinkClick r:id="rId4"/>
              </a:rPr>
              <a:t>https://forms.cloud.microsoft/r/jGPSKG6jX0</a:t>
            </a:r>
            <a:r>
              <a:rPr lang="en-US" dirty="0"/>
              <a:t> </a:t>
            </a:r>
          </a:p>
        </p:txBody>
      </p:sp>
    </p:spTree>
    <p:extLst>
      <p:ext uri="{BB962C8B-B14F-4D97-AF65-F5344CB8AC3E}">
        <p14:creationId xmlns:p14="http://schemas.microsoft.com/office/powerpoint/2010/main" val="2108373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9DD0FD-574C-9B36-D8EC-FFC2BE381EFE}"/>
              </a:ext>
            </a:extLst>
          </p:cNvPr>
          <p:cNvSpPr>
            <a:spLocks noGrp="1"/>
          </p:cNvSpPr>
          <p:nvPr>
            <p:ph sz="quarter" idx="10"/>
          </p:nvPr>
        </p:nvSpPr>
        <p:spPr/>
        <p:txBody>
          <a:bodyPr/>
          <a:lstStyle/>
          <a:p>
            <a:r>
              <a:rPr lang="en-US" dirty="0"/>
              <a:t>Class Structure</a:t>
            </a:r>
          </a:p>
        </p:txBody>
      </p:sp>
      <p:graphicFrame>
        <p:nvGraphicFramePr>
          <p:cNvPr id="5" name="Content Placeholder 2">
            <a:extLst>
              <a:ext uri="{FF2B5EF4-FFF2-40B4-BE49-F238E27FC236}">
                <a16:creationId xmlns:a16="http://schemas.microsoft.com/office/drawing/2014/main" id="{96CAEF37-90C3-60B9-A7E5-2FBFB3985A44}"/>
              </a:ext>
            </a:extLst>
          </p:cNvPr>
          <p:cNvGraphicFramePr>
            <a:graphicFrameLocks/>
          </p:cNvGraphicFramePr>
          <p:nvPr>
            <p:extLst>
              <p:ext uri="{D42A27DB-BD31-4B8C-83A1-F6EECF244321}">
                <p14:modId xmlns:p14="http://schemas.microsoft.com/office/powerpoint/2010/main" val="1526301720"/>
              </p:ext>
            </p:extLst>
          </p:nvPr>
        </p:nvGraphicFramePr>
        <p:xfrm>
          <a:off x="838200" y="2168525"/>
          <a:ext cx="10515600" cy="4008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6292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A8AAC7-BBEB-1DD7-F929-C2CE58D8BC81}"/>
              </a:ext>
            </a:extLst>
          </p:cNvPr>
          <p:cNvSpPr>
            <a:spLocks noGrp="1"/>
          </p:cNvSpPr>
          <p:nvPr>
            <p:ph sz="quarter" idx="10"/>
          </p:nvPr>
        </p:nvSpPr>
        <p:spPr/>
        <p:txBody>
          <a:bodyPr/>
          <a:lstStyle/>
          <a:p>
            <a:r>
              <a:rPr lang="en-US" dirty="0"/>
              <a:t>A Word Of Caution</a:t>
            </a:r>
          </a:p>
        </p:txBody>
      </p:sp>
      <p:pic>
        <p:nvPicPr>
          <p:cNvPr id="3" name="Picture 2" descr="Finding Kat Heckenbach: My 2021 Goals...er, Guidelines">
            <a:extLst>
              <a:ext uri="{FF2B5EF4-FFF2-40B4-BE49-F238E27FC236}">
                <a16:creationId xmlns:a16="http://schemas.microsoft.com/office/drawing/2014/main" id="{D6AF01BE-4C4D-230E-11F6-5B2A50ACE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6605" y="1628800"/>
            <a:ext cx="9219317" cy="482453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81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5E2731-CC10-A9A6-BC02-BD49A9E351FD}"/>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Focus on…</a:t>
            </a:r>
          </a:p>
        </p:txBody>
      </p:sp>
      <p:graphicFrame>
        <p:nvGraphicFramePr>
          <p:cNvPr id="5" name="Content Placeholder 1">
            <a:extLst>
              <a:ext uri="{FF2B5EF4-FFF2-40B4-BE49-F238E27FC236}">
                <a16:creationId xmlns:a16="http://schemas.microsoft.com/office/drawing/2014/main" id="{62A0C050-C232-A5AF-CFA8-3F4178F63B00}"/>
              </a:ext>
            </a:extLst>
          </p:cNvPr>
          <p:cNvGraphicFramePr>
            <a:graphicFrameLocks noGrp="1"/>
          </p:cNvGraphicFramePr>
          <p:nvPr>
            <p:ph idx="1"/>
            <p:extLst>
              <p:ext uri="{D42A27DB-BD31-4B8C-83A1-F6EECF244321}">
                <p14:modId xmlns:p14="http://schemas.microsoft.com/office/powerpoint/2010/main" val="647263388"/>
              </p:ext>
            </p:extLst>
          </p:nvPr>
        </p:nvGraphicFramePr>
        <p:xfrm>
          <a:off x="6096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val 1">
            <a:extLst>
              <a:ext uri="{FF2B5EF4-FFF2-40B4-BE49-F238E27FC236}">
                <a16:creationId xmlns:a16="http://schemas.microsoft.com/office/drawing/2014/main" id="{AC8F9080-30BC-84CF-A865-D59229772789}"/>
              </a:ext>
            </a:extLst>
          </p:cNvPr>
          <p:cNvSpPr/>
          <p:nvPr/>
        </p:nvSpPr>
        <p:spPr>
          <a:xfrm>
            <a:off x="5486400" y="2537619"/>
            <a:ext cx="1219200" cy="121920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a:t>
            </a:r>
          </a:p>
        </p:txBody>
      </p:sp>
    </p:spTree>
    <p:extLst>
      <p:ext uri="{BB962C8B-B14F-4D97-AF65-F5344CB8AC3E}">
        <p14:creationId xmlns:p14="http://schemas.microsoft.com/office/powerpoint/2010/main" val="2515472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FEB3EBC-732B-802E-F622-270256BDCB32}"/>
              </a:ext>
            </a:extLst>
          </p:cNvPr>
          <p:cNvSpPr/>
          <p:nvPr/>
        </p:nvSpPr>
        <p:spPr>
          <a:xfrm>
            <a:off x="4303061" y="2476987"/>
            <a:ext cx="3600000" cy="3600000"/>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algn="l"/>
            <a:endParaRPr lang="en-US" spc="100" baseline="0" dirty="0" err="1">
              <a:solidFill>
                <a:schemeClr val="tx2"/>
              </a:solidFill>
              <a:latin typeface="Avenir Book" panose="02000503020000020003" pitchFamily="2" charset="0"/>
            </a:endParaRPr>
          </a:p>
        </p:txBody>
      </p:sp>
      <p:sp>
        <p:nvSpPr>
          <p:cNvPr id="5" name="Content Placeholder 4">
            <a:extLst>
              <a:ext uri="{FF2B5EF4-FFF2-40B4-BE49-F238E27FC236}">
                <a16:creationId xmlns:a16="http://schemas.microsoft.com/office/drawing/2014/main" id="{3BB37F07-7439-B00A-CDDF-FD7E31720376}"/>
              </a:ext>
            </a:extLst>
          </p:cNvPr>
          <p:cNvSpPr>
            <a:spLocks noGrp="1"/>
          </p:cNvSpPr>
          <p:nvPr>
            <p:ph sz="quarter" idx="10"/>
          </p:nvPr>
        </p:nvSpPr>
        <p:spPr/>
        <p:txBody>
          <a:bodyPr/>
          <a:lstStyle/>
          <a:p>
            <a:r>
              <a:rPr lang="en-US" dirty="0"/>
              <a:t>A Product Management Framework</a:t>
            </a:r>
          </a:p>
        </p:txBody>
      </p:sp>
      <p:graphicFrame>
        <p:nvGraphicFramePr>
          <p:cNvPr id="3" name="Diagram 2">
            <a:extLst>
              <a:ext uri="{FF2B5EF4-FFF2-40B4-BE49-F238E27FC236}">
                <a16:creationId xmlns:a16="http://schemas.microsoft.com/office/drawing/2014/main" id="{83FFFF72-8ED9-FA0A-783D-BD6D6B975EF6}"/>
              </a:ext>
            </a:extLst>
          </p:cNvPr>
          <p:cNvGraphicFramePr/>
          <p:nvPr>
            <p:extLst>
              <p:ext uri="{D42A27DB-BD31-4B8C-83A1-F6EECF244321}">
                <p14:modId xmlns:p14="http://schemas.microsoft.com/office/powerpoint/2010/main" val="3317235522"/>
              </p:ext>
            </p:extLst>
          </p:nvPr>
        </p:nvGraphicFramePr>
        <p:xfrm>
          <a:off x="2032000" y="1676400"/>
          <a:ext cx="8128000" cy="41892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2219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B65194-596D-FA48-3259-DE58F4B24B69}"/>
              </a:ext>
            </a:extLst>
          </p:cNvPr>
          <p:cNvSpPr>
            <a:spLocks noGrp="1"/>
          </p:cNvSpPr>
          <p:nvPr>
            <p:ph sz="quarter" idx="10"/>
          </p:nvPr>
        </p:nvSpPr>
        <p:spPr/>
        <p:txBody>
          <a:bodyPr/>
          <a:lstStyle/>
          <a:p>
            <a:r>
              <a:rPr lang="en-GB" dirty="0"/>
              <a:t>Who Is A Stakeholder?</a:t>
            </a:r>
            <a:endParaRPr lang="en-US" dirty="0"/>
          </a:p>
        </p:txBody>
      </p:sp>
      <p:sp>
        <p:nvSpPr>
          <p:cNvPr id="3" name="Content Placeholder 2">
            <a:extLst>
              <a:ext uri="{FF2B5EF4-FFF2-40B4-BE49-F238E27FC236}">
                <a16:creationId xmlns:a16="http://schemas.microsoft.com/office/drawing/2014/main" id="{5E81ED76-15E9-3028-7CDE-1953C9E96C2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00900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83AF555-2703-2049-AE12-D2E58EE4EA26}"/>
              </a:ext>
            </a:extLst>
          </p:cNvPr>
          <p:cNvSpPr>
            <a:spLocks noGrp="1"/>
          </p:cNvSpPr>
          <p:nvPr>
            <p:ph idx="1"/>
          </p:nvPr>
        </p:nvSpPr>
        <p:spPr/>
        <p:txBody>
          <a:bodyPr/>
          <a:lstStyle/>
          <a:p>
            <a:pPr marL="0" indent="0">
              <a:lnSpc>
                <a:spcPct val="150000"/>
              </a:lnSpc>
              <a:buNone/>
            </a:pPr>
            <a:endParaRPr lang="en-IN" dirty="0"/>
          </a:p>
          <a:p>
            <a:pPr marL="0" indent="0" algn="ctr">
              <a:lnSpc>
                <a:spcPct val="150000"/>
              </a:lnSpc>
              <a:buNone/>
            </a:pPr>
            <a:r>
              <a:rPr lang="en-IN" i="1" dirty="0"/>
              <a:t>A stakeholder is a party that has an </a:t>
            </a:r>
            <a:r>
              <a:rPr lang="en-IN" i="1" u="sng" dirty="0"/>
              <a:t>interest in a company</a:t>
            </a:r>
            <a:r>
              <a:rPr lang="en-IN" i="1" dirty="0"/>
              <a:t> and can </a:t>
            </a:r>
            <a:r>
              <a:rPr lang="en-IN" i="1" u="sng" dirty="0"/>
              <a:t>either affect or be affected</a:t>
            </a:r>
            <a:r>
              <a:rPr lang="en-IN" i="1" dirty="0"/>
              <a:t> by the business.</a:t>
            </a:r>
            <a:endParaRPr lang="en-GB" i="1" dirty="0"/>
          </a:p>
        </p:txBody>
      </p:sp>
      <p:sp>
        <p:nvSpPr>
          <p:cNvPr id="2" name="Content Placeholder 1">
            <a:extLst>
              <a:ext uri="{FF2B5EF4-FFF2-40B4-BE49-F238E27FC236}">
                <a16:creationId xmlns:a16="http://schemas.microsoft.com/office/drawing/2014/main" id="{90B65194-596D-FA48-3259-DE58F4B24B69}"/>
              </a:ext>
            </a:extLst>
          </p:cNvPr>
          <p:cNvSpPr>
            <a:spLocks noGrp="1"/>
          </p:cNvSpPr>
          <p:nvPr>
            <p:ph sz="quarter" idx="10"/>
          </p:nvPr>
        </p:nvSpPr>
        <p:spPr/>
        <p:txBody>
          <a:bodyPr/>
          <a:lstStyle/>
          <a:p>
            <a:r>
              <a:rPr lang="en-GB" dirty="0"/>
              <a:t>Who Is A Stakeholder?</a:t>
            </a:r>
            <a:endParaRPr lang="en-US" dirty="0"/>
          </a:p>
        </p:txBody>
      </p:sp>
      <p:sp>
        <p:nvSpPr>
          <p:cNvPr id="9" name="TextBox 8">
            <a:extLst>
              <a:ext uri="{FF2B5EF4-FFF2-40B4-BE49-F238E27FC236}">
                <a16:creationId xmlns:a16="http://schemas.microsoft.com/office/drawing/2014/main" id="{2580EA0C-0E4B-1134-D856-0025E1735AC7}"/>
              </a:ext>
            </a:extLst>
          </p:cNvPr>
          <p:cNvSpPr txBox="1"/>
          <p:nvPr/>
        </p:nvSpPr>
        <p:spPr>
          <a:xfrm>
            <a:off x="838200" y="6176963"/>
            <a:ext cx="6868886" cy="307777"/>
          </a:xfrm>
          <a:prstGeom prst="rect">
            <a:avLst/>
          </a:prstGeom>
          <a:noFill/>
          <a:ln>
            <a:noFill/>
          </a:ln>
        </p:spPr>
        <p:txBody>
          <a:bodyPr wrap="square">
            <a:spAutoFit/>
          </a:bodyPr>
          <a:lstStyle/>
          <a:p>
            <a:r>
              <a:rPr lang="en-US" sz="1400" dirty="0"/>
              <a:t>Source: </a:t>
            </a:r>
            <a:r>
              <a:rPr lang="en-US" sz="1400" dirty="0">
                <a:hlinkClick r:id="rId3"/>
              </a:rPr>
              <a:t>https://www.investopedia.com/terms/s/stakeholder.asp</a:t>
            </a:r>
            <a:r>
              <a:rPr lang="en-US" sz="1400" dirty="0"/>
              <a:t> </a:t>
            </a:r>
          </a:p>
        </p:txBody>
      </p:sp>
    </p:spTree>
    <p:extLst>
      <p:ext uri="{BB962C8B-B14F-4D97-AF65-F5344CB8AC3E}">
        <p14:creationId xmlns:p14="http://schemas.microsoft.com/office/powerpoint/2010/main" val="2954272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509E97D-F471-20AA-F11E-32C6008BC605}"/>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Stakeholder</a:t>
            </a:r>
            <a:endParaRPr lang="en-US"/>
          </a:p>
        </p:txBody>
      </p:sp>
      <p:graphicFrame>
        <p:nvGraphicFramePr>
          <p:cNvPr id="7" name="Content Placeholder 1">
            <a:extLst>
              <a:ext uri="{FF2B5EF4-FFF2-40B4-BE49-F238E27FC236}">
                <a16:creationId xmlns:a16="http://schemas.microsoft.com/office/drawing/2014/main" id="{98E42E67-3A41-05FC-4D8B-245AEE346ECD}"/>
              </a:ext>
            </a:extLst>
          </p:cNvPr>
          <p:cNvGraphicFramePr>
            <a:graphicFrameLocks noGrp="1"/>
          </p:cNvGraphicFramePr>
          <p:nvPr>
            <p:ph idx="1"/>
            <p:extLst>
              <p:ext uri="{D42A27DB-BD31-4B8C-83A1-F6EECF244321}">
                <p14:modId xmlns:p14="http://schemas.microsoft.com/office/powerpoint/2010/main" val="3776258840"/>
              </p:ext>
            </p:extLst>
          </p:nvPr>
        </p:nvGraphicFramePr>
        <p:xfrm>
          <a:off x="6096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val 1">
            <a:extLst>
              <a:ext uri="{FF2B5EF4-FFF2-40B4-BE49-F238E27FC236}">
                <a16:creationId xmlns:a16="http://schemas.microsoft.com/office/drawing/2014/main" id="{9138CEE7-2F7C-62A7-094B-7791FC001840}"/>
              </a:ext>
            </a:extLst>
          </p:cNvPr>
          <p:cNvSpPr/>
          <p:nvPr/>
        </p:nvSpPr>
        <p:spPr>
          <a:xfrm>
            <a:off x="5486400" y="2537619"/>
            <a:ext cx="1219200" cy="121920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a:t>
            </a:r>
          </a:p>
        </p:txBody>
      </p:sp>
    </p:spTree>
    <p:extLst>
      <p:ext uri="{BB962C8B-B14F-4D97-AF65-F5344CB8AC3E}">
        <p14:creationId xmlns:p14="http://schemas.microsoft.com/office/powerpoint/2010/main" val="1779549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49B9B-0916-311A-2FA8-297A3AA75539}"/>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Dimensions of Negotiation</a:t>
            </a:r>
          </a:p>
        </p:txBody>
      </p:sp>
      <p:graphicFrame>
        <p:nvGraphicFramePr>
          <p:cNvPr id="5" name="Content Placeholder 1">
            <a:extLst>
              <a:ext uri="{FF2B5EF4-FFF2-40B4-BE49-F238E27FC236}">
                <a16:creationId xmlns:a16="http://schemas.microsoft.com/office/drawing/2014/main" id="{B9FA37D5-4FC1-359B-ED80-696845616734}"/>
              </a:ext>
            </a:extLst>
          </p:cNvPr>
          <p:cNvGraphicFramePr>
            <a:graphicFrameLocks noGrp="1"/>
          </p:cNvGraphicFramePr>
          <p:nvPr>
            <p:ph idx="1"/>
            <p:extLst>
              <p:ext uri="{D42A27DB-BD31-4B8C-83A1-F6EECF244321}">
                <p14:modId xmlns:p14="http://schemas.microsoft.com/office/powerpoint/2010/main" val="3463695191"/>
              </p:ext>
            </p:extLst>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56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1AB80B0-A708-532C-DC84-3211F5C152F6}"/>
              </a:ext>
            </a:extLst>
          </p:cNvPr>
          <p:cNvSpPr>
            <a:spLocks noGrp="1"/>
          </p:cNvSpPr>
          <p:nvPr>
            <p:ph sz="quarter" idx="10"/>
          </p:nvPr>
        </p:nvSpPr>
        <p:spPr/>
        <p:txBody>
          <a:bodyPr/>
          <a:lstStyle/>
          <a:p>
            <a:r>
              <a:rPr lang="en-US" dirty="0"/>
              <a:t>Breakout Rooms</a:t>
            </a:r>
          </a:p>
        </p:txBody>
      </p:sp>
    </p:spTree>
    <p:extLst>
      <p:ext uri="{BB962C8B-B14F-4D97-AF65-F5344CB8AC3E}">
        <p14:creationId xmlns:p14="http://schemas.microsoft.com/office/powerpoint/2010/main" val="1916913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99DF3F8-98E5-FAB7-1E8D-D78DC3DABABE}"/>
              </a:ext>
            </a:extLst>
          </p:cNvPr>
          <p:cNvSpPr>
            <a:spLocks noGrp="1"/>
          </p:cNvSpPr>
          <p:nvPr>
            <p:ph idx="1"/>
          </p:nvPr>
        </p:nvSpPr>
        <p:spPr/>
        <p:txBody>
          <a:bodyPr/>
          <a:lstStyle/>
          <a:p>
            <a:pPr marL="457200" indent="-457200">
              <a:spcBef>
                <a:spcPts val="1200"/>
              </a:spcBef>
              <a:spcAft>
                <a:spcPts val="1200"/>
              </a:spcAft>
              <a:buFont typeface="+mj-lt"/>
              <a:buAutoNum type="arabicPeriod"/>
            </a:pPr>
            <a:r>
              <a:rPr lang="en-US" dirty="0"/>
              <a:t>You are responsible for conceptualizing an ERP system to manage the IPL T20 tournament. To get started, identify </a:t>
            </a:r>
            <a:r>
              <a:rPr lang="en-US" u="sng" dirty="0"/>
              <a:t>all your external stakeholders</a:t>
            </a:r>
          </a:p>
          <a:p>
            <a:pPr marL="457200" indent="-457200">
              <a:spcBef>
                <a:spcPts val="1200"/>
              </a:spcBef>
              <a:spcAft>
                <a:spcPts val="1200"/>
              </a:spcAft>
              <a:buFont typeface="+mj-lt"/>
              <a:buAutoNum type="arabicPeriod"/>
            </a:pPr>
            <a:r>
              <a:rPr lang="en-US" sz="2400" dirty="0"/>
              <a:t>You are a Product Manager at Swiggy and tasked with getting the app ready for rollout in a new country. Who are the internal </a:t>
            </a:r>
            <a:r>
              <a:rPr lang="en-US" sz="2400" u="sng" dirty="0"/>
              <a:t>and</a:t>
            </a:r>
            <a:r>
              <a:rPr lang="en-US" sz="2400" dirty="0"/>
              <a:t> external stakeholders that you need to work with to identify and address critical gaps in the product?</a:t>
            </a:r>
          </a:p>
          <a:p>
            <a:pPr marL="457200" indent="-457200">
              <a:spcBef>
                <a:spcPts val="1200"/>
              </a:spcBef>
              <a:spcAft>
                <a:spcPts val="1200"/>
              </a:spcAft>
              <a:buFont typeface="+mj-lt"/>
              <a:buAutoNum type="arabicPeriod"/>
            </a:pPr>
            <a:r>
              <a:rPr lang="en-US" sz="2400" dirty="0"/>
              <a:t>You are managing an in-house product at Infosys to track media spends. Your leadership team has tasked you with seeing if the media spend is making the desired impact with the various segments you are targeting. To start with, identify all the external stakeholders you are targeting.</a:t>
            </a:r>
          </a:p>
        </p:txBody>
      </p:sp>
      <p:sp>
        <p:nvSpPr>
          <p:cNvPr id="5" name="Content Placeholder 4">
            <a:extLst>
              <a:ext uri="{FF2B5EF4-FFF2-40B4-BE49-F238E27FC236}">
                <a16:creationId xmlns:a16="http://schemas.microsoft.com/office/drawing/2014/main" id="{9084352E-38C7-C06B-DF3D-5F1FE4C74A77}"/>
              </a:ext>
            </a:extLst>
          </p:cNvPr>
          <p:cNvSpPr>
            <a:spLocks noGrp="1"/>
          </p:cNvSpPr>
          <p:nvPr>
            <p:ph sz="quarter" idx="10"/>
          </p:nvPr>
        </p:nvSpPr>
        <p:spPr/>
        <p:txBody>
          <a:bodyPr/>
          <a:lstStyle/>
          <a:p>
            <a:r>
              <a:rPr lang="en-US" dirty="0"/>
              <a:t>Breakout Room Briefs</a:t>
            </a:r>
          </a:p>
        </p:txBody>
      </p:sp>
    </p:spTree>
    <p:extLst>
      <p:ext uri="{BB962C8B-B14F-4D97-AF65-F5344CB8AC3E}">
        <p14:creationId xmlns:p14="http://schemas.microsoft.com/office/powerpoint/2010/main" val="2019615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CD3A165-C817-EF89-66F6-BCDA8B011DB9}"/>
              </a:ext>
            </a:extLst>
          </p:cNvPr>
          <p:cNvSpPr>
            <a:spLocks noGrp="1"/>
          </p:cNvSpPr>
          <p:nvPr>
            <p:ph type="body" sz="half" idx="2"/>
          </p:nvPr>
        </p:nvSpPr>
        <p:spPr/>
        <p:txBody>
          <a:bodyPr/>
          <a:lstStyle/>
          <a:p>
            <a:r>
              <a:rPr lang="en-US" sz="1800" dirty="0"/>
              <a:t>You are responsible for conceptualizing an ERP system to manage the IPL T20 tournament. To get started, identify </a:t>
            </a:r>
            <a:r>
              <a:rPr lang="en-US" sz="1800" u="sng" dirty="0"/>
              <a:t>all the external stakeholders</a:t>
            </a:r>
            <a:r>
              <a:rPr lang="en-US" sz="1800" dirty="0"/>
              <a:t> so that you can start to conceptualize the solution</a:t>
            </a:r>
          </a:p>
        </p:txBody>
      </p:sp>
      <p:sp>
        <p:nvSpPr>
          <p:cNvPr id="3" name="Content Placeholder 2">
            <a:extLst>
              <a:ext uri="{FF2B5EF4-FFF2-40B4-BE49-F238E27FC236}">
                <a16:creationId xmlns:a16="http://schemas.microsoft.com/office/drawing/2014/main" id="{100E5691-1308-6EFB-1DE8-084B2D995DC2}"/>
              </a:ext>
            </a:extLst>
          </p:cNvPr>
          <p:cNvSpPr>
            <a:spLocks noGrp="1"/>
          </p:cNvSpPr>
          <p:nvPr>
            <p:ph sz="quarter" idx="13"/>
          </p:nvPr>
        </p:nvSpPr>
        <p:spPr/>
        <p:txBody>
          <a:bodyPr/>
          <a:lstStyle/>
          <a:p>
            <a:r>
              <a:rPr lang="en-US" dirty="0"/>
              <a:t>Debrief – Rooms 1</a:t>
            </a:r>
          </a:p>
        </p:txBody>
      </p:sp>
      <p:sp>
        <p:nvSpPr>
          <p:cNvPr id="7" name="Content Placeholder 7">
            <a:extLst>
              <a:ext uri="{FF2B5EF4-FFF2-40B4-BE49-F238E27FC236}">
                <a16:creationId xmlns:a16="http://schemas.microsoft.com/office/drawing/2014/main" id="{C1AC701F-D1F8-9CD1-1A33-77C987812719}"/>
              </a:ext>
            </a:extLst>
          </p:cNvPr>
          <p:cNvSpPr>
            <a:spLocks noGrp="1"/>
          </p:cNvSpPr>
          <p:nvPr>
            <p:ph idx="1"/>
          </p:nvPr>
        </p:nvSpPr>
        <p:spPr>
          <a:xfrm>
            <a:off x="4766733" y="1600201"/>
            <a:ext cx="6815667" cy="4525963"/>
          </a:xfrm>
        </p:spPr>
        <p:txBody>
          <a:bodyPr/>
          <a:lstStyle/>
          <a:p>
            <a:pPr marL="514350" indent="-514350">
              <a:buFont typeface="+mj-lt"/>
              <a:buAutoNum type="arabicPeriod"/>
            </a:pPr>
            <a:r>
              <a:rPr lang="en-US" sz="1400" dirty="0"/>
              <a:t>&lt;&gt;</a:t>
            </a:r>
          </a:p>
          <a:p>
            <a:pPr marL="514350" indent="-514350">
              <a:buFont typeface="+mj-lt"/>
              <a:buAutoNum type="arabicPeriod"/>
            </a:pPr>
            <a:endParaRPr lang="en-US" sz="1400" dirty="0"/>
          </a:p>
        </p:txBody>
      </p:sp>
      <p:sp>
        <p:nvSpPr>
          <p:cNvPr id="2" name="Slide Number Placeholder 14">
            <a:extLst>
              <a:ext uri="{FF2B5EF4-FFF2-40B4-BE49-F238E27FC236}">
                <a16:creationId xmlns:a16="http://schemas.microsoft.com/office/drawing/2014/main" id="{300998B9-EDF1-2CEB-656D-95C679C04C07}"/>
              </a:ext>
            </a:extLst>
          </p:cNvPr>
          <p:cNvSpPr txBox="1">
            <a:spLocks/>
          </p:cNvSpPr>
          <p:nvPr/>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20</a:t>
            </a:fld>
            <a:endParaRPr lang="en-US" altLang="en-US" dirty="0"/>
          </a:p>
        </p:txBody>
      </p:sp>
    </p:spTree>
    <p:extLst>
      <p:ext uri="{BB962C8B-B14F-4D97-AF65-F5344CB8AC3E}">
        <p14:creationId xmlns:p14="http://schemas.microsoft.com/office/powerpoint/2010/main" val="1962266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0A8AD94-6910-AD1E-EF34-DE772B567AA4}"/>
              </a:ext>
            </a:extLst>
          </p:cNvPr>
          <p:cNvSpPr>
            <a:spLocks noGrp="1"/>
          </p:cNvSpPr>
          <p:nvPr>
            <p:ph idx="1"/>
          </p:nvPr>
        </p:nvSpPr>
        <p:spPr/>
        <p:txBody>
          <a:bodyPr/>
          <a:lstStyle/>
          <a:p>
            <a:pPr marL="514350" indent="-514350">
              <a:buFont typeface="+mj-lt"/>
              <a:buAutoNum type="arabicPeriod"/>
            </a:pPr>
            <a:r>
              <a:rPr lang="en-US" sz="1400" dirty="0"/>
              <a:t>&lt;&gt;</a:t>
            </a:r>
          </a:p>
          <a:p>
            <a:pPr marL="514350" indent="-514350">
              <a:buFont typeface="+mj-lt"/>
              <a:buAutoNum type="arabicPeriod"/>
            </a:pPr>
            <a:endParaRPr lang="en-US" sz="1400" dirty="0"/>
          </a:p>
        </p:txBody>
      </p:sp>
      <p:sp>
        <p:nvSpPr>
          <p:cNvPr id="9" name="Text Placeholder 8">
            <a:extLst>
              <a:ext uri="{FF2B5EF4-FFF2-40B4-BE49-F238E27FC236}">
                <a16:creationId xmlns:a16="http://schemas.microsoft.com/office/drawing/2014/main" id="{BCD3A165-C817-EF89-66F6-BCDA8B011DB9}"/>
              </a:ext>
            </a:extLst>
          </p:cNvPr>
          <p:cNvSpPr>
            <a:spLocks noGrp="1"/>
          </p:cNvSpPr>
          <p:nvPr>
            <p:ph type="body" sz="half" idx="2"/>
          </p:nvPr>
        </p:nvSpPr>
        <p:spPr/>
        <p:txBody>
          <a:bodyPr/>
          <a:lstStyle/>
          <a:p>
            <a:r>
              <a:rPr lang="en-US" sz="1800" dirty="0"/>
              <a:t>You are a Product Manager at Swiggy and tasked with getting the app ready for rollout in a new country. Who are the internal </a:t>
            </a:r>
            <a:r>
              <a:rPr lang="en-US" sz="1800" u="sng" dirty="0"/>
              <a:t>and</a:t>
            </a:r>
            <a:r>
              <a:rPr lang="en-US" sz="1800" dirty="0"/>
              <a:t> external stakeholders that you would work with to identify and develop critical gaps in the product?</a:t>
            </a:r>
          </a:p>
        </p:txBody>
      </p:sp>
      <p:sp>
        <p:nvSpPr>
          <p:cNvPr id="3" name="Content Placeholder 2">
            <a:extLst>
              <a:ext uri="{FF2B5EF4-FFF2-40B4-BE49-F238E27FC236}">
                <a16:creationId xmlns:a16="http://schemas.microsoft.com/office/drawing/2014/main" id="{100E5691-1308-6EFB-1DE8-084B2D995DC2}"/>
              </a:ext>
            </a:extLst>
          </p:cNvPr>
          <p:cNvSpPr>
            <a:spLocks noGrp="1"/>
          </p:cNvSpPr>
          <p:nvPr>
            <p:ph sz="quarter" idx="13"/>
          </p:nvPr>
        </p:nvSpPr>
        <p:spPr/>
        <p:txBody>
          <a:bodyPr/>
          <a:lstStyle/>
          <a:p>
            <a:r>
              <a:rPr lang="en-US" dirty="0"/>
              <a:t>Debrief – Rooms 2</a:t>
            </a:r>
          </a:p>
        </p:txBody>
      </p:sp>
      <p:sp>
        <p:nvSpPr>
          <p:cNvPr id="2" name="Slide Number Placeholder 14">
            <a:extLst>
              <a:ext uri="{FF2B5EF4-FFF2-40B4-BE49-F238E27FC236}">
                <a16:creationId xmlns:a16="http://schemas.microsoft.com/office/drawing/2014/main" id="{BA0D9980-D1A9-F7E9-296E-735F141C4458}"/>
              </a:ext>
            </a:extLst>
          </p:cNvPr>
          <p:cNvSpPr txBox="1">
            <a:spLocks/>
          </p:cNvSpPr>
          <p:nvPr/>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21</a:t>
            </a:fld>
            <a:endParaRPr lang="en-US" altLang="en-US" dirty="0"/>
          </a:p>
        </p:txBody>
      </p:sp>
    </p:spTree>
    <p:extLst>
      <p:ext uri="{BB962C8B-B14F-4D97-AF65-F5344CB8AC3E}">
        <p14:creationId xmlns:p14="http://schemas.microsoft.com/office/powerpoint/2010/main" val="166545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0A8AD94-6910-AD1E-EF34-DE772B567AA4}"/>
              </a:ext>
            </a:extLst>
          </p:cNvPr>
          <p:cNvSpPr>
            <a:spLocks noGrp="1"/>
          </p:cNvSpPr>
          <p:nvPr>
            <p:ph idx="1"/>
          </p:nvPr>
        </p:nvSpPr>
        <p:spPr/>
        <p:txBody>
          <a:bodyPr/>
          <a:lstStyle/>
          <a:p>
            <a:pPr marL="514350" indent="-514350">
              <a:buFont typeface="+mj-lt"/>
              <a:buAutoNum type="arabicPeriod"/>
            </a:pPr>
            <a:r>
              <a:rPr lang="en-US" sz="1400" dirty="0"/>
              <a:t>&lt;&gt;</a:t>
            </a:r>
          </a:p>
          <a:p>
            <a:pPr marL="514350" indent="-514350">
              <a:buFont typeface="+mj-lt"/>
              <a:buAutoNum type="arabicPeriod"/>
            </a:pPr>
            <a:endParaRPr lang="en-US" sz="1400" dirty="0"/>
          </a:p>
        </p:txBody>
      </p:sp>
      <p:sp>
        <p:nvSpPr>
          <p:cNvPr id="9" name="Text Placeholder 8">
            <a:extLst>
              <a:ext uri="{FF2B5EF4-FFF2-40B4-BE49-F238E27FC236}">
                <a16:creationId xmlns:a16="http://schemas.microsoft.com/office/drawing/2014/main" id="{BCD3A165-C817-EF89-66F6-BCDA8B011DB9}"/>
              </a:ext>
            </a:extLst>
          </p:cNvPr>
          <p:cNvSpPr>
            <a:spLocks noGrp="1"/>
          </p:cNvSpPr>
          <p:nvPr>
            <p:ph type="body" sz="half" idx="2"/>
          </p:nvPr>
        </p:nvSpPr>
        <p:spPr/>
        <p:txBody>
          <a:bodyPr/>
          <a:lstStyle/>
          <a:p>
            <a:pPr>
              <a:spcBef>
                <a:spcPts val="1200"/>
              </a:spcBef>
              <a:spcAft>
                <a:spcPts val="1200"/>
              </a:spcAft>
            </a:pPr>
            <a:r>
              <a:rPr lang="en-US" sz="1800" dirty="0"/>
              <a:t>You are managing an in-house product at Infosys to track media spends. Your leadership team has tasked you with seeing if the media spend is making the desired impact with the various segments you are targeting. To start with, identify all the external stakeholders you are targeting.</a:t>
            </a:r>
          </a:p>
        </p:txBody>
      </p:sp>
      <p:sp>
        <p:nvSpPr>
          <p:cNvPr id="3" name="Content Placeholder 2">
            <a:extLst>
              <a:ext uri="{FF2B5EF4-FFF2-40B4-BE49-F238E27FC236}">
                <a16:creationId xmlns:a16="http://schemas.microsoft.com/office/drawing/2014/main" id="{100E5691-1308-6EFB-1DE8-084B2D995DC2}"/>
              </a:ext>
            </a:extLst>
          </p:cNvPr>
          <p:cNvSpPr>
            <a:spLocks noGrp="1"/>
          </p:cNvSpPr>
          <p:nvPr>
            <p:ph sz="quarter" idx="13"/>
          </p:nvPr>
        </p:nvSpPr>
        <p:spPr/>
        <p:txBody>
          <a:bodyPr/>
          <a:lstStyle/>
          <a:p>
            <a:r>
              <a:rPr lang="en-US" dirty="0"/>
              <a:t>Debrief – Rooms 3</a:t>
            </a:r>
          </a:p>
        </p:txBody>
      </p:sp>
      <p:sp>
        <p:nvSpPr>
          <p:cNvPr id="2" name="Slide Number Placeholder 14">
            <a:extLst>
              <a:ext uri="{FF2B5EF4-FFF2-40B4-BE49-F238E27FC236}">
                <a16:creationId xmlns:a16="http://schemas.microsoft.com/office/drawing/2014/main" id="{4C51CEDA-A100-B935-50E5-809EE9133F43}"/>
              </a:ext>
            </a:extLst>
          </p:cNvPr>
          <p:cNvSpPr txBox="1">
            <a:spLocks/>
          </p:cNvSpPr>
          <p:nvPr/>
        </p:nvSpPr>
        <p:spPr>
          <a:xfrm>
            <a:off x="384935" y="6492875"/>
            <a:ext cx="529465"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22</a:t>
            </a:fld>
            <a:endParaRPr lang="en-US" altLang="en-US" dirty="0"/>
          </a:p>
        </p:txBody>
      </p:sp>
    </p:spTree>
    <p:extLst>
      <p:ext uri="{BB962C8B-B14F-4D97-AF65-F5344CB8AC3E}">
        <p14:creationId xmlns:p14="http://schemas.microsoft.com/office/powerpoint/2010/main" val="3538695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13AE9-BA41-F406-8486-75113EBDB487}"/>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Leadership</a:t>
            </a:r>
          </a:p>
        </p:txBody>
      </p:sp>
      <p:graphicFrame>
        <p:nvGraphicFramePr>
          <p:cNvPr id="5" name="Content Placeholder 1">
            <a:extLst>
              <a:ext uri="{FF2B5EF4-FFF2-40B4-BE49-F238E27FC236}">
                <a16:creationId xmlns:a16="http://schemas.microsoft.com/office/drawing/2014/main" id="{53EA0BF1-9B83-4844-6DA5-EBA96727ABF3}"/>
              </a:ext>
            </a:extLst>
          </p:cNvPr>
          <p:cNvGraphicFramePr>
            <a:graphicFrameLocks noGrp="1"/>
          </p:cNvGraphicFramePr>
          <p:nvPr>
            <p:ph idx="1"/>
            <p:extLst>
              <p:ext uri="{D42A27DB-BD31-4B8C-83A1-F6EECF244321}">
                <p14:modId xmlns:p14="http://schemas.microsoft.com/office/powerpoint/2010/main" val="2264985006"/>
              </p:ext>
            </p:extLst>
          </p:nvPr>
        </p:nvGraphicFramePr>
        <p:xfrm>
          <a:off x="609600" y="1493839"/>
          <a:ext cx="10972800" cy="3916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45E7898E-DED2-A298-79BC-0098CF253634}"/>
              </a:ext>
            </a:extLst>
          </p:cNvPr>
          <p:cNvSpPr txBox="1"/>
          <p:nvPr/>
        </p:nvSpPr>
        <p:spPr>
          <a:xfrm>
            <a:off x="4038600" y="3925669"/>
            <a:ext cx="990600" cy="646331"/>
          </a:xfrm>
          <a:prstGeom prst="rect">
            <a:avLst/>
          </a:prstGeom>
          <a:noFill/>
        </p:spPr>
        <p:txBody>
          <a:bodyPr wrap="square" rtlCol="0">
            <a:spAutoFit/>
          </a:bodyPr>
          <a:lstStyle/>
          <a:p>
            <a:r>
              <a:rPr lang="en-US" sz="3600" dirty="0">
                <a:latin typeface="+mn-lt"/>
              </a:rPr>
              <a:t>to</a:t>
            </a:r>
          </a:p>
        </p:txBody>
      </p:sp>
      <p:sp>
        <p:nvSpPr>
          <p:cNvPr id="7" name="TextBox 6">
            <a:extLst>
              <a:ext uri="{FF2B5EF4-FFF2-40B4-BE49-F238E27FC236}">
                <a16:creationId xmlns:a16="http://schemas.microsoft.com/office/drawing/2014/main" id="{2072E702-19FF-DDCB-D2F0-6F1EB0711A03}"/>
              </a:ext>
            </a:extLst>
          </p:cNvPr>
          <p:cNvSpPr txBox="1"/>
          <p:nvPr/>
        </p:nvSpPr>
        <p:spPr>
          <a:xfrm>
            <a:off x="7467600" y="3925669"/>
            <a:ext cx="990600" cy="646331"/>
          </a:xfrm>
          <a:prstGeom prst="rect">
            <a:avLst/>
          </a:prstGeom>
          <a:noFill/>
        </p:spPr>
        <p:txBody>
          <a:bodyPr wrap="square" rtlCol="0">
            <a:spAutoFit/>
          </a:bodyPr>
          <a:lstStyle/>
          <a:p>
            <a:r>
              <a:rPr lang="en-US" sz="3600" dirty="0">
                <a:latin typeface="+mn-lt"/>
              </a:rPr>
              <a:t>and</a:t>
            </a:r>
          </a:p>
        </p:txBody>
      </p:sp>
      <p:sp>
        <p:nvSpPr>
          <p:cNvPr id="2" name="TextBox 1">
            <a:extLst>
              <a:ext uri="{FF2B5EF4-FFF2-40B4-BE49-F238E27FC236}">
                <a16:creationId xmlns:a16="http://schemas.microsoft.com/office/drawing/2014/main" id="{30426070-DE17-E4DD-2E0E-BCF44023FEEB}"/>
              </a:ext>
            </a:extLst>
          </p:cNvPr>
          <p:cNvSpPr txBox="1"/>
          <p:nvPr/>
        </p:nvSpPr>
        <p:spPr>
          <a:xfrm>
            <a:off x="3200400" y="5410200"/>
            <a:ext cx="5791200" cy="954107"/>
          </a:xfrm>
          <a:prstGeom prst="rect">
            <a:avLst/>
          </a:prstGeom>
          <a:noFill/>
        </p:spPr>
        <p:txBody>
          <a:bodyPr wrap="square" rtlCol="0">
            <a:spAutoFit/>
          </a:bodyPr>
          <a:lstStyle/>
          <a:p>
            <a:pPr algn="ctr"/>
            <a:r>
              <a:rPr lang="en-US" sz="2800" dirty="0"/>
              <a:t>What is the similarity with </a:t>
            </a:r>
          </a:p>
          <a:p>
            <a:pPr algn="ctr"/>
            <a:r>
              <a:rPr lang="en-US" sz="2800" dirty="0"/>
              <a:t>Product Managers?</a:t>
            </a:r>
          </a:p>
        </p:txBody>
      </p:sp>
    </p:spTree>
    <p:extLst>
      <p:ext uri="{BB962C8B-B14F-4D97-AF65-F5344CB8AC3E}">
        <p14:creationId xmlns:p14="http://schemas.microsoft.com/office/powerpoint/2010/main" val="1578609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864FE54-384F-A34C-7C76-EF2D6D0329CA}"/>
              </a:ext>
            </a:extLst>
          </p:cNvPr>
          <p:cNvSpPr>
            <a:spLocks noGrp="1"/>
          </p:cNvSpPr>
          <p:nvPr>
            <p:ph idx="1"/>
          </p:nvPr>
        </p:nvSpPr>
        <p:spPr>
          <a:xfrm>
            <a:off x="406400" y="1493838"/>
            <a:ext cx="10972800" cy="4525963"/>
          </a:xfrm>
        </p:spPr>
        <p:txBody>
          <a:bodyPr/>
          <a:lstStyle/>
          <a:p>
            <a:pPr marL="0" indent="0"/>
            <a:r>
              <a:rPr lang="en-IN" dirty="0"/>
              <a:t>Your Take On Week 1</a:t>
            </a:r>
          </a:p>
          <a:p>
            <a:pPr marL="0" indent="0"/>
            <a:endParaRPr lang="en-US" dirty="0"/>
          </a:p>
          <a:p>
            <a:pPr marL="0" indent="0"/>
            <a:r>
              <a:rPr lang="en-US" dirty="0"/>
              <a:t>Stakeholders for a Lean &amp; Agile environment</a:t>
            </a:r>
          </a:p>
          <a:p>
            <a:pPr>
              <a:buFont typeface="Arial" panose="020B0604020202020204" pitchFamily="34" charset="0"/>
              <a:buChar char="•"/>
            </a:pPr>
            <a:r>
              <a:rPr lang="en-US" dirty="0"/>
              <a:t>Lean &amp; Agile Mindset</a:t>
            </a:r>
          </a:p>
          <a:p>
            <a:pPr>
              <a:buFont typeface="Arial" panose="020B0604020202020204" pitchFamily="34" charset="0"/>
              <a:buChar char="•"/>
            </a:pPr>
            <a:r>
              <a:rPr lang="en-US" dirty="0"/>
              <a:t>Information networks</a:t>
            </a:r>
          </a:p>
          <a:p>
            <a:pPr>
              <a:buFont typeface="Arial" panose="020B0604020202020204" pitchFamily="34" charset="0"/>
              <a:buChar char="•"/>
            </a:pPr>
            <a:r>
              <a:rPr lang="en-US" dirty="0"/>
              <a:t>Communication and staying agile</a:t>
            </a:r>
          </a:p>
          <a:p>
            <a:pPr>
              <a:buFont typeface="Arial" panose="020B0604020202020204" pitchFamily="34" charset="0"/>
              <a:buChar char="•"/>
            </a:pPr>
            <a:r>
              <a:rPr lang="en-IN" dirty="0"/>
              <a:t>Mindset elements</a:t>
            </a:r>
            <a:endParaRPr lang="en-US" dirty="0"/>
          </a:p>
          <a:p>
            <a:pPr>
              <a:buFont typeface="Arial" panose="020B0604020202020204" pitchFamily="34" charset="0"/>
              <a:buChar char="•"/>
            </a:pPr>
            <a:r>
              <a:rPr lang="en-IN" dirty="0"/>
              <a:t>No decision Vs wrong decisions</a:t>
            </a:r>
            <a:r>
              <a:rPr lang="en-US" dirty="0"/>
              <a:t> </a:t>
            </a:r>
            <a:endParaRPr lang="en-IN" dirty="0"/>
          </a:p>
        </p:txBody>
      </p:sp>
      <p:sp>
        <p:nvSpPr>
          <p:cNvPr id="3" name="Content Placeholder 2">
            <a:extLst>
              <a:ext uri="{FF2B5EF4-FFF2-40B4-BE49-F238E27FC236}">
                <a16:creationId xmlns:a16="http://schemas.microsoft.com/office/drawing/2014/main" id="{294A2C39-CACD-535E-7FE1-2E375D460458}"/>
              </a:ext>
            </a:extLst>
          </p:cNvPr>
          <p:cNvSpPr>
            <a:spLocks noGrp="1"/>
          </p:cNvSpPr>
          <p:nvPr>
            <p:ph sz="quarter" idx="10"/>
          </p:nvPr>
        </p:nvSpPr>
        <p:spPr>
          <a:xfrm>
            <a:off x="406400" y="152400"/>
            <a:ext cx="8432800" cy="1143000"/>
          </a:xfrm>
        </p:spPr>
        <p:txBody>
          <a:bodyPr/>
          <a:lstStyle/>
          <a:p>
            <a:r>
              <a:rPr lang="en-US" dirty="0"/>
              <a:t>Next Week</a:t>
            </a:r>
          </a:p>
        </p:txBody>
      </p:sp>
    </p:spTree>
    <p:extLst>
      <p:ext uri="{BB962C8B-B14F-4D97-AF65-F5344CB8AC3E}">
        <p14:creationId xmlns:p14="http://schemas.microsoft.com/office/powerpoint/2010/main" val="3832112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AB11CD-0D85-2D56-DB05-CA4E76527902}"/>
              </a:ext>
            </a:extLst>
          </p:cNvPr>
          <p:cNvSpPr>
            <a:spLocks noGrp="1"/>
          </p:cNvSpPr>
          <p:nvPr>
            <p:ph sz="quarter" idx="10"/>
          </p:nvPr>
        </p:nvSpPr>
        <p:spPr/>
        <p:txBody>
          <a:bodyPr/>
          <a:lstStyle/>
          <a:p>
            <a:r>
              <a:rPr lang="en-US" dirty="0"/>
              <a:t>Feedback Please</a:t>
            </a:r>
          </a:p>
        </p:txBody>
      </p:sp>
      <p:sp>
        <p:nvSpPr>
          <p:cNvPr id="7" name="TextBox 6">
            <a:extLst>
              <a:ext uri="{FF2B5EF4-FFF2-40B4-BE49-F238E27FC236}">
                <a16:creationId xmlns:a16="http://schemas.microsoft.com/office/drawing/2014/main" id="{EE151FA9-DFAF-1064-FBCA-02FEAB5997F9}"/>
              </a:ext>
            </a:extLst>
          </p:cNvPr>
          <p:cNvSpPr txBox="1"/>
          <p:nvPr/>
        </p:nvSpPr>
        <p:spPr>
          <a:xfrm>
            <a:off x="3050498" y="5802868"/>
            <a:ext cx="6100996" cy="369332"/>
          </a:xfrm>
          <a:prstGeom prst="rect">
            <a:avLst/>
          </a:prstGeom>
          <a:noFill/>
        </p:spPr>
        <p:txBody>
          <a:bodyPr wrap="square">
            <a:spAutoFit/>
          </a:bodyPr>
          <a:lstStyle/>
          <a:p>
            <a:pPr algn="ctr"/>
            <a:r>
              <a:rPr lang="en-US" dirty="0"/>
              <a:t>Or click here: </a:t>
            </a:r>
            <a:r>
              <a:rPr lang="en-US" dirty="0">
                <a:hlinkClick r:id="rId2"/>
              </a:rPr>
              <a:t>https://forms.cloud.microsoft/r/Kuu4jqcDm7</a:t>
            </a:r>
            <a:r>
              <a:rPr lang="en-US" dirty="0"/>
              <a:t> </a:t>
            </a:r>
          </a:p>
        </p:txBody>
      </p:sp>
      <p:pic>
        <p:nvPicPr>
          <p:cNvPr id="3" name="Picture 2">
            <a:extLst>
              <a:ext uri="{FF2B5EF4-FFF2-40B4-BE49-F238E27FC236}">
                <a16:creationId xmlns:a16="http://schemas.microsoft.com/office/drawing/2014/main" id="{A396CF3B-1A0F-E361-16C7-0248F902CC9A}"/>
              </a:ext>
            </a:extLst>
          </p:cNvPr>
          <p:cNvPicPr>
            <a:picLocks noChangeAspect="1"/>
          </p:cNvPicPr>
          <p:nvPr/>
        </p:nvPicPr>
        <p:blipFill>
          <a:blip r:embed="rId3"/>
          <a:stretch>
            <a:fillRect/>
          </a:stretch>
        </p:blipFill>
        <p:spPr>
          <a:xfrm>
            <a:off x="4229100" y="1519346"/>
            <a:ext cx="3733800" cy="3819307"/>
          </a:xfrm>
          <a:prstGeom prst="rect">
            <a:avLst/>
          </a:prstGeom>
        </p:spPr>
      </p:pic>
    </p:spTree>
    <p:extLst>
      <p:ext uri="{BB962C8B-B14F-4D97-AF65-F5344CB8AC3E}">
        <p14:creationId xmlns:p14="http://schemas.microsoft.com/office/powerpoint/2010/main" val="2770894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ellow question mark">
            <a:extLst>
              <a:ext uri="{FF2B5EF4-FFF2-40B4-BE49-F238E27FC236}">
                <a16:creationId xmlns:a16="http://schemas.microsoft.com/office/drawing/2014/main" id="{945051E4-7DF1-B8D8-8CED-FBB80F8B84CF}"/>
              </a:ext>
            </a:extLst>
          </p:cNvPr>
          <p:cNvPicPr>
            <a:picLocks noChangeAspect="1"/>
          </p:cNvPicPr>
          <p:nvPr/>
        </p:nvPicPr>
        <p:blipFill rotWithShape="1">
          <a:blip r:embed="rId2"/>
          <a:srcRect t="7220" b="24035"/>
          <a:stretch/>
        </p:blipFill>
        <p:spPr>
          <a:xfrm>
            <a:off x="406400" y="1493838"/>
            <a:ext cx="10972800" cy="4525963"/>
          </a:xfrm>
          <a:prstGeom prst="rect">
            <a:avLst/>
          </a:prstGeom>
          <a:noFill/>
        </p:spPr>
      </p:pic>
      <p:sp>
        <p:nvSpPr>
          <p:cNvPr id="3" name="Content Placeholder 2">
            <a:extLst>
              <a:ext uri="{FF2B5EF4-FFF2-40B4-BE49-F238E27FC236}">
                <a16:creationId xmlns:a16="http://schemas.microsoft.com/office/drawing/2014/main" id="{3D05FEBE-E629-CB0D-C790-59E04B28EFE3}"/>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Questions</a:t>
            </a:r>
            <a:endParaRPr lang="en-US"/>
          </a:p>
        </p:txBody>
      </p:sp>
    </p:spTree>
    <p:extLst>
      <p:ext uri="{BB962C8B-B14F-4D97-AF65-F5344CB8AC3E}">
        <p14:creationId xmlns:p14="http://schemas.microsoft.com/office/powerpoint/2010/main" val="140481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7" ma:contentTypeDescription="Create a new document." ma:contentTypeScope="" ma:versionID="524f645c567f48f68415b738ed3c3e5a">
  <xsd:schema xmlns:xsd="http://www.w3.org/2001/XMLSchema" xmlns:xs="http://www.w3.org/2001/XMLSchema" xmlns:p="http://schemas.microsoft.com/office/2006/metadata/properties" xmlns:ns2="62c752f1-bd77-4b32-bcd5-44afe1204fc4" targetNamespace="http://schemas.microsoft.com/office/2006/metadata/properties" ma:root="true" ma:fieldsID="ad7003b6bdea35659c5076b91058063b" ns2:_="">
    <xsd:import namespace="62c752f1-bd77-4b32-bcd5-44afe1204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1C81B6-0349-4E88-BF7D-76064216B1DC}"/>
</file>

<file path=customXml/itemProps2.xml><?xml version="1.0" encoding="utf-8"?>
<ds:datastoreItem xmlns:ds="http://schemas.openxmlformats.org/officeDocument/2006/customXml" ds:itemID="{3BF25338-8456-413F-885C-4F2460009942}"/>
</file>

<file path=customXml/itemProps3.xml><?xml version="1.0" encoding="utf-8"?>
<ds:datastoreItem xmlns:ds="http://schemas.openxmlformats.org/officeDocument/2006/customXml" ds:itemID="{5FF277DC-3566-4155-8DB0-AD610AE6F487}"/>
</file>

<file path=docProps/app.xml><?xml version="1.0" encoding="utf-8"?>
<Properties xmlns="http://schemas.openxmlformats.org/officeDocument/2006/extended-properties" xmlns:vt="http://schemas.openxmlformats.org/officeDocument/2006/docPropsVTypes">
  <Template/>
  <TotalTime>4488</TotalTime>
  <Words>660</Words>
  <Application>Microsoft Macintosh PowerPoint</Application>
  <PresentationFormat>Widescreen</PresentationFormat>
  <Paragraphs>129</Paragraphs>
  <Slides>26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Avenir Book</vt:lpstr>
      <vt:lpstr>Calibri</vt:lpstr>
      <vt:lpstr>Rofaela</vt:lpstr>
      <vt:lpstr>Office Theme</vt:lpstr>
      <vt:lpstr>Communication, Estimation &amp;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Rahul Mohandas (RMd)</cp:lastModifiedBy>
  <cp:revision>115</cp:revision>
  <dcterms:created xsi:type="dcterms:W3CDTF">2011-09-14T09:42:05Z</dcterms:created>
  <dcterms:modified xsi:type="dcterms:W3CDTF">2025-07-26T10:36:23Z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