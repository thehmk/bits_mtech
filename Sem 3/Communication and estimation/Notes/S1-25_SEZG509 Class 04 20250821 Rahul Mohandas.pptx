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60" r:id="rId2"/>
    <p:sldId id="257" r:id="rId3"/>
    <p:sldId id="262" r:id="rId4"/>
    <p:sldId id="4191" r:id="rId5"/>
    <p:sldId id="4198" r:id="rId6"/>
    <p:sldId id="4199" r:id="rId7"/>
    <p:sldId id="4200" r:id="rId8"/>
    <p:sldId id="4201" r:id="rId9"/>
    <p:sldId id="4134" r:id="rId10"/>
    <p:sldId id="4135" r:id="rId11"/>
    <p:sldId id="4218" r:id="rId12"/>
    <p:sldId id="4219" r:id="rId13"/>
    <p:sldId id="4220" r:id="rId14"/>
    <p:sldId id="4221" r:id="rId15"/>
    <p:sldId id="4202" r:id="rId16"/>
    <p:sldId id="4203" r:id="rId17"/>
    <p:sldId id="4209" r:id="rId18"/>
    <p:sldId id="4210" r:id="rId19"/>
    <p:sldId id="4211" r:id="rId20"/>
    <p:sldId id="4212" r:id="rId21"/>
    <p:sldId id="4207" r:id="rId22"/>
    <p:sldId id="4214" r:id="rId23"/>
    <p:sldId id="4222" r:id="rId24"/>
    <p:sldId id="4223" r:id="rId25"/>
    <p:sldId id="4213" r:id="rId26"/>
    <p:sldId id="4224" r:id="rId27"/>
    <p:sldId id="4204" r:id="rId28"/>
    <p:sldId id="4101" r:id="rId29"/>
    <p:sldId id="4102" r:id="rId30"/>
    <p:sldId id="4103" r:id="rId31"/>
    <p:sldId id="4105" r:id="rId32"/>
    <p:sldId id="4215" r:id="rId33"/>
    <p:sldId id="4147" r:id="rId34"/>
    <p:sldId id="4216" r:id="rId35"/>
    <p:sldId id="4217" r:id="rId36"/>
    <p:sldId id="4225" r:id="rId37"/>
    <p:sldId id="4170" r:id="rId38"/>
    <p:sldId id="4174" r:id="rId39"/>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25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24E75F-4192-694F-8680-E600AED5E20F}" v="57" dt="2025-08-21T15:09:34.5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303"/>
    <p:restoredTop sz="85386"/>
  </p:normalViewPr>
  <p:slideViewPr>
    <p:cSldViewPr showGuides="1">
      <p:cViewPr varScale="1">
        <p:scale>
          <a:sx n="125" d="100"/>
          <a:sy n="125" d="100"/>
        </p:scale>
        <p:origin x="2312" y="176"/>
      </p:cViewPr>
      <p:guideLst>
        <p:guide orient="horz" pos="2256"/>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47"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48"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hul Mohandas (RMd)" userId="cdc53f0a-00cb-4490-8a90-22675af5e74d" providerId="ADAL" clId="{30C75EC0-EDD0-E441-B85F-A68A5B3C5DC4}"/>
    <pc:docChg chg="custSel addSld modSld sldOrd">
      <pc:chgData name="Rahul Mohandas (RMd)" userId="cdc53f0a-00cb-4490-8a90-22675af5e74d" providerId="ADAL" clId="{30C75EC0-EDD0-E441-B85F-A68A5B3C5DC4}" dt="2024-01-21T05:20:49.680" v="1624" actId="165"/>
      <pc:docMkLst>
        <pc:docMk/>
      </pc:docMkLst>
      <pc:sldChg chg="delSp modSp mod">
        <pc:chgData name="Rahul Mohandas (RMd)" userId="cdc53f0a-00cb-4490-8a90-22675af5e74d" providerId="ADAL" clId="{30C75EC0-EDD0-E441-B85F-A68A5B3C5DC4}" dt="2024-01-14T06:12:18.173" v="53" actId="478"/>
        <pc:sldMkLst>
          <pc:docMk/>
          <pc:sldMk cId="3607683791" sldId="263"/>
        </pc:sldMkLst>
      </pc:sldChg>
      <pc:sldChg chg="modSp mod modNotesTx">
        <pc:chgData name="Rahul Mohandas (RMd)" userId="cdc53f0a-00cb-4490-8a90-22675af5e74d" providerId="ADAL" clId="{30C75EC0-EDD0-E441-B85F-A68A5B3C5DC4}" dt="2024-01-14T07:39:12.465" v="1342" actId="20577"/>
        <pc:sldMkLst>
          <pc:docMk/>
          <pc:sldMk cId="4015386047" sldId="4149"/>
        </pc:sldMkLst>
      </pc:sldChg>
      <pc:sldChg chg="addSp delSp modSp mod">
        <pc:chgData name="Rahul Mohandas (RMd)" userId="cdc53f0a-00cb-4490-8a90-22675af5e74d" providerId="ADAL" clId="{30C75EC0-EDD0-E441-B85F-A68A5B3C5DC4}" dt="2024-01-14T07:01:42.790" v="1185"/>
        <pc:sldMkLst>
          <pc:docMk/>
          <pc:sldMk cId="1238703253" sldId="4150"/>
        </pc:sldMkLst>
      </pc:sldChg>
      <pc:sldChg chg="addSp delSp modSp mod">
        <pc:chgData name="Rahul Mohandas (RMd)" userId="cdc53f0a-00cb-4490-8a90-22675af5e74d" providerId="ADAL" clId="{30C75EC0-EDD0-E441-B85F-A68A5B3C5DC4}" dt="2024-01-14T07:01:35.523" v="1183"/>
        <pc:sldMkLst>
          <pc:docMk/>
          <pc:sldMk cId="2279051279" sldId="4151"/>
        </pc:sldMkLst>
      </pc:sldChg>
      <pc:sldChg chg="addSp modSp mod">
        <pc:chgData name="Rahul Mohandas (RMd)" userId="cdc53f0a-00cb-4490-8a90-22675af5e74d" providerId="ADAL" clId="{30C75EC0-EDD0-E441-B85F-A68A5B3C5DC4}" dt="2024-01-14T07:01:27.926" v="1181" actId="20577"/>
        <pc:sldMkLst>
          <pc:docMk/>
          <pc:sldMk cId="2297587967" sldId="4152"/>
        </pc:sldMkLst>
      </pc:sldChg>
      <pc:sldChg chg="addSp delSp modSp">
        <pc:chgData name="Rahul Mohandas (RMd)" userId="cdc53f0a-00cb-4490-8a90-22675af5e74d" providerId="ADAL" clId="{30C75EC0-EDD0-E441-B85F-A68A5B3C5DC4}" dt="2024-01-14T06:46:04.487" v="813"/>
        <pc:sldMkLst>
          <pc:docMk/>
          <pc:sldMk cId="2263986708" sldId="4155"/>
        </pc:sldMkLst>
      </pc:sldChg>
      <pc:sldChg chg="modSp mod">
        <pc:chgData name="Rahul Mohandas (RMd)" userId="cdc53f0a-00cb-4490-8a90-22675af5e74d" providerId="ADAL" clId="{30C75EC0-EDD0-E441-B85F-A68A5B3C5DC4}" dt="2024-01-14T06:15:47.328" v="76" actId="1440"/>
        <pc:sldMkLst>
          <pc:docMk/>
          <pc:sldMk cId="3536281384" sldId="4156"/>
        </pc:sldMkLst>
      </pc:sldChg>
      <pc:sldChg chg="addSp delSp modSp mod ord">
        <pc:chgData name="Rahul Mohandas (RMd)" userId="cdc53f0a-00cb-4490-8a90-22675af5e74d" providerId="ADAL" clId="{30C75EC0-EDD0-E441-B85F-A68A5B3C5DC4}" dt="2024-01-14T06:25:56.412" v="211" actId="20577"/>
        <pc:sldMkLst>
          <pc:docMk/>
          <pc:sldMk cId="4110881540" sldId="4158"/>
        </pc:sldMkLst>
      </pc:sldChg>
      <pc:sldChg chg="modSp">
        <pc:chgData name="Rahul Mohandas (RMd)" userId="cdc53f0a-00cb-4490-8a90-22675af5e74d" providerId="ADAL" clId="{30C75EC0-EDD0-E441-B85F-A68A5B3C5DC4}" dt="2024-01-14T06:26:33.645" v="225" actId="20577"/>
        <pc:sldMkLst>
          <pc:docMk/>
          <pc:sldMk cId="270183623" sldId="4161"/>
        </pc:sldMkLst>
      </pc:sldChg>
      <pc:sldChg chg="addSp modSp mod">
        <pc:chgData name="Rahul Mohandas (RMd)" userId="cdc53f0a-00cb-4490-8a90-22675af5e74d" providerId="ADAL" clId="{30C75EC0-EDD0-E441-B85F-A68A5B3C5DC4}" dt="2024-01-14T06:55:32.824" v="1093" actId="20577"/>
        <pc:sldMkLst>
          <pc:docMk/>
          <pc:sldMk cId="2527302375" sldId="4162"/>
        </pc:sldMkLst>
      </pc:sldChg>
      <pc:sldChg chg="modNotesTx">
        <pc:chgData name="Rahul Mohandas (RMd)" userId="cdc53f0a-00cb-4490-8a90-22675af5e74d" providerId="ADAL" clId="{30C75EC0-EDD0-E441-B85F-A68A5B3C5DC4}" dt="2024-01-14T06:49:41.686" v="965" actId="20577"/>
        <pc:sldMkLst>
          <pc:docMk/>
          <pc:sldMk cId="967550642" sldId="4163"/>
        </pc:sldMkLst>
      </pc:sldChg>
      <pc:sldChg chg="addSp delSp modSp mod modNotesTx">
        <pc:chgData name="Rahul Mohandas (RMd)" userId="cdc53f0a-00cb-4490-8a90-22675af5e74d" providerId="ADAL" clId="{30C75EC0-EDD0-E441-B85F-A68A5B3C5DC4}" dt="2024-01-14T07:41:56.912" v="1507" actId="20577"/>
        <pc:sldMkLst>
          <pc:docMk/>
          <pc:sldMk cId="2216118688" sldId="4164"/>
        </pc:sldMkLst>
      </pc:sldChg>
      <pc:sldChg chg="delSp modSp">
        <pc:chgData name="Rahul Mohandas (RMd)" userId="cdc53f0a-00cb-4490-8a90-22675af5e74d" providerId="ADAL" clId="{30C75EC0-EDD0-E441-B85F-A68A5B3C5DC4}" dt="2024-01-21T05:20:49.680" v="1624" actId="165"/>
        <pc:sldMkLst>
          <pc:docMk/>
          <pc:sldMk cId="967751023" sldId="4165"/>
        </pc:sldMkLst>
      </pc:sldChg>
      <pc:sldChg chg="addSp delSp modSp new mod chgLayout">
        <pc:chgData name="Rahul Mohandas (RMd)" userId="cdc53f0a-00cb-4490-8a90-22675af5e74d" providerId="ADAL" clId="{30C75EC0-EDD0-E441-B85F-A68A5B3C5DC4}" dt="2024-01-14T05:57:47.626" v="49" actId="1076"/>
        <pc:sldMkLst>
          <pc:docMk/>
          <pc:sldMk cId="1189614051" sldId="4168"/>
        </pc:sldMkLst>
      </pc:sldChg>
      <pc:sldChg chg="modSp new mod modNotesTx">
        <pc:chgData name="Rahul Mohandas (RMd)" userId="cdc53f0a-00cb-4490-8a90-22675af5e74d" providerId="ADAL" clId="{30C75EC0-EDD0-E441-B85F-A68A5B3C5DC4}" dt="2024-01-14T06:45:02.743" v="781" actId="20577"/>
        <pc:sldMkLst>
          <pc:docMk/>
          <pc:sldMk cId="3425165119" sldId="4169"/>
        </pc:sldMkLst>
      </pc:sldChg>
      <pc:sldChg chg="addSp delSp modSp add mod chgLayout">
        <pc:chgData name="Rahul Mohandas (RMd)" userId="cdc53f0a-00cb-4490-8a90-22675af5e74d" providerId="ADAL" clId="{30C75EC0-EDD0-E441-B85F-A68A5B3C5DC4}" dt="2024-01-14T07:05:11.628" v="1246" actId="20577"/>
        <pc:sldMkLst>
          <pc:docMk/>
          <pc:sldMk cId="3832112072" sldId="4170"/>
        </pc:sldMkLst>
      </pc:sldChg>
      <pc:sldChg chg="addSp delSp modSp new mod ord">
        <pc:chgData name="Rahul Mohandas (RMd)" userId="cdc53f0a-00cb-4490-8a90-22675af5e74d" providerId="ADAL" clId="{30C75EC0-EDD0-E441-B85F-A68A5B3C5DC4}" dt="2024-01-14T07:00:08.113" v="1109" actId="20577"/>
        <pc:sldMkLst>
          <pc:docMk/>
          <pc:sldMk cId="628115242" sldId="4171"/>
        </pc:sldMkLst>
      </pc:sldChg>
      <pc:sldChg chg="addSp delSp modSp add mod modClrScheme chgLayout modNotesTx">
        <pc:chgData name="Rahul Mohandas (RMd)" userId="cdc53f0a-00cb-4490-8a90-22675af5e74d" providerId="ADAL" clId="{30C75EC0-EDD0-E441-B85F-A68A5B3C5DC4}" dt="2024-01-14T06:46:14.569" v="815"/>
        <pc:sldMkLst>
          <pc:docMk/>
          <pc:sldMk cId="1339588837" sldId="4172"/>
        </pc:sldMkLst>
      </pc:sldChg>
      <pc:sldChg chg="addSp delSp modSp new mod modClrScheme chgLayout">
        <pc:chgData name="Rahul Mohandas (RMd)" userId="cdc53f0a-00cb-4490-8a90-22675af5e74d" providerId="ADAL" clId="{30C75EC0-EDD0-E441-B85F-A68A5B3C5DC4}" dt="2024-01-14T07:49:58.384" v="1608"/>
        <pc:sldMkLst>
          <pc:docMk/>
          <pc:sldMk cId="3769210793" sldId="4173"/>
        </pc:sldMkLst>
      </pc:sldChg>
      <pc:sldChg chg="addSp delSp modSp new mod modMedia delAnim">
        <pc:chgData name="Rahul Mohandas (RMd)" userId="cdc53f0a-00cb-4490-8a90-22675af5e74d" providerId="ADAL" clId="{30C75EC0-EDD0-E441-B85F-A68A5B3C5DC4}" dt="2024-01-14T10:05:14.992" v="1623" actId="26606"/>
        <pc:sldMkLst>
          <pc:docMk/>
          <pc:sldMk cId="1404816291" sldId="4174"/>
        </pc:sldMkLst>
      </pc:sldChg>
    </pc:docChg>
  </pc:docChgLst>
  <pc:docChgLst>
    <pc:chgData name="Rahul Mohandas (RMd)" userId="cdc53f0a-00cb-4490-8a90-22675af5e74d" providerId="ADAL" clId="{88364D42-2B98-0144-B3D2-B90D1BB3C5C9}"/>
    <pc:docChg chg="undo custSel delSld modSld modMainMaster">
      <pc:chgData name="Rahul Mohandas (RMd)" userId="cdc53f0a-00cb-4490-8a90-22675af5e74d" providerId="ADAL" clId="{88364D42-2B98-0144-B3D2-B90D1BB3C5C9}" dt="2025-02-16T11:35:34.383" v="485" actId="20577"/>
      <pc:docMkLst>
        <pc:docMk/>
      </pc:docMkLst>
      <pc:sldChg chg="modSp mod">
        <pc:chgData name="Rahul Mohandas (RMd)" userId="cdc53f0a-00cb-4490-8a90-22675af5e74d" providerId="ADAL" clId="{88364D42-2B98-0144-B3D2-B90D1BB3C5C9}" dt="2025-02-15T16:21:55.247" v="11" actId="20577"/>
        <pc:sldMkLst>
          <pc:docMk/>
          <pc:sldMk cId="0" sldId="257"/>
        </pc:sldMkLst>
      </pc:sldChg>
      <pc:sldChg chg="addSp modSp">
        <pc:chgData name="Rahul Mohandas (RMd)" userId="cdc53f0a-00cb-4490-8a90-22675af5e74d" providerId="ADAL" clId="{88364D42-2B98-0144-B3D2-B90D1BB3C5C9}" dt="2025-02-15T16:23:29.148" v="36"/>
        <pc:sldMkLst>
          <pc:docMk/>
          <pc:sldMk cId="3441168091" sldId="4101"/>
        </pc:sldMkLst>
      </pc:sldChg>
      <pc:sldChg chg="addSp modSp">
        <pc:chgData name="Rahul Mohandas (RMd)" userId="cdc53f0a-00cb-4490-8a90-22675af5e74d" providerId="ADAL" clId="{88364D42-2B98-0144-B3D2-B90D1BB3C5C9}" dt="2025-02-15T16:23:30.652" v="37"/>
        <pc:sldMkLst>
          <pc:docMk/>
          <pc:sldMk cId="231144959" sldId="4102"/>
        </pc:sldMkLst>
      </pc:sldChg>
      <pc:sldChg chg="addSp modSp">
        <pc:chgData name="Rahul Mohandas (RMd)" userId="cdc53f0a-00cb-4490-8a90-22675af5e74d" providerId="ADAL" clId="{88364D42-2B98-0144-B3D2-B90D1BB3C5C9}" dt="2025-02-15T16:23:31.951" v="38"/>
        <pc:sldMkLst>
          <pc:docMk/>
          <pc:sldMk cId="2639533065" sldId="4103"/>
        </pc:sldMkLst>
      </pc:sldChg>
      <pc:sldChg chg="addSp modSp">
        <pc:chgData name="Rahul Mohandas (RMd)" userId="cdc53f0a-00cb-4490-8a90-22675af5e74d" providerId="ADAL" clId="{88364D42-2B98-0144-B3D2-B90D1BB3C5C9}" dt="2025-02-15T16:23:33.216" v="39"/>
        <pc:sldMkLst>
          <pc:docMk/>
          <pc:sldMk cId="2398355725" sldId="4105"/>
        </pc:sldMkLst>
      </pc:sldChg>
      <pc:sldChg chg="addSp modSp">
        <pc:chgData name="Rahul Mohandas (RMd)" userId="cdc53f0a-00cb-4490-8a90-22675af5e74d" providerId="ADAL" clId="{88364D42-2B98-0144-B3D2-B90D1BB3C5C9}" dt="2025-02-15T16:22:59.077" v="21"/>
        <pc:sldMkLst>
          <pc:docMk/>
          <pc:sldMk cId="3885192346" sldId="4134"/>
        </pc:sldMkLst>
      </pc:sldChg>
      <pc:sldChg chg="addSp modSp mod">
        <pc:chgData name="Rahul Mohandas (RMd)" userId="cdc53f0a-00cb-4490-8a90-22675af5e74d" providerId="ADAL" clId="{88364D42-2B98-0144-B3D2-B90D1BB3C5C9}" dt="2025-02-15T16:24:31.365" v="46" actId="20577"/>
        <pc:sldMkLst>
          <pc:docMk/>
          <pc:sldMk cId="3310470259" sldId="4135"/>
        </pc:sldMkLst>
      </pc:sldChg>
      <pc:sldChg chg="addSp modSp">
        <pc:chgData name="Rahul Mohandas (RMd)" userId="cdc53f0a-00cb-4490-8a90-22675af5e74d" providerId="ADAL" clId="{88364D42-2B98-0144-B3D2-B90D1BB3C5C9}" dt="2025-02-15T16:23:36.183" v="41"/>
        <pc:sldMkLst>
          <pc:docMk/>
          <pc:sldMk cId="1400612840" sldId="4147"/>
        </pc:sldMkLst>
      </pc:sldChg>
      <pc:sldChg chg="addSp modSp">
        <pc:chgData name="Rahul Mohandas (RMd)" userId="cdc53f0a-00cb-4490-8a90-22675af5e74d" providerId="ADAL" clId="{88364D42-2B98-0144-B3D2-B90D1BB3C5C9}" dt="2025-02-15T16:23:42.109" v="43"/>
        <pc:sldMkLst>
          <pc:docMk/>
          <pc:sldMk cId="3832112072" sldId="4170"/>
        </pc:sldMkLst>
      </pc:sldChg>
      <pc:sldChg chg="addSp modSp mod">
        <pc:chgData name="Rahul Mohandas (RMd)" userId="cdc53f0a-00cb-4490-8a90-22675af5e74d" providerId="ADAL" clId="{88364D42-2B98-0144-B3D2-B90D1BB3C5C9}" dt="2025-02-15T16:22:49.077" v="18" actId="14100"/>
        <pc:sldMkLst>
          <pc:docMk/>
          <pc:sldMk cId="1863019508" sldId="4191"/>
        </pc:sldMkLst>
      </pc:sldChg>
      <pc:sldChg chg="del">
        <pc:chgData name="Rahul Mohandas (RMd)" userId="cdc53f0a-00cb-4490-8a90-22675af5e74d" providerId="ADAL" clId="{88364D42-2B98-0144-B3D2-B90D1BB3C5C9}" dt="2025-02-15T16:22:05.279" v="12" actId="2696"/>
        <pc:sldMkLst>
          <pc:docMk/>
          <pc:sldMk cId="1519144150" sldId="4192"/>
        </pc:sldMkLst>
      </pc:sldChg>
      <pc:sldChg chg="modSp mod">
        <pc:chgData name="Rahul Mohandas (RMd)" userId="cdc53f0a-00cb-4490-8a90-22675af5e74d" providerId="ADAL" clId="{88364D42-2B98-0144-B3D2-B90D1BB3C5C9}" dt="2025-02-15T16:24:02.146" v="44" actId="20577"/>
        <pc:sldMkLst>
          <pc:docMk/>
          <pc:sldMk cId="4244090390" sldId="4198"/>
        </pc:sldMkLst>
      </pc:sldChg>
      <pc:sldChg chg="addSp modSp">
        <pc:chgData name="Rahul Mohandas (RMd)" userId="cdc53f0a-00cb-4490-8a90-22675af5e74d" providerId="ADAL" clId="{88364D42-2B98-0144-B3D2-B90D1BB3C5C9}" dt="2025-02-15T16:22:53.978" v="19"/>
        <pc:sldMkLst>
          <pc:docMk/>
          <pc:sldMk cId="2361252851" sldId="4199"/>
        </pc:sldMkLst>
      </pc:sldChg>
      <pc:sldChg chg="addSp modSp">
        <pc:chgData name="Rahul Mohandas (RMd)" userId="cdc53f0a-00cb-4490-8a90-22675af5e74d" providerId="ADAL" clId="{88364D42-2B98-0144-B3D2-B90D1BB3C5C9}" dt="2025-02-15T16:22:56.557" v="20"/>
        <pc:sldMkLst>
          <pc:docMk/>
          <pc:sldMk cId="1293202393" sldId="4200"/>
        </pc:sldMkLst>
      </pc:sldChg>
      <pc:sldChg chg="addSp modSp">
        <pc:chgData name="Rahul Mohandas (RMd)" userId="cdc53f0a-00cb-4490-8a90-22675af5e74d" providerId="ADAL" clId="{88364D42-2B98-0144-B3D2-B90D1BB3C5C9}" dt="2025-02-15T16:23:03.558" v="23"/>
        <pc:sldMkLst>
          <pc:docMk/>
          <pc:sldMk cId="2834158957" sldId="4202"/>
        </pc:sldMkLst>
      </pc:sldChg>
      <pc:sldChg chg="addSp modSp">
        <pc:chgData name="Rahul Mohandas (RMd)" userId="cdc53f0a-00cb-4490-8a90-22675af5e74d" providerId="ADAL" clId="{88364D42-2B98-0144-B3D2-B90D1BB3C5C9}" dt="2025-02-15T16:23:16.174" v="28"/>
        <pc:sldMkLst>
          <pc:docMk/>
          <pc:sldMk cId="3717781636" sldId="4207"/>
        </pc:sldMkLst>
      </pc:sldChg>
      <pc:sldChg chg="addSp modSp">
        <pc:chgData name="Rahul Mohandas (RMd)" userId="cdc53f0a-00cb-4490-8a90-22675af5e74d" providerId="ADAL" clId="{88364D42-2B98-0144-B3D2-B90D1BB3C5C9}" dt="2025-02-15T16:23:06.413" v="24"/>
        <pc:sldMkLst>
          <pc:docMk/>
          <pc:sldMk cId="303049574" sldId="4209"/>
        </pc:sldMkLst>
      </pc:sldChg>
      <pc:sldChg chg="addSp modSp">
        <pc:chgData name="Rahul Mohandas (RMd)" userId="cdc53f0a-00cb-4490-8a90-22675af5e74d" providerId="ADAL" clId="{88364D42-2B98-0144-B3D2-B90D1BB3C5C9}" dt="2025-02-15T16:23:09.065" v="25"/>
        <pc:sldMkLst>
          <pc:docMk/>
          <pc:sldMk cId="1080664823" sldId="4210"/>
        </pc:sldMkLst>
      </pc:sldChg>
      <pc:sldChg chg="addSp modSp">
        <pc:chgData name="Rahul Mohandas (RMd)" userId="cdc53f0a-00cb-4490-8a90-22675af5e74d" providerId="ADAL" clId="{88364D42-2B98-0144-B3D2-B90D1BB3C5C9}" dt="2025-02-15T16:23:12.596" v="26"/>
        <pc:sldMkLst>
          <pc:docMk/>
          <pc:sldMk cId="1151640591" sldId="4211"/>
        </pc:sldMkLst>
      </pc:sldChg>
      <pc:sldChg chg="addSp modSp">
        <pc:chgData name="Rahul Mohandas (RMd)" userId="cdc53f0a-00cb-4490-8a90-22675af5e74d" providerId="ADAL" clId="{88364D42-2B98-0144-B3D2-B90D1BB3C5C9}" dt="2025-02-15T16:23:14.276" v="27"/>
        <pc:sldMkLst>
          <pc:docMk/>
          <pc:sldMk cId="3502321957" sldId="4212"/>
        </pc:sldMkLst>
      </pc:sldChg>
      <pc:sldChg chg="addSp delSp modSp mod">
        <pc:chgData name="Rahul Mohandas (RMd)" userId="cdc53f0a-00cb-4490-8a90-22675af5e74d" providerId="ADAL" clId="{88364D42-2B98-0144-B3D2-B90D1BB3C5C9}" dt="2025-02-16T11:30:37.384" v="484"/>
        <pc:sldMkLst>
          <pc:docMk/>
          <pc:sldMk cId="4195721591" sldId="4213"/>
        </pc:sldMkLst>
      </pc:sldChg>
      <pc:sldChg chg="addSp modSp mod">
        <pc:chgData name="Rahul Mohandas (RMd)" userId="cdc53f0a-00cb-4490-8a90-22675af5e74d" providerId="ADAL" clId="{88364D42-2B98-0144-B3D2-B90D1BB3C5C9}" dt="2025-02-16T11:35:34.383" v="485" actId="20577"/>
        <pc:sldMkLst>
          <pc:docMk/>
          <pc:sldMk cId="2059767873" sldId="4214"/>
        </pc:sldMkLst>
      </pc:sldChg>
      <pc:sldChg chg="addSp modSp">
        <pc:chgData name="Rahul Mohandas (RMd)" userId="cdc53f0a-00cb-4490-8a90-22675af5e74d" providerId="ADAL" clId="{88364D42-2B98-0144-B3D2-B90D1BB3C5C9}" dt="2025-02-15T16:23:34.672" v="40"/>
        <pc:sldMkLst>
          <pc:docMk/>
          <pc:sldMk cId="2693272120" sldId="4215"/>
        </pc:sldMkLst>
      </pc:sldChg>
      <pc:sldChg chg="addSp modSp">
        <pc:chgData name="Rahul Mohandas (RMd)" userId="cdc53f0a-00cb-4490-8a90-22675af5e74d" providerId="ADAL" clId="{88364D42-2B98-0144-B3D2-B90D1BB3C5C9}" dt="2025-02-15T16:23:39.626" v="42"/>
        <pc:sldMkLst>
          <pc:docMk/>
          <pc:sldMk cId="2142588143" sldId="4217"/>
        </pc:sldMkLst>
      </pc:sldChg>
      <pc:sldMasterChg chg="modSldLayout">
        <pc:chgData name="Rahul Mohandas (RMd)" userId="cdc53f0a-00cb-4490-8a90-22675af5e74d" providerId="ADAL" clId="{88364D42-2B98-0144-B3D2-B90D1BB3C5C9}" dt="2025-02-15T16:22:24.945" v="13" actId="735"/>
        <pc:sldMasterMkLst>
          <pc:docMk/>
          <pc:sldMasterMk cId="0" sldId="2147483648"/>
        </pc:sldMasterMkLst>
        <pc:sldLayoutChg chg="modSp">
          <pc:chgData name="Rahul Mohandas (RMd)" userId="cdc53f0a-00cb-4490-8a90-22675af5e74d" providerId="ADAL" clId="{88364D42-2B98-0144-B3D2-B90D1BB3C5C9}" dt="2025-02-15T16:22:24.945" v="13" actId="735"/>
          <pc:sldLayoutMkLst>
            <pc:docMk/>
            <pc:sldMasterMk cId="0" sldId="2147483648"/>
            <pc:sldLayoutMk cId="975937277" sldId="2147483719"/>
          </pc:sldLayoutMkLst>
        </pc:sldLayoutChg>
      </pc:sldMasterChg>
    </pc:docChg>
  </pc:docChgLst>
  <pc:docChgLst>
    <pc:chgData name="Rahul Mohandas (RMd)" userId="cdc53f0a-00cb-4490-8a90-22675af5e74d" providerId="ADAL" clId="{7B36FE99-D99B-B645-91AA-10081B9058EB}"/>
    <pc:docChg chg="custSel addSld delSld modSld sldOrd">
      <pc:chgData name="Rahul Mohandas (RMd)" userId="cdc53f0a-00cb-4490-8a90-22675af5e74d" providerId="ADAL" clId="{7B36FE99-D99B-B645-91AA-10081B9058EB}" dt="2024-08-18T12:22:40.341" v="2119" actId="20577"/>
      <pc:docMkLst>
        <pc:docMk/>
      </pc:docMkLst>
      <pc:sldChg chg="modSp mod">
        <pc:chgData name="Rahul Mohandas (RMd)" userId="cdc53f0a-00cb-4490-8a90-22675af5e74d" providerId="ADAL" clId="{7B36FE99-D99B-B645-91AA-10081B9058EB}" dt="2024-08-17T12:37:03.163" v="1" actId="20577"/>
        <pc:sldMkLst>
          <pc:docMk/>
          <pc:sldMk cId="0" sldId="257"/>
        </pc:sldMkLst>
      </pc:sldChg>
      <pc:sldChg chg="modSp mod">
        <pc:chgData name="Rahul Mohandas (RMd)" userId="cdc53f0a-00cb-4490-8a90-22675af5e74d" providerId="ADAL" clId="{7B36FE99-D99B-B645-91AA-10081B9058EB}" dt="2024-08-17T12:37:35.979" v="3" actId="20577"/>
        <pc:sldMkLst>
          <pc:docMk/>
          <pc:sldMk cId="2301697734" sldId="262"/>
        </pc:sldMkLst>
      </pc:sldChg>
      <pc:sldChg chg="addSp delSp modSp add mod modClrScheme chgLayout">
        <pc:chgData name="Rahul Mohandas (RMd)" userId="cdc53f0a-00cb-4490-8a90-22675af5e74d" providerId="ADAL" clId="{7B36FE99-D99B-B645-91AA-10081B9058EB}" dt="2024-08-18T05:31:10.736" v="2102" actId="207"/>
        <pc:sldMkLst>
          <pc:docMk/>
          <pc:sldMk cId="3441168091" sldId="4101"/>
        </pc:sldMkLst>
      </pc:sldChg>
      <pc:sldChg chg="addSp delSp modSp add mod modClrScheme chgLayout">
        <pc:chgData name="Rahul Mohandas (RMd)" userId="cdc53f0a-00cb-4490-8a90-22675af5e74d" providerId="ADAL" clId="{7B36FE99-D99B-B645-91AA-10081B9058EB}" dt="2024-08-18T05:31:22.844" v="2103" actId="207"/>
        <pc:sldMkLst>
          <pc:docMk/>
          <pc:sldMk cId="231144959" sldId="4102"/>
        </pc:sldMkLst>
      </pc:sldChg>
      <pc:sldChg chg="addSp delSp modSp add mod modClrScheme chgLayout">
        <pc:chgData name="Rahul Mohandas (RMd)" userId="cdc53f0a-00cb-4490-8a90-22675af5e74d" providerId="ADAL" clId="{7B36FE99-D99B-B645-91AA-10081B9058EB}" dt="2024-08-18T05:31:28.940" v="2104" actId="207"/>
        <pc:sldMkLst>
          <pc:docMk/>
          <pc:sldMk cId="2639533065" sldId="4103"/>
        </pc:sldMkLst>
      </pc:sldChg>
      <pc:sldChg chg="addSp delSp modSp add mod modClrScheme chgLayout">
        <pc:chgData name="Rahul Mohandas (RMd)" userId="cdc53f0a-00cb-4490-8a90-22675af5e74d" providerId="ADAL" clId="{7B36FE99-D99B-B645-91AA-10081B9058EB}" dt="2024-08-18T05:31:35.384" v="2105" actId="207"/>
        <pc:sldMkLst>
          <pc:docMk/>
          <pc:sldMk cId="2398355725" sldId="4105"/>
        </pc:sldMkLst>
      </pc:sldChg>
      <pc:sldChg chg="addSp delSp modSp add del mod modClrScheme chgLayout">
        <pc:chgData name="Rahul Mohandas (RMd)" userId="cdc53f0a-00cb-4490-8a90-22675af5e74d" providerId="ADAL" clId="{7B36FE99-D99B-B645-91AA-10081B9058EB}" dt="2024-08-17T13:46:18.801" v="1733" actId="2696"/>
        <pc:sldMkLst>
          <pc:docMk/>
          <pc:sldMk cId="2852229638" sldId="4106"/>
        </pc:sldMkLst>
      </pc:sldChg>
      <pc:sldChg chg="addSp delSp modSp add mod ord modClrScheme chgLayout">
        <pc:chgData name="Rahul Mohandas (RMd)" userId="cdc53f0a-00cb-4490-8a90-22675af5e74d" providerId="ADAL" clId="{7B36FE99-D99B-B645-91AA-10081B9058EB}" dt="2024-08-17T13:26:46.479" v="1468" actId="1076"/>
        <pc:sldMkLst>
          <pc:docMk/>
          <pc:sldMk cId="3885192346" sldId="4134"/>
        </pc:sldMkLst>
      </pc:sldChg>
      <pc:sldChg chg="addSp delSp modSp add mod modClrScheme chgLayout">
        <pc:chgData name="Rahul Mohandas (RMd)" userId="cdc53f0a-00cb-4490-8a90-22675af5e74d" providerId="ADAL" clId="{7B36FE99-D99B-B645-91AA-10081B9058EB}" dt="2024-08-17T13:15:25.620" v="670" actId="20577"/>
        <pc:sldMkLst>
          <pc:docMk/>
          <pc:sldMk cId="3310470259" sldId="4135"/>
        </pc:sldMkLst>
      </pc:sldChg>
      <pc:sldChg chg="addSp delSp modSp add mod modClrScheme chgLayout">
        <pc:chgData name="Rahul Mohandas (RMd)" userId="cdc53f0a-00cb-4490-8a90-22675af5e74d" providerId="ADAL" clId="{7B36FE99-D99B-B645-91AA-10081B9058EB}" dt="2024-08-18T05:32:17.762" v="2116" actId="20577"/>
        <pc:sldMkLst>
          <pc:docMk/>
          <pc:sldMk cId="1400612840" sldId="4147"/>
        </pc:sldMkLst>
      </pc:sldChg>
      <pc:sldChg chg="addSp delSp modSp mod chgLayout">
        <pc:chgData name="Rahul Mohandas (RMd)" userId="cdc53f0a-00cb-4490-8a90-22675af5e74d" providerId="ADAL" clId="{7B36FE99-D99B-B645-91AA-10081B9058EB}" dt="2024-08-17T12:46:21.979" v="309" actId="14"/>
        <pc:sldMkLst>
          <pc:docMk/>
          <pc:sldMk cId="3832112072" sldId="4170"/>
        </pc:sldMkLst>
      </pc:sldChg>
      <pc:sldChg chg="modSp mod">
        <pc:chgData name="Rahul Mohandas (RMd)" userId="cdc53f0a-00cb-4490-8a90-22675af5e74d" providerId="ADAL" clId="{7B36FE99-D99B-B645-91AA-10081B9058EB}" dt="2024-08-17T12:41:45.314" v="290"/>
        <pc:sldMkLst>
          <pc:docMk/>
          <pc:sldMk cId="1863019508" sldId="4191"/>
        </pc:sldMkLst>
      </pc:sldChg>
      <pc:sldChg chg="modSp mod">
        <pc:chgData name="Rahul Mohandas (RMd)" userId="cdc53f0a-00cb-4490-8a90-22675af5e74d" providerId="ADAL" clId="{7B36FE99-D99B-B645-91AA-10081B9058EB}" dt="2024-08-17T12:40:25.025" v="265" actId="20577"/>
        <pc:sldMkLst>
          <pc:docMk/>
          <pc:sldMk cId="1519144150" sldId="4192"/>
        </pc:sldMkLst>
      </pc:sldChg>
      <pc:sldChg chg="del">
        <pc:chgData name="Rahul Mohandas (RMd)" userId="cdc53f0a-00cb-4490-8a90-22675af5e74d" providerId="ADAL" clId="{7B36FE99-D99B-B645-91AA-10081B9058EB}" dt="2024-08-17T12:45:47.915" v="291" actId="2696"/>
        <pc:sldMkLst>
          <pc:docMk/>
          <pc:sldMk cId="2413290457" sldId="4193"/>
        </pc:sldMkLst>
      </pc:sldChg>
      <pc:sldChg chg="del">
        <pc:chgData name="Rahul Mohandas (RMd)" userId="cdc53f0a-00cb-4490-8a90-22675af5e74d" providerId="ADAL" clId="{7B36FE99-D99B-B645-91AA-10081B9058EB}" dt="2024-08-17T12:45:47.941" v="294" actId="2696"/>
        <pc:sldMkLst>
          <pc:docMk/>
          <pc:sldMk cId="3200134892" sldId="4194"/>
        </pc:sldMkLst>
      </pc:sldChg>
      <pc:sldChg chg="del">
        <pc:chgData name="Rahul Mohandas (RMd)" userId="cdc53f0a-00cb-4490-8a90-22675af5e74d" providerId="ADAL" clId="{7B36FE99-D99B-B645-91AA-10081B9058EB}" dt="2024-08-17T12:45:47.926" v="292" actId="2696"/>
        <pc:sldMkLst>
          <pc:docMk/>
          <pc:sldMk cId="3739314591" sldId="4195"/>
        </pc:sldMkLst>
      </pc:sldChg>
      <pc:sldChg chg="del">
        <pc:chgData name="Rahul Mohandas (RMd)" userId="cdc53f0a-00cb-4490-8a90-22675af5e74d" providerId="ADAL" clId="{7B36FE99-D99B-B645-91AA-10081B9058EB}" dt="2024-08-17T12:45:47.936" v="293" actId="2696"/>
        <pc:sldMkLst>
          <pc:docMk/>
          <pc:sldMk cId="408449925" sldId="4196"/>
        </pc:sldMkLst>
      </pc:sldChg>
      <pc:sldChg chg="del">
        <pc:chgData name="Rahul Mohandas (RMd)" userId="cdc53f0a-00cb-4490-8a90-22675af5e74d" providerId="ADAL" clId="{7B36FE99-D99B-B645-91AA-10081B9058EB}" dt="2024-08-17T13:12:43.448" v="566" actId="2696"/>
        <pc:sldMkLst>
          <pc:docMk/>
          <pc:sldMk cId="79606075" sldId="4197"/>
        </pc:sldMkLst>
      </pc:sldChg>
      <pc:sldChg chg="modSp mod">
        <pc:chgData name="Rahul Mohandas (RMd)" userId="cdc53f0a-00cb-4490-8a90-22675af5e74d" providerId="ADAL" clId="{7B36FE99-D99B-B645-91AA-10081B9058EB}" dt="2024-08-17T13:05:35.157" v="565" actId="20577"/>
        <pc:sldMkLst>
          <pc:docMk/>
          <pc:sldMk cId="4244090390" sldId="4198"/>
        </pc:sldMkLst>
      </pc:sldChg>
      <pc:sldChg chg="addSp delSp modSp new mod modClrScheme chgLayout">
        <pc:chgData name="Rahul Mohandas (RMd)" userId="cdc53f0a-00cb-4490-8a90-22675af5e74d" providerId="ADAL" clId="{7B36FE99-D99B-B645-91AA-10081B9058EB}" dt="2024-08-17T13:13:54.389" v="635" actId="20577"/>
        <pc:sldMkLst>
          <pc:docMk/>
          <pc:sldMk cId="2361252851" sldId="4199"/>
        </pc:sldMkLst>
      </pc:sldChg>
      <pc:sldChg chg="del">
        <pc:chgData name="Rahul Mohandas (RMd)" userId="cdc53f0a-00cb-4490-8a90-22675af5e74d" providerId="ADAL" clId="{7B36FE99-D99B-B645-91AA-10081B9058EB}" dt="2024-08-17T12:45:47.944" v="295" actId="2696"/>
        <pc:sldMkLst>
          <pc:docMk/>
          <pc:sldMk cId="4251697485" sldId="4199"/>
        </pc:sldMkLst>
      </pc:sldChg>
      <pc:sldChg chg="modSp new mod">
        <pc:chgData name="Rahul Mohandas (RMd)" userId="cdc53f0a-00cb-4490-8a90-22675af5e74d" providerId="ADAL" clId="{7B36FE99-D99B-B645-91AA-10081B9058EB}" dt="2024-08-17T13:13:06.957" v="626" actId="20577"/>
        <pc:sldMkLst>
          <pc:docMk/>
          <pc:sldMk cId="1293202393" sldId="4200"/>
        </pc:sldMkLst>
      </pc:sldChg>
      <pc:sldChg chg="del">
        <pc:chgData name="Rahul Mohandas (RMd)" userId="cdc53f0a-00cb-4490-8a90-22675af5e74d" providerId="ADAL" clId="{7B36FE99-D99B-B645-91AA-10081B9058EB}" dt="2024-08-17T12:45:47.966" v="298" actId="2696"/>
        <pc:sldMkLst>
          <pc:docMk/>
          <pc:sldMk cId="1746968758" sldId="4200"/>
        </pc:sldMkLst>
      </pc:sldChg>
      <pc:sldChg chg="modSp add mod">
        <pc:chgData name="Rahul Mohandas (RMd)" userId="cdc53f0a-00cb-4490-8a90-22675af5e74d" providerId="ADAL" clId="{7B36FE99-D99B-B645-91AA-10081B9058EB}" dt="2024-08-17T13:14:16.404" v="652" actId="20577"/>
        <pc:sldMkLst>
          <pc:docMk/>
          <pc:sldMk cId="345863573" sldId="4201"/>
        </pc:sldMkLst>
      </pc:sldChg>
      <pc:sldChg chg="del">
        <pc:chgData name="Rahul Mohandas (RMd)" userId="cdc53f0a-00cb-4490-8a90-22675af5e74d" providerId="ADAL" clId="{7B36FE99-D99B-B645-91AA-10081B9058EB}" dt="2024-08-17T12:45:47.971" v="299" actId="2696"/>
        <pc:sldMkLst>
          <pc:docMk/>
          <pc:sldMk cId="3687925654" sldId="4201"/>
        </pc:sldMkLst>
      </pc:sldChg>
      <pc:sldChg chg="new del">
        <pc:chgData name="Rahul Mohandas (RMd)" userId="cdc53f0a-00cb-4490-8a90-22675af5e74d" providerId="ADAL" clId="{7B36FE99-D99B-B645-91AA-10081B9058EB}" dt="2024-08-17T13:14:50.899" v="655" actId="2696"/>
        <pc:sldMkLst>
          <pc:docMk/>
          <pc:sldMk cId="1466427021" sldId="4202"/>
        </pc:sldMkLst>
      </pc:sldChg>
      <pc:sldChg chg="del">
        <pc:chgData name="Rahul Mohandas (RMd)" userId="cdc53f0a-00cb-4490-8a90-22675af5e74d" providerId="ADAL" clId="{7B36FE99-D99B-B645-91AA-10081B9058EB}" dt="2024-08-17T12:45:47.948" v="296" actId="2696"/>
        <pc:sldMkLst>
          <pc:docMk/>
          <pc:sldMk cId="2433204486" sldId="4202"/>
        </pc:sldMkLst>
      </pc:sldChg>
      <pc:sldChg chg="modSp add mod">
        <pc:chgData name="Rahul Mohandas (RMd)" userId="cdc53f0a-00cb-4490-8a90-22675af5e74d" providerId="ADAL" clId="{7B36FE99-D99B-B645-91AA-10081B9058EB}" dt="2024-08-18T12:22:40.341" v="2119" actId="20577"/>
        <pc:sldMkLst>
          <pc:docMk/>
          <pc:sldMk cId="2834158957" sldId="4202"/>
        </pc:sldMkLst>
      </pc:sldChg>
      <pc:sldChg chg="modSp add mod">
        <pc:chgData name="Rahul Mohandas (RMd)" userId="cdc53f0a-00cb-4490-8a90-22675af5e74d" providerId="ADAL" clId="{7B36FE99-D99B-B645-91AA-10081B9058EB}" dt="2024-08-17T13:28:04.387" v="1480" actId="20577"/>
        <pc:sldMkLst>
          <pc:docMk/>
          <pc:sldMk cId="248614142" sldId="4203"/>
        </pc:sldMkLst>
      </pc:sldChg>
      <pc:sldChg chg="del">
        <pc:chgData name="Rahul Mohandas (RMd)" userId="cdc53f0a-00cb-4490-8a90-22675af5e74d" providerId="ADAL" clId="{7B36FE99-D99B-B645-91AA-10081B9058EB}" dt="2024-08-17T12:45:47.981" v="302" actId="2696"/>
        <pc:sldMkLst>
          <pc:docMk/>
          <pc:sldMk cId="2719943156" sldId="4203"/>
        </pc:sldMkLst>
      </pc:sldChg>
      <pc:sldChg chg="del">
        <pc:chgData name="Rahul Mohandas (RMd)" userId="cdc53f0a-00cb-4490-8a90-22675af5e74d" providerId="ADAL" clId="{7B36FE99-D99B-B645-91AA-10081B9058EB}" dt="2024-08-17T12:45:47.974" v="300" actId="2696"/>
        <pc:sldMkLst>
          <pc:docMk/>
          <pc:sldMk cId="2644135828" sldId="4204"/>
        </pc:sldMkLst>
      </pc:sldChg>
      <pc:sldChg chg="modSp new mod">
        <pc:chgData name="Rahul Mohandas (RMd)" userId="cdc53f0a-00cb-4490-8a90-22675af5e74d" providerId="ADAL" clId="{7B36FE99-D99B-B645-91AA-10081B9058EB}" dt="2024-08-18T05:28:20.434" v="2007" actId="20577"/>
        <pc:sldMkLst>
          <pc:docMk/>
          <pc:sldMk cId="4040325634" sldId="4204"/>
        </pc:sldMkLst>
      </pc:sldChg>
      <pc:sldChg chg="del">
        <pc:chgData name="Rahul Mohandas (RMd)" userId="cdc53f0a-00cb-4490-8a90-22675af5e74d" providerId="ADAL" clId="{7B36FE99-D99B-B645-91AA-10081B9058EB}" dt="2024-08-17T12:45:47.978" v="301" actId="2696"/>
        <pc:sldMkLst>
          <pc:docMk/>
          <pc:sldMk cId="3190222591" sldId="4205"/>
        </pc:sldMkLst>
      </pc:sldChg>
      <pc:sldChg chg="del">
        <pc:chgData name="Rahul Mohandas (RMd)" userId="cdc53f0a-00cb-4490-8a90-22675af5e74d" providerId="ADAL" clId="{7B36FE99-D99B-B645-91AA-10081B9058EB}" dt="2024-08-17T12:45:47.960" v="297" actId="2696"/>
        <pc:sldMkLst>
          <pc:docMk/>
          <pc:sldMk cId="1769403112" sldId="4206"/>
        </pc:sldMkLst>
      </pc:sldChg>
      <pc:sldChg chg="add del">
        <pc:chgData name="Rahul Mohandas (RMd)" userId="cdc53f0a-00cb-4490-8a90-22675af5e74d" providerId="ADAL" clId="{7B36FE99-D99B-B645-91AA-10081B9058EB}" dt="2024-08-17T13:29:01.377" v="1482"/>
        <pc:sldMkLst>
          <pc:docMk/>
          <pc:sldMk cId="3717781636" sldId="4207"/>
        </pc:sldMkLst>
      </pc:sldChg>
      <pc:sldChg chg="del">
        <pc:chgData name="Rahul Mohandas (RMd)" userId="cdc53f0a-00cb-4490-8a90-22675af5e74d" providerId="ADAL" clId="{7B36FE99-D99B-B645-91AA-10081B9058EB}" dt="2024-08-17T12:45:47.985" v="303" actId="2696"/>
        <pc:sldMkLst>
          <pc:docMk/>
          <pc:sldMk cId="2998439081" sldId="4208"/>
        </pc:sldMkLst>
      </pc:sldChg>
      <pc:sldChg chg="add del">
        <pc:chgData name="Rahul Mohandas (RMd)" userId="cdc53f0a-00cb-4490-8a90-22675af5e74d" providerId="ADAL" clId="{7B36FE99-D99B-B645-91AA-10081B9058EB}" dt="2024-08-17T13:33:48.204" v="1484"/>
        <pc:sldMkLst>
          <pc:docMk/>
          <pc:sldMk cId="303049574" sldId="4209"/>
        </pc:sldMkLst>
      </pc:sldChg>
      <pc:sldChg chg="add del">
        <pc:chgData name="Rahul Mohandas (RMd)" userId="cdc53f0a-00cb-4490-8a90-22675af5e74d" providerId="ADAL" clId="{7B36FE99-D99B-B645-91AA-10081B9058EB}" dt="2024-08-17T13:33:48.204" v="1484"/>
        <pc:sldMkLst>
          <pc:docMk/>
          <pc:sldMk cId="1080664823" sldId="4210"/>
        </pc:sldMkLst>
      </pc:sldChg>
      <pc:sldChg chg="add del">
        <pc:chgData name="Rahul Mohandas (RMd)" userId="cdc53f0a-00cb-4490-8a90-22675af5e74d" providerId="ADAL" clId="{7B36FE99-D99B-B645-91AA-10081B9058EB}" dt="2024-08-17T13:33:48.204" v="1484"/>
        <pc:sldMkLst>
          <pc:docMk/>
          <pc:sldMk cId="1151640591" sldId="4211"/>
        </pc:sldMkLst>
      </pc:sldChg>
      <pc:sldChg chg="add del">
        <pc:chgData name="Rahul Mohandas (RMd)" userId="cdc53f0a-00cb-4490-8a90-22675af5e74d" providerId="ADAL" clId="{7B36FE99-D99B-B645-91AA-10081B9058EB}" dt="2024-08-17T13:29:01.377" v="1482"/>
        <pc:sldMkLst>
          <pc:docMk/>
          <pc:sldMk cId="3502321957" sldId="4212"/>
        </pc:sldMkLst>
      </pc:sldChg>
      <pc:sldChg chg="add">
        <pc:chgData name="Rahul Mohandas (RMd)" userId="cdc53f0a-00cb-4490-8a90-22675af5e74d" providerId="ADAL" clId="{7B36FE99-D99B-B645-91AA-10081B9058EB}" dt="2024-08-17T13:29:19.720" v="1483"/>
        <pc:sldMkLst>
          <pc:docMk/>
          <pc:sldMk cId="4195721591" sldId="4213"/>
        </pc:sldMkLst>
      </pc:sldChg>
      <pc:sldChg chg="addSp delSp modSp new mod modClrScheme chgLayout">
        <pc:chgData name="Rahul Mohandas (RMd)" userId="cdc53f0a-00cb-4490-8a90-22675af5e74d" providerId="ADAL" clId="{7B36FE99-D99B-B645-91AA-10081B9058EB}" dt="2024-08-17T13:44:06.163" v="1715" actId="20577"/>
        <pc:sldMkLst>
          <pc:docMk/>
          <pc:sldMk cId="2059767873" sldId="4214"/>
        </pc:sldMkLst>
      </pc:sldChg>
      <pc:sldChg chg="new del">
        <pc:chgData name="Rahul Mohandas (RMd)" userId="cdc53f0a-00cb-4490-8a90-22675af5e74d" providerId="ADAL" clId="{7B36FE99-D99B-B645-91AA-10081B9058EB}" dt="2024-08-18T05:23:46.480" v="1787" actId="2696"/>
        <pc:sldMkLst>
          <pc:docMk/>
          <pc:sldMk cId="2227124078" sldId="4215"/>
        </pc:sldMkLst>
      </pc:sldChg>
      <pc:sldChg chg="modSp add mod">
        <pc:chgData name="Rahul Mohandas (RMd)" userId="cdc53f0a-00cb-4490-8a90-22675af5e74d" providerId="ADAL" clId="{7B36FE99-D99B-B645-91AA-10081B9058EB}" dt="2024-08-18T05:31:41.221" v="2106" actId="207"/>
        <pc:sldMkLst>
          <pc:docMk/>
          <pc:sldMk cId="2693272120" sldId="4215"/>
        </pc:sldMkLst>
      </pc:sldChg>
      <pc:sldChg chg="modSp add mod">
        <pc:chgData name="Rahul Mohandas (RMd)" userId="cdc53f0a-00cb-4490-8a90-22675af5e74d" providerId="ADAL" clId="{7B36FE99-D99B-B645-91AA-10081B9058EB}" dt="2024-08-18T05:28:38.862" v="2019" actId="20577"/>
        <pc:sldMkLst>
          <pc:docMk/>
          <pc:sldMk cId="172908277" sldId="4216"/>
        </pc:sldMkLst>
      </pc:sldChg>
      <pc:sldChg chg="addSp delSp modSp new mod modClrScheme chgLayout">
        <pc:chgData name="Rahul Mohandas (RMd)" userId="cdc53f0a-00cb-4490-8a90-22675af5e74d" providerId="ADAL" clId="{7B36FE99-D99B-B645-91AA-10081B9058EB}" dt="2024-08-18T05:30:54.734" v="2101"/>
        <pc:sldMkLst>
          <pc:docMk/>
          <pc:sldMk cId="2142588143" sldId="4217"/>
        </pc:sldMkLst>
      </pc:sldChg>
    </pc:docChg>
  </pc:docChgLst>
  <pc:docChgLst>
    <pc:chgData name="Rahul Mohandas (RMd)" userId="cdc53f0a-00cb-4490-8a90-22675af5e74d" providerId="ADAL" clId="{CA3CDD4C-A0DB-4E49-8D94-80AE420932E9}"/>
    <pc:docChg chg="undo custSel addSld delSld modSld sldOrd">
      <pc:chgData name="Rahul Mohandas (RMd)" userId="cdc53f0a-00cb-4490-8a90-22675af5e74d" providerId="ADAL" clId="{CA3CDD4C-A0DB-4E49-8D94-80AE420932E9}" dt="2024-07-28T12:28:25.184" v="4315" actId="20577"/>
      <pc:docMkLst>
        <pc:docMk/>
      </pc:docMkLst>
      <pc:sldChg chg="modSp mod">
        <pc:chgData name="Rahul Mohandas (RMd)" userId="cdc53f0a-00cb-4490-8a90-22675af5e74d" providerId="ADAL" clId="{CA3CDD4C-A0DB-4E49-8D94-80AE420932E9}" dt="2024-07-28T12:28:14.416" v="4310" actId="20577"/>
        <pc:sldMkLst>
          <pc:docMk/>
          <pc:sldMk cId="0" sldId="257"/>
        </pc:sldMkLst>
      </pc:sldChg>
      <pc:sldChg chg="modSp mod">
        <pc:chgData name="Rahul Mohandas (RMd)" userId="cdc53f0a-00cb-4490-8a90-22675af5e74d" providerId="ADAL" clId="{CA3CDD4C-A0DB-4E49-8D94-80AE420932E9}" dt="2024-07-28T12:28:25.184" v="4315" actId="20577"/>
        <pc:sldMkLst>
          <pc:docMk/>
          <pc:sldMk cId="0" sldId="260"/>
        </pc:sldMkLst>
      </pc:sldChg>
      <pc:sldChg chg="modSp mod">
        <pc:chgData name="Rahul Mohandas (RMd)" userId="cdc53f0a-00cb-4490-8a90-22675af5e74d" providerId="ADAL" clId="{CA3CDD4C-A0DB-4E49-8D94-80AE420932E9}" dt="2024-07-28T03:58:45.706" v="1949" actId="20577"/>
        <pc:sldMkLst>
          <pc:docMk/>
          <pc:sldMk cId="2301697734" sldId="262"/>
        </pc:sldMkLst>
      </pc:sldChg>
      <pc:sldChg chg="ord">
        <pc:chgData name="Rahul Mohandas (RMd)" userId="cdc53f0a-00cb-4490-8a90-22675af5e74d" providerId="ADAL" clId="{CA3CDD4C-A0DB-4E49-8D94-80AE420932E9}" dt="2024-07-28T07:33:40.920" v="2376" actId="20578"/>
        <pc:sldMkLst>
          <pc:docMk/>
          <pc:sldMk cId="3607683791" sldId="263"/>
        </pc:sldMkLst>
      </pc:sldChg>
      <pc:sldChg chg="del">
        <pc:chgData name="Rahul Mohandas (RMd)" userId="cdc53f0a-00cb-4490-8a90-22675af5e74d" providerId="ADAL" clId="{CA3CDD4C-A0DB-4E49-8D94-80AE420932E9}" dt="2024-07-27T10:04:49.515" v="160" actId="2696"/>
        <pc:sldMkLst>
          <pc:docMk/>
          <pc:sldMk cId="2315391699" sldId="291"/>
        </pc:sldMkLst>
      </pc:sldChg>
      <pc:sldChg chg="addSp delSp modSp add del mod modClrScheme chgLayout">
        <pc:chgData name="Rahul Mohandas (RMd)" userId="cdc53f0a-00cb-4490-8a90-22675af5e74d" providerId="ADAL" clId="{CA3CDD4C-A0DB-4E49-8D94-80AE420932E9}" dt="2024-07-27T10:23:19.146" v="449" actId="113"/>
        <pc:sldMkLst>
          <pc:docMk/>
          <pc:sldMk cId="772219433" sldId="293"/>
        </pc:sldMkLst>
      </pc:sldChg>
      <pc:sldChg chg="addSp delSp modSp add mod modClrScheme chgLayout">
        <pc:chgData name="Rahul Mohandas (RMd)" userId="cdc53f0a-00cb-4490-8a90-22675af5e74d" providerId="ADAL" clId="{CA3CDD4C-A0DB-4E49-8D94-80AE420932E9}" dt="2024-07-28T04:58:50.326" v="2167" actId="478"/>
        <pc:sldMkLst>
          <pc:docMk/>
          <pc:sldMk cId="2700900967" sldId="4127"/>
        </pc:sldMkLst>
      </pc:sldChg>
      <pc:sldChg chg="modSp mod ord">
        <pc:chgData name="Rahul Mohandas (RMd)" userId="cdc53f0a-00cb-4490-8a90-22675af5e74d" providerId="ADAL" clId="{CA3CDD4C-A0DB-4E49-8D94-80AE420932E9}" dt="2024-07-28T03:57:48.405" v="1923" actId="14100"/>
        <pc:sldMkLst>
          <pc:docMk/>
          <pc:sldMk cId="1041053728" sldId="4148"/>
        </pc:sldMkLst>
      </pc:sldChg>
      <pc:sldChg chg="del">
        <pc:chgData name="Rahul Mohandas (RMd)" userId="cdc53f0a-00cb-4490-8a90-22675af5e74d" providerId="ADAL" clId="{CA3CDD4C-A0DB-4E49-8D94-80AE420932E9}" dt="2024-07-27T10:04:49.511" v="158" actId="2696"/>
        <pc:sldMkLst>
          <pc:docMk/>
          <pc:sldMk cId="4015386047" sldId="4149"/>
        </pc:sldMkLst>
      </pc:sldChg>
      <pc:sldChg chg="del">
        <pc:chgData name="Rahul Mohandas (RMd)" userId="cdc53f0a-00cb-4490-8a90-22675af5e74d" providerId="ADAL" clId="{CA3CDD4C-A0DB-4E49-8D94-80AE420932E9}" dt="2024-07-27T10:04:49.518" v="165" actId="2696"/>
        <pc:sldMkLst>
          <pc:docMk/>
          <pc:sldMk cId="1238703253" sldId="4150"/>
        </pc:sldMkLst>
      </pc:sldChg>
      <pc:sldChg chg="del">
        <pc:chgData name="Rahul Mohandas (RMd)" userId="cdc53f0a-00cb-4490-8a90-22675af5e74d" providerId="ADAL" clId="{CA3CDD4C-A0DB-4E49-8D94-80AE420932E9}" dt="2024-07-27T10:04:49.504" v="154" actId="2696"/>
        <pc:sldMkLst>
          <pc:docMk/>
          <pc:sldMk cId="2279051279" sldId="4151"/>
        </pc:sldMkLst>
      </pc:sldChg>
      <pc:sldChg chg="del">
        <pc:chgData name="Rahul Mohandas (RMd)" userId="cdc53f0a-00cb-4490-8a90-22675af5e74d" providerId="ADAL" clId="{CA3CDD4C-A0DB-4E49-8D94-80AE420932E9}" dt="2024-07-27T10:04:49.510" v="156" actId="2696"/>
        <pc:sldMkLst>
          <pc:docMk/>
          <pc:sldMk cId="2297587967" sldId="4152"/>
        </pc:sldMkLst>
      </pc:sldChg>
      <pc:sldChg chg="addSp delSp modSp add mod ord modClrScheme chgLayout">
        <pc:chgData name="Rahul Mohandas (RMd)" userId="cdc53f0a-00cb-4490-8a90-22675af5e74d" providerId="ADAL" clId="{CA3CDD4C-A0DB-4E49-8D94-80AE420932E9}" dt="2024-07-28T07:33:04.600" v="2375"/>
        <pc:sldMkLst>
          <pc:docMk/>
          <pc:sldMk cId="2653173988" sldId="4153"/>
        </pc:sldMkLst>
      </pc:sldChg>
      <pc:sldChg chg="del">
        <pc:chgData name="Rahul Mohandas (RMd)" userId="cdc53f0a-00cb-4490-8a90-22675af5e74d" providerId="ADAL" clId="{CA3CDD4C-A0DB-4E49-8D94-80AE420932E9}" dt="2024-07-27T10:04:18.753" v="143" actId="2696"/>
        <pc:sldMkLst>
          <pc:docMk/>
          <pc:sldMk cId="4192160446" sldId="4153"/>
        </pc:sldMkLst>
      </pc:sldChg>
      <pc:sldChg chg="del">
        <pc:chgData name="Rahul Mohandas (RMd)" userId="cdc53f0a-00cb-4490-8a90-22675af5e74d" providerId="ADAL" clId="{CA3CDD4C-A0DB-4E49-8D94-80AE420932E9}" dt="2024-07-27T10:04:23.138" v="145" actId="2696"/>
        <pc:sldMkLst>
          <pc:docMk/>
          <pc:sldMk cId="194492896" sldId="4154"/>
        </pc:sldMkLst>
      </pc:sldChg>
      <pc:sldChg chg="del">
        <pc:chgData name="Rahul Mohandas (RMd)" userId="cdc53f0a-00cb-4490-8a90-22675af5e74d" providerId="ADAL" clId="{CA3CDD4C-A0DB-4E49-8D94-80AE420932E9}" dt="2024-07-27T10:04:49.515" v="161" actId="2696"/>
        <pc:sldMkLst>
          <pc:docMk/>
          <pc:sldMk cId="2263986708" sldId="4155"/>
        </pc:sldMkLst>
      </pc:sldChg>
      <pc:sldChg chg="ord">
        <pc:chgData name="Rahul Mohandas (RMd)" userId="cdc53f0a-00cb-4490-8a90-22675af5e74d" providerId="ADAL" clId="{CA3CDD4C-A0DB-4E49-8D94-80AE420932E9}" dt="2024-07-28T07:33:56.390" v="2378" actId="20578"/>
        <pc:sldMkLst>
          <pc:docMk/>
          <pc:sldMk cId="3536281384" sldId="4156"/>
        </pc:sldMkLst>
      </pc:sldChg>
      <pc:sldChg chg="addSp delSp modSp mod ord">
        <pc:chgData name="Rahul Mohandas (RMd)" userId="cdc53f0a-00cb-4490-8a90-22675af5e74d" providerId="ADAL" clId="{CA3CDD4C-A0DB-4E49-8D94-80AE420932E9}" dt="2024-07-28T07:33:49.884" v="2377" actId="20578"/>
        <pc:sldMkLst>
          <pc:docMk/>
          <pc:sldMk cId="3956292136" sldId="4157"/>
        </pc:sldMkLst>
      </pc:sldChg>
      <pc:sldChg chg="del">
        <pc:chgData name="Rahul Mohandas (RMd)" userId="cdc53f0a-00cb-4490-8a90-22675af5e74d" providerId="ADAL" clId="{CA3CDD4C-A0DB-4E49-8D94-80AE420932E9}" dt="2024-07-27T10:04:49.492" v="147" actId="2696"/>
        <pc:sldMkLst>
          <pc:docMk/>
          <pc:sldMk cId="4110881540" sldId="4158"/>
        </pc:sldMkLst>
      </pc:sldChg>
      <pc:sldChg chg="del">
        <pc:chgData name="Rahul Mohandas (RMd)" userId="cdc53f0a-00cb-4490-8a90-22675af5e74d" providerId="ADAL" clId="{CA3CDD4C-A0DB-4E49-8D94-80AE420932E9}" dt="2024-07-27T10:04:49.499" v="150" actId="2696"/>
        <pc:sldMkLst>
          <pc:docMk/>
          <pc:sldMk cId="2142223522" sldId="4160"/>
        </pc:sldMkLst>
      </pc:sldChg>
      <pc:sldChg chg="del">
        <pc:chgData name="Rahul Mohandas (RMd)" userId="cdc53f0a-00cb-4490-8a90-22675af5e74d" providerId="ADAL" clId="{CA3CDD4C-A0DB-4E49-8D94-80AE420932E9}" dt="2024-07-27T10:04:49.509" v="155" actId="2696"/>
        <pc:sldMkLst>
          <pc:docMk/>
          <pc:sldMk cId="270183623" sldId="4161"/>
        </pc:sldMkLst>
      </pc:sldChg>
      <pc:sldChg chg="del">
        <pc:chgData name="Rahul Mohandas (RMd)" userId="cdc53f0a-00cb-4490-8a90-22675af5e74d" providerId="ADAL" clId="{CA3CDD4C-A0DB-4E49-8D94-80AE420932E9}" dt="2024-07-27T10:04:49.512" v="159" actId="2696"/>
        <pc:sldMkLst>
          <pc:docMk/>
          <pc:sldMk cId="2527302375" sldId="4162"/>
        </pc:sldMkLst>
      </pc:sldChg>
      <pc:sldChg chg="del">
        <pc:chgData name="Rahul Mohandas (RMd)" userId="cdc53f0a-00cb-4490-8a90-22675af5e74d" providerId="ADAL" clId="{CA3CDD4C-A0DB-4E49-8D94-80AE420932E9}" dt="2024-07-27T10:04:49.517" v="163" actId="2696"/>
        <pc:sldMkLst>
          <pc:docMk/>
          <pc:sldMk cId="967550642" sldId="4163"/>
        </pc:sldMkLst>
      </pc:sldChg>
      <pc:sldChg chg="del">
        <pc:chgData name="Rahul Mohandas (RMd)" userId="cdc53f0a-00cb-4490-8a90-22675af5e74d" providerId="ADAL" clId="{CA3CDD4C-A0DB-4E49-8D94-80AE420932E9}" dt="2024-07-27T10:04:49.510" v="157" actId="2696"/>
        <pc:sldMkLst>
          <pc:docMk/>
          <pc:sldMk cId="2216118688" sldId="4164"/>
        </pc:sldMkLst>
      </pc:sldChg>
      <pc:sldChg chg="del">
        <pc:chgData name="Rahul Mohandas (RMd)" userId="cdc53f0a-00cb-4490-8a90-22675af5e74d" providerId="ADAL" clId="{CA3CDD4C-A0DB-4E49-8D94-80AE420932E9}" dt="2024-07-27T10:04:49.517" v="164" actId="2696"/>
        <pc:sldMkLst>
          <pc:docMk/>
          <pc:sldMk cId="967751023" sldId="4165"/>
        </pc:sldMkLst>
      </pc:sldChg>
      <pc:sldChg chg="del">
        <pc:chgData name="Rahul Mohandas (RMd)" userId="cdc53f0a-00cb-4490-8a90-22675af5e74d" providerId="ADAL" clId="{CA3CDD4C-A0DB-4E49-8D94-80AE420932E9}" dt="2024-07-27T10:04:49.503" v="153" actId="2696"/>
        <pc:sldMkLst>
          <pc:docMk/>
          <pc:sldMk cId="1688172485" sldId="4166"/>
        </pc:sldMkLst>
      </pc:sldChg>
      <pc:sldChg chg="del">
        <pc:chgData name="Rahul Mohandas (RMd)" userId="cdc53f0a-00cb-4490-8a90-22675af5e74d" providerId="ADAL" clId="{CA3CDD4C-A0DB-4E49-8D94-80AE420932E9}" dt="2024-07-27T10:04:49.497" v="149" actId="2696"/>
        <pc:sldMkLst>
          <pc:docMk/>
          <pc:sldMk cId="3039831990" sldId="4167"/>
        </pc:sldMkLst>
      </pc:sldChg>
      <pc:sldChg chg="del">
        <pc:chgData name="Rahul Mohandas (RMd)" userId="cdc53f0a-00cb-4490-8a90-22675af5e74d" providerId="ADAL" clId="{CA3CDD4C-A0DB-4E49-8D94-80AE420932E9}" dt="2024-07-27T10:04:49.490" v="146" actId="2696"/>
        <pc:sldMkLst>
          <pc:docMk/>
          <pc:sldMk cId="1189614051" sldId="4168"/>
        </pc:sldMkLst>
      </pc:sldChg>
      <pc:sldChg chg="del">
        <pc:chgData name="Rahul Mohandas (RMd)" userId="cdc53f0a-00cb-4490-8a90-22675af5e74d" providerId="ADAL" clId="{CA3CDD4C-A0DB-4E49-8D94-80AE420932E9}" dt="2024-07-27T10:04:49.516" v="162" actId="2696"/>
        <pc:sldMkLst>
          <pc:docMk/>
          <pc:sldMk cId="3425165119" sldId="4169"/>
        </pc:sldMkLst>
      </pc:sldChg>
      <pc:sldChg chg="modSp mod">
        <pc:chgData name="Rahul Mohandas (RMd)" userId="cdc53f0a-00cb-4490-8a90-22675af5e74d" providerId="ADAL" clId="{CA3CDD4C-A0DB-4E49-8D94-80AE420932E9}" dt="2024-07-28T04:54:25.805" v="2160" actId="20577"/>
        <pc:sldMkLst>
          <pc:docMk/>
          <pc:sldMk cId="3832112072" sldId="4170"/>
        </pc:sldMkLst>
      </pc:sldChg>
      <pc:sldChg chg="del">
        <pc:chgData name="Rahul Mohandas (RMd)" userId="cdc53f0a-00cb-4490-8a90-22675af5e74d" providerId="ADAL" clId="{CA3CDD4C-A0DB-4E49-8D94-80AE420932E9}" dt="2024-07-27T10:04:21.251" v="144" actId="2696"/>
        <pc:sldMkLst>
          <pc:docMk/>
          <pc:sldMk cId="628115242" sldId="4171"/>
        </pc:sldMkLst>
      </pc:sldChg>
      <pc:sldChg chg="del">
        <pc:chgData name="Rahul Mohandas (RMd)" userId="cdc53f0a-00cb-4490-8a90-22675af5e74d" providerId="ADAL" clId="{CA3CDD4C-A0DB-4E49-8D94-80AE420932E9}" dt="2024-07-27T10:04:49.502" v="152" actId="2696"/>
        <pc:sldMkLst>
          <pc:docMk/>
          <pc:sldMk cId="1339588837" sldId="4172"/>
        </pc:sldMkLst>
      </pc:sldChg>
      <pc:sldChg chg="del">
        <pc:chgData name="Rahul Mohandas (RMd)" userId="cdc53f0a-00cb-4490-8a90-22675af5e74d" providerId="ADAL" clId="{CA3CDD4C-A0DB-4E49-8D94-80AE420932E9}" dt="2024-07-27T10:04:49.496" v="148" actId="2696"/>
        <pc:sldMkLst>
          <pc:docMk/>
          <pc:sldMk cId="3769210793" sldId="4173"/>
        </pc:sldMkLst>
      </pc:sldChg>
      <pc:sldChg chg="new del ord">
        <pc:chgData name="Rahul Mohandas (RMd)" userId="cdc53f0a-00cb-4490-8a90-22675af5e74d" providerId="ADAL" clId="{CA3CDD4C-A0DB-4E49-8D94-80AE420932E9}" dt="2024-07-27T10:04:13.468" v="142" actId="2696"/>
        <pc:sldMkLst>
          <pc:docMk/>
          <pc:sldMk cId="1594984495" sldId="4175"/>
        </pc:sldMkLst>
      </pc:sldChg>
      <pc:sldChg chg="addSp delSp modSp add mod ord modTransition modClrScheme chgLayout">
        <pc:chgData name="Rahul Mohandas (RMd)" userId="cdc53f0a-00cb-4490-8a90-22675af5e74d" providerId="ADAL" clId="{CA3CDD4C-A0DB-4E49-8D94-80AE420932E9}" dt="2024-07-28T03:57:32.018" v="1921" actId="20577"/>
        <pc:sldMkLst>
          <pc:docMk/>
          <pc:sldMk cId="3160900679" sldId="4176"/>
        </pc:sldMkLst>
      </pc:sldChg>
      <pc:sldChg chg="addSp delSp modSp new mod ord modClrScheme chgLayout">
        <pc:chgData name="Rahul Mohandas (RMd)" userId="cdc53f0a-00cb-4490-8a90-22675af5e74d" providerId="ADAL" clId="{CA3CDD4C-A0DB-4E49-8D94-80AE420932E9}" dt="2024-07-27T10:27:26.256" v="551" actId="1038"/>
        <pc:sldMkLst>
          <pc:docMk/>
          <pc:sldMk cId="2515472185" sldId="4177"/>
        </pc:sldMkLst>
      </pc:sldChg>
      <pc:sldChg chg="addSp delSp modSp new mod modClrScheme chgLayout">
        <pc:chgData name="Rahul Mohandas (RMd)" userId="cdc53f0a-00cb-4490-8a90-22675af5e74d" providerId="ADAL" clId="{CA3CDD4C-A0DB-4E49-8D94-80AE420932E9}" dt="2024-07-28T04:55:23.321" v="2164" actId="20577"/>
        <pc:sldMkLst>
          <pc:docMk/>
          <pc:sldMk cId="1779549199" sldId="4178"/>
        </pc:sldMkLst>
      </pc:sldChg>
      <pc:sldChg chg="addSp delSp modSp new del mod">
        <pc:chgData name="Rahul Mohandas (RMd)" userId="cdc53f0a-00cb-4490-8a90-22675af5e74d" providerId="ADAL" clId="{CA3CDD4C-A0DB-4E49-8D94-80AE420932E9}" dt="2024-07-28T12:27:01.080" v="4264" actId="2696"/>
        <pc:sldMkLst>
          <pc:docMk/>
          <pc:sldMk cId="2670650602" sldId="4179"/>
        </pc:sldMkLst>
      </pc:sldChg>
      <pc:sldChg chg="addSp delSp modSp new mod ord">
        <pc:chgData name="Rahul Mohandas (RMd)" userId="cdc53f0a-00cb-4490-8a90-22675af5e74d" providerId="ADAL" clId="{CA3CDD4C-A0DB-4E49-8D94-80AE420932E9}" dt="2024-07-28T03:58:58.848" v="1950" actId="20578"/>
        <pc:sldMkLst>
          <pc:docMk/>
          <pc:sldMk cId="1578609614" sldId="4180"/>
        </pc:sldMkLst>
      </pc:sldChg>
      <pc:sldChg chg="addSp delSp modSp new mod chgLayout">
        <pc:chgData name="Rahul Mohandas (RMd)" userId="cdc53f0a-00cb-4490-8a90-22675af5e74d" providerId="ADAL" clId="{CA3CDD4C-A0DB-4E49-8D94-80AE420932E9}" dt="2024-07-28T04:47:40.065" v="2147" actId="20577"/>
        <pc:sldMkLst>
          <pc:docMk/>
          <pc:sldMk cId="2019615523" sldId="4181"/>
        </pc:sldMkLst>
      </pc:sldChg>
      <pc:sldChg chg="modSp new del mod">
        <pc:chgData name="Rahul Mohandas (RMd)" userId="cdc53f0a-00cb-4490-8a90-22675af5e74d" providerId="ADAL" clId="{CA3CDD4C-A0DB-4E49-8D94-80AE420932E9}" dt="2024-07-27T12:42:13.409" v="613" actId="2696"/>
        <pc:sldMkLst>
          <pc:docMk/>
          <pc:sldMk cId="4024921528" sldId="4181"/>
        </pc:sldMkLst>
      </pc:sldChg>
      <pc:sldChg chg="addSp delSp modSp new mod modClrScheme chgLayout">
        <pc:chgData name="Rahul Mohandas (RMd)" userId="cdc53f0a-00cb-4490-8a90-22675af5e74d" providerId="ADAL" clId="{CA3CDD4C-A0DB-4E49-8D94-80AE420932E9}" dt="2024-07-28T03:49:33.877" v="1772" actId="20577"/>
        <pc:sldMkLst>
          <pc:docMk/>
          <pc:sldMk cId="1916913562" sldId="4182"/>
        </pc:sldMkLst>
      </pc:sldChg>
      <pc:sldChg chg="new del">
        <pc:chgData name="Rahul Mohandas (RMd)" userId="cdc53f0a-00cb-4490-8a90-22675af5e74d" providerId="ADAL" clId="{CA3CDD4C-A0DB-4E49-8D94-80AE420932E9}" dt="2024-07-28T04:55:01.905" v="2161" actId="2696"/>
        <pc:sldMkLst>
          <pc:docMk/>
          <pc:sldMk cId="4226046690" sldId="4183"/>
        </pc:sldMkLst>
      </pc:sldChg>
      <pc:sldChg chg="addSp delSp modSp new mod ord modClrScheme chgLayout">
        <pc:chgData name="Rahul Mohandas (RMd)" userId="cdc53f0a-00cb-4490-8a90-22675af5e74d" providerId="ADAL" clId="{CA3CDD4C-A0DB-4E49-8D94-80AE420932E9}" dt="2024-07-28T12:19:37.415" v="4247" actId="20577"/>
        <pc:sldMkLst>
          <pc:docMk/>
          <pc:sldMk cId="1962266202" sldId="4184"/>
        </pc:sldMkLst>
      </pc:sldChg>
      <pc:sldChg chg="modSp add mod">
        <pc:chgData name="Rahul Mohandas (RMd)" userId="cdc53f0a-00cb-4490-8a90-22675af5e74d" providerId="ADAL" clId="{CA3CDD4C-A0DB-4E49-8D94-80AE420932E9}" dt="2024-07-28T12:19:40.174" v="4253" actId="20577"/>
        <pc:sldMkLst>
          <pc:docMk/>
          <pc:sldMk cId="166545887" sldId="4185"/>
        </pc:sldMkLst>
      </pc:sldChg>
      <pc:sldChg chg="modSp add mod">
        <pc:chgData name="Rahul Mohandas (RMd)" userId="cdc53f0a-00cb-4490-8a90-22675af5e74d" providerId="ADAL" clId="{CA3CDD4C-A0DB-4E49-8D94-80AE420932E9}" dt="2024-07-28T12:19:43.651" v="4263" actId="20577"/>
        <pc:sldMkLst>
          <pc:docMk/>
          <pc:sldMk cId="3538695487" sldId="4186"/>
        </pc:sldMkLst>
      </pc:sldChg>
      <pc:sldChg chg="add">
        <pc:chgData name="Rahul Mohandas (RMd)" userId="cdc53f0a-00cb-4490-8a90-22675af5e74d" providerId="ADAL" clId="{CA3CDD4C-A0DB-4E49-8D94-80AE420932E9}" dt="2024-07-28T04:58:44.443" v="2165"/>
        <pc:sldMkLst>
          <pc:docMk/>
          <pc:sldMk cId="2954272492" sldId="4187"/>
        </pc:sldMkLst>
      </pc:sldChg>
      <pc:sldChg chg="addSp delSp modSp new mod modClrScheme chgLayout">
        <pc:chgData name="Rahul Mohandas (RMd)" userId="cdc53f0a-00cb-4490-8a90-22675af5e74d" providerId="ADAL" clId="{CA3CDD4C-A0DB-4E49-8D94-80AE420932E9}" dt="2024-07-28T06:24:51.350" v="2276" actId="122"/>
        <pc:sldMkLst>
          <pc:docMk/>
          <pc:sldMk cId="2770894918" sldId="4188"/>
        </pc:sldMkLst>
      </pc:sldChg>
      <pc:sldChg chg="addSp modSp new mod">
        <pc:chgData name="Rahul Mohandas (RMd)" userId="cdc53f0a-00cb-4490-8a90-22675af5e74d" providerId="ADAL" clId="{CA3CDD4C-A0DB-4E49-8D94-80AE420932E9}" dt="2024-07-28T06:52:08.773" v="2373" actId="1037"/>
        <pc:sldMkLst>
          <pc:docMk/>
          <pc:sldMk cId="2108373856" sldId="4189"/>
        </pc:sldMkLst>
      </pc:sldChg>
    </pc:docChg>
  </pc:docChgLst>
  <pc:docChgLst>
    <pc:chgData name="Rahul Md" userId="cdc53f0a-00cb-4490-8a90-22675af5e74d" providerId="ADAL" clId="{30C75EC0-EDD0-E441-B85F-A68A5B3C5DC4}"/>
    <pc:docChg chg="custSel modSld">
      <pc:chgData name="Rahul Md" userId="cdc53f0a-00cb-4490-8a90-22675af5e74d" providerId="ADAL" clId="{30C75EC0-EDD0-E441-B85F-A68A5B3C5DC4}" dt="2024-01-13T16:05:37.299" v="43" actId="20577"/>
      <pc:docMkLst>
        <pc:docMk/>
      </pc:docMkLst>
      <pc:sldChg chg="modSp mod">
        <pc:chgData name="Rahul Md" userId="cdc53f0a-00cb-4490-8a90-22675af5e74d" providerId="ADAL" clId="{30C75EC0-EDD0-E441-B85F-A68A5B3C5DC4}" dt="2024-01-13T16:05:37.299" v="43" actId="20577"/>
        <pc:sldMkLst>
          <pc:docMk/>
          <pc:sldMk cId="0" sldId="257"/>
        </pc:sldMkLst>
      </pc:sldChg>
    </pc:docChg>
  </pc:docChgLst>
  <pc:docChgLst>
    <pc:chgData name="Rahul Mohandas (RMd)" userId="cdc53f0a-00cb-4490-8a90-22675af5e74d" providerId="ADAL" clId="{26497C4E-7530-B24C-A741-53AC2938EA5D}"/>
    <pc:docChg chg="undo redo custSel addSld delSld modSld sldOrd">
      <pc:chgData name="Rahul Mohandas (RMd)" userId="cdc53f0a-00cb-4490-8a90-22675af5e74d" providerId="ADAL" clId="{26497C4E-7530-B24C-A741-53AC2938EA5D}" dt="2024-08-11T10:08:43.883" v="2047" actId="20577"/>
      <pc:docMkLst>
        <pc:docMk/>
      </pc:docMkLst>
      <pc:sldChg chg="modSp mod">
        <pc:chgData name="Rahul Mohandas (RMd)" userId="cdc53f0a-00cb-4490-8a90-22675af5e74d" providerId="ADAL" clId="{26497C4E-7530-B24C-A741-53AC2938EA5D}" dt="2024-08-11T10:08:43.883" v="2047" actId="20577"/>
        <pc:sldMkLst>
          <pc:docMk/>
          <pc:sldMk cId="0" sldId="257"/>
        </pc:sldMkLst>
      </pc:sldChg>
      <pc:sldChg chg="modSp mod">
        <pc:chgData name="Rahul Mohandas (RMd)" userId="cdc53f0a-00cb-4490-8a90-22675af5e74d" providerId="ADAL" clId="{26497C4E-7530-B24C-A741-53AC2938EA5D}" dt="2024-08-10T16:38:27.494" v="10" actId="20577"/>
        <pc:sldMkLst>
          <pc:docMk/>
          <pc:sldMk cId="2301697734" sldId="262"/>
        </pc:sldMkLst>
      </pc:sldChg>
      <pc:sldChg chg="del">
        <pc:chgData name="Rahul Mohandas (RMd)" userId="cdc53f0a-00cb-4490-8a90-22675af5e74d" providerId="ADAL" clId="{26497C4E-7530-B24C-A741-53AC2938EA5D}" dt="2024-08-10T16:38:54.261" v="48" actId="2696"/>
        <pc:sldMkLst>
          <pc:docMk/>
          <pc:sldMk cId="0" sldId="294"/>
        </pc:sldMkLst>
      </pc:sldChg>
      <pc:sldChg chg="del">
        <pc:chgData name="Rahul Mohandas (RMd)" userId="cdc53f0a-00cb-4490-8a90-22675af5e74d" providerId="ADAL" clId="{26497C4E-7530-B24C-A741-53AC2938EA5D}" dt="2024-08-10T16:38:54.735" v="49" actId="2696"/>
        <pc:sldMkLst>
          <pc:docMk/>
          <pc:sldMk cId="0" sldId="295"/>
        </pc:sldMkLst>
      </pc:sldChg>
      <pc:sldChg chg="del">
        <pc:chgData name="Rahul Mohandas (RMd)" userId="cdc53f0a-00cb-4490-8a90-22675af5e74d" providerId="ADAL" clId="{26497C4E-7530-B24C-A741-53AC2938EA5D}" dt="2024-08-10T16:38:53.865" v="47" actId="2696"/>
        <pc:sldMkLst>
          <pc:docMk/>
          <pc:sldMk cId="0" sldId="296"/>
        </pc:sldMkLst>
      </pc:sldChg>
      <pc:sldChg chg="del">
        <pc:chgData name="Rahul Mohandas (RMd)" userId="cdc53f0a-00cb-4490-8a90-22675af5e74d" providerId="ADAL" clId="{26497C4E-7530-B24C-A741-53AC2938EA5D}" dt="2024-08-10T16:38:55.417" v="50" actId="2696"/>
        <pc:sldMkLst>
          <pc:docMk/>
          <pc:sldMk cId="0" sldId="297"/>
        </pc:sldMkLst>
      </pc:sldChg>
      <pc:sldChg chg="del">
        <pc:chgData name="Rahul Mohandas (RMd)" userId="cdc53f0a-00cb-4490-8a90-22675af5e74d" providerId="ADAL" clId="{26497C4E-7530-B24C-A741-53AC2938EA5D}" dt="2024-08-10T16:38:52.955" v="45" actId="2696"/>
        <pc:sldMkLst>
          <pc:docMk/>
          <pc:sldMk cId="1807058818" sldId="300"/>
        </pc:sldMkLst>
      </pc:sldChg>
      <pc:sldChg chg="del">
        <pc:chgData name="Rahul Mohandas (RMd)" userId="cdc53f0a-00cb-4490-8a90-22675af5e74d" providerId="ADAL" clId="{26497C4E-7530-B24C-A741-53AC2938EA5D}" dt="2024-08-10T16:38:53.406" v="46" actId="2696"/>
        <pc:sldMkLst>
          <pc:docMk/>
          <pc:sldMk cId="3529612723" sldId="301"/>
        </pc:sldMkLst>
      </pc:sldChg>
      <pc:sldChg chg="addSp delSp modSp mod chgLayout">
        <pc:chgData name="Rahul Mohandas (RMd)" userId="cdc53f0a-00cb-4490-8a90-22675af5e74d" providerId="ADAL" clId="{26497C4E-7530-B24C-A741-53AC2938EA5D}" dt="2024-08-11T06:20:38.125" v="2046" actId="6264"/>
        <pc:sldMkLst>
          <pc:docMk/>
          <pc:sldMk cId="3832112072" sldId="4170"/>
        </pc:sldMkLst>
      </pc:sldChg>
      <pc:sldChg chg="del">
        <pc:chgData name="Rahul Mohandas (RMd)" userId="cdc53f0a-00cb-4490-8a90-22675af5e74d" providerId="ADAL" clId="{26497C4E-7530-B24C-A741-53AC2938EA5D}" dt="2024-08-10T16:38:56.501" v="51" actId="2696"/>
        <pc:sldMkLst>
          <pc:docMk/>
          <pc:sldMk cId="1715918371" sldId="4175"/>
        </pc:sldMkLst>
      </pc:sldChg>
      <pc:sldChg chg="del">
        <pc:chgData name="Rahul Mohandas (RMd)" userId="cdc53f0a-00cb-4490-8a90-22675af5e74d" providerId="ADAL" clId="{26497C4E-7530-B24C-A741-53AC2938EA5D}" dt="2024-08-10T16:38:57.785" v="53" actId="2696"/>
        <pc:sldMkLst>
          <pc:docMk/>
          <pc:sldMk cId="39210274" sldId="4176"/>
        </pc:sldMkLst>
      </pc:sldChg>
      <pc:sldChg chg="del">
        <pc:chgData name="Rahul Mohandas (RMd)" userId="cdc53f0a-00cb-4490-8a90-22675af5e74d" providerId="ADAL" clId="{26497C4E-7530-B24C-A741-53AC2938EA5D}" dt="2024-08-10T16:39:01.891" v="59" actId="2696"/>
        <pc:sldMkLst>
          <pc:docMk/>
          <pc:sldMk cId="525733354" sldId="4178"/>
        </pc:sldMkLst>
      </pc:sldChg>
      <pc:sldChg chg="del">
        <pc:chgData name="Rahul Mohandas (RMd)" userId="cdc53f0a-00cb-4490-8a90-22675af5e74d" providerId="ADAL" clId="{26497C4E-7530-B24C-A741-53AC2938EA5D}" dt="2024-08-10T16:38:58.428" v="54" actId="2696"/>
        <pc:sldMkLst>
          <pc:docMk/>
          <pc:sldMk cId="1051106196" sldId="4179"/>
        </pc:sldMkLst>
      </pc:sldChg>
      <pc:sldChg chg="del">
        <pc:chgData name="Rahul Mohandas (RMd)" userId="cdc53f0a-00cb-4490-8a90-22675af5e74d" providerId="ADAL" clId="{26497C4E-7530-B24C-A741-53AC2938EA5D}" dt="2024-08-10T16:38:58.942" v="55" actId="2696"/>
        <pc:sldMkLst>
          <pc:docMk/>
          <pc:sldMk cId="3294583850" sldId="4181"/>
        </pc:sldMkLst>
      </pc:sldChg>
      <pc:sldChg chg="del">
        <pc:chgData name="Rahul Mohandas (RMd)" userId="cdc53f0a-00cb-4490-8a90-22675af5e74d" providerId="ADAL" clId="{26497C4E-7530-B24C-A741-53AC2938EA5D}" dt="2024-08-10T16:38:49.575" v="43" actId="2696"/>
        <pc:sldMkLst>
          <pc:docMk/>
          <pc:sldMk cId="791699772" sldId="4183"/>
        </pc:sldMkLst>
      </pc:sldChg>
      <pc:sldChg chg="del">
        <pc:chgData name="Rahul Mohandas (RMd)" userId="cdc53f0a-00cb-4490-8a90-22675af5e74d" providerId="ADAL" clId="{26497C4E-7530-B24C-A741-53AC2938EA5D}" dt="2024-08-10T16:38:59.468" v="56" actId="2696"/>
        <pc:sldMkLst>
          <pc:docMk/>
          <pc:sldMk cId="4236916943" sldId="4184"/>
        </pc:sldMkLst>
      </pc:sldChg>
      <pc:sldChg chg="del">
        <pc:chgData name="Rahul Mohandas (RMd)" userId="cdc53f0a-00cb-4490-8a90-22675af5e74d" providerId="ADAL" clId="{26497C4E-7530-B24C-A741-53AC2938EA5D}" dt="2024-08-10T16:39:00.150" v="57" actId="2696"/>
        <pc:sldMkLst>
          <pc:docMk/>
          <pc:sldMk cId="3813146382" sldId="4185"/>
        </pc:sldMkLst>
      </pc:sldChg>
      <pc:sldChg chg="del">
        <pc:chgData name="Rahul Mohandas (RMd)" userId="cdc53f0a-00cb-4490-8a90-22675af5e74d" providerId="ADAL" clId="{26497C4E-7530-B24C-A741-53AC2938EA5D}" dt="2024-08-10T16:39:00.803" v="58" actId="2696"/>
        <pc:sldMkLst>
          <pc:docMk/>
          <pc:sldMk cId="2093650038" sldId="4186"/>
        </pc:sldMkLst>
      </pc:sldChg>
      <pc:sldChg chg="del">
        <pc:chgData name="Rahul Mohandas (RMd)" userId="cdc53f0a-00cb-4490-8a90-22675af5e74d" providerId="ADAL" clId="{26497C4E-7530-B24C-A741-53AC2938EA5D}" dt="2024-08-10T16:38:56.951" v="52" actId="2696"/>
        <pc:sldMkLst>
          <pc:docMk/>
          <pc:sldMk cId="368787866" sldId="4187"/>
        </pc:sldMkLst>
      </pc:sldChg>
      <pc:sldChg chg="del">
        <pc:chgData name="Rahul Mohandas (RMd)" userId="cdc53f0a-00cb-4490-8a90-22675af5e74d" providerId="ADAL" clId="{26497C4E-7530-B24C-A741-53AC2938EA5D}" dt="2024-08-10T16:38:52.228" v="44" actId="2696"/>
        <pc:sldMkLst>
          <pc:docMk/>
          <pc:sldMk cId="2460590757" sldId="4188"/>
        </pc:sldMkLst>
      </pc:sldChg>
      <pc:sldChg chg="del">
        <pc:chgData name="Rahul Mohandas (RMd)" userId="cdc53f0a-00cb-4490-8a90-22675af5e74d" providerId="ADAL" clId="{26497C4E-7530-B24C-A741-53AC2938EA5D}" dt="2024-08-10T16:38:48.104" v="41" actId="2696"/>
        <pc:sldMkLst>
          <pc:docMk/>
          <pc:sldMk cId="399935353" sldId="4189"/>
        </pc:sldMkLst>
      </pc:sldChg>
      <pc:sldChg chg="del">
        <pc:chgData name="Rahul Mohandas (RMd)" userId="cdc53f0a-00cb-4490-8a90-22675af5e74d" providerId="ADAL" clId="{26497C4E-7530-B24C-A741-53AC2938EA5D}" dt="2024-08-10T16:38:48.111" v="42" actId="2696"/>
        <pc:sldMkLst>
          <pc:docMk/>
          <pc:sldMk cId="4157782236" sldId="4190"/>
        </pc:sldMkLst>
      </pc:sldChg>
      <pc:sldChg chg="modSp new mod">
        <pc:chgData name="Rahul Mohandas (RMd)" userId="cdc53f0a-00cb-4490-8a90-22675af5e74d" providerId="ADAL" clId="{26497C4E-7530-B24C-A741-53AC2938EA5D}" dt="2024-08-11T04:30:52.718" v="442" actId="20577"/>
        <pc:sldMkLst>
          <pc:docMk/>
          <pc:sldMk cId="1863019508" sldId="4191"/>
        </pc:sldMkLst>
      </pc:sldChg>
      <pc:sldChg chg="modSp new mod ord">
        <pc:chgData name="Rahul Mohandas (RMd)" userId="cdc53f0a-00cb-4490-8a90-22675af5e74d" providerId="ADAL" clId="{26497C4E-7530-B24C-A741-53AC2938EA5D}" dt="2024-08-11T04:35:39.165" v="498" actId="20577"/>
        <pc:sldMkLst>
          <pc:docMk/>
          <pc:sldMk cId="1519144150" sldId="4192"/>
        </pc:sldMkLst>
      </pc:sldChg>
      <pc:sldChg chg="addSp delSp modSp new mod modClrScheme chgLayout">
        <pc:chgData name="Rahul Mohandas (RMd)" userId="cdc53f0a-00cb-4490-8a90-22675af5e74d" providerId="ADAL" clId="{26497C4E-7530-B24C-A741-53AC2938EA5D}" dt="2024-08-11T04:32:32.685" v="447"/>
        <pc:sldMkLst>
          <pc:docMk/>
          <pc:sldMk cId="2413290457" sldId="4193"/>
        </pc:sldMkLst>
      </pc:sldChg>
      <pc:sldChg chg="addSp delSp modSp new mod ord">
        <pc:chgData name="Rahul Mohandas (RMd)" userId="cdc53f0a-00cb-4490-8a90-22675af5e74d" providerId="ADAL" clId="{26497C4E-7530-B24C-A741-53AC2938EA5D}" dt="2024-08-11T04:59:47.641" v="1304"/>
        <pc:sldMkLst>
          <pc:docMk/>
          <pc:sldMk cId="3200134892" sldId="4194"/>
        </pc:sldMkLst>
      </pc:sldChg>
      <pc:sldChg chg="addSp delSp modSp new mod">
        <pc:chgData name="Rahul Mohandas (RMd)" userId="cdc53f0a-00cb-4490-8a90-22675af5e74d" providerId="ADAL" clId="{26497C4E-7530-B24C-A741-53AC2938EA5D}" dt="2024-08-11T04:59:44.309" v="1302"/>
        <pc:sldMkLst>
          <pc:docMk/>
          <pc:sldMk cId="3739314591" sldId="4195"/>
        </pc:sldMkLst>
      </pc:sldChg>
      <pc:sldChg chg="addSp delSp modSp new mod">
        <pc:chgData name="Rahul Mohandas (RMd)" userId="cdc53f0a-00cb-4490-8a90-22675af5e74d" providerId="ADAL" clId="{26497C4E-7530-B24C-A741-53AC2938EA5D}" dt="2024-08-11T04:59:45.940" v="1303"/>
        <pc:sldMkLst>
          <pc:docMk/>
          <pc:sldMk cId="408449925" sldId="4196"/>
        </pc:sldMkLst>
      </pc:sldChg>
      <pc:sldChg chg="addSp delSp modSp new mod modClrScheme chgLayout">
        <pc:chgData name="Rahul Mohandas (RMd)" userId="cdc53f0a-00cb-4490-8a90-22675af5e74d" providerId="ADAL" clId="{26497C4E-7530-B24C-A741-53AC2938EA5D}" dt="2024-08-11T06:19:14.011" v="2034" actId="20577"/>
        <pc:sldMkLst>
          <pc:docMk/>
          <pc:sldMk cId="79606075" sldId="4197"/>
        </pc:sldMkLst>
      </pc:sldChg>
      <pc:sldChg chg="addSp delSp modSp new mod modClrScheme chgLayout">
        <pc:chgData name="Rahul Mohandas (RMd)" userId="cdc53f0a-00cb-4490-8a90-22675af5e74d" providerId="ADAL" clId="{26497C4E-7530-B24C-A741-53AC2938EA5D}" dt="2024-08-11T04:34:23.379" v="464" actId="20577"/>
        <pc:sldMkLst>
          <pc:docMk/>
          <pc:sldMk cId="4244090390" sldId="4198"/>
        </pc:sldMkLst>
      </pc:sldChg>
      <pc:sldChg chg="addSp delSp modSp new mod modClrScheme chgLayout">
        <pc:chgData name="Rahul Mohandas (RMd)" userId="cdc53f0a-00cb-4490-8a90-22675af5e74d" providerId="ADAL" clId="{26497C4E-7530-B24C-A741-53AC2938EA5D}" dt="2024-08-11T04:36:05.930" v="519" actId="20577"/>
        <pc:sldMkLst>
          <pc:docMk/>
          <pc:sldMk cId="4251697485" sldId="4199"/>
        </pc:sldMkLst>
      </pc:sldChg>
      <pc:sldChg chg="addSp delSp modSp new mod modClrScheme chgLayout">
        <pc:chgData name="Rahul Mohandas (RMd)" userId="cdc53f0a-00cb-4490-8a90-22675af5e74d" providerId="ADAL" clId="{26497C4E-7530-B24C-A741-53AC2938EA5D}" dt="2024-08-11T04:57:20.255" v="1150" actId="5793"/>
        <pc:sldMkLst>
          <pc:docMk/>
          <pc:sldMk cId="1746968758" sldId="4200"/>
        </pc:sldMkLst>
      </pc:sldChg>
      <pc:sldChg chg="addSp delSp modSp new mod modClrScheme chgLayout">
        <pc:chgData name="Rahul Mohandas (RMd)" userId="cdc53f0a-00cb-4490-8a90-22675af5e74d" providerId="ADAL" clId="{26497C4E-7530-B24C-A741-53AC2938EA5D}" dt="2024-08-11T05:43:55.332" v="1431" actId="20577"/>
        <pc:sldMkLst>
          <pc:docMk/>
          <pc:sldMk cId="3687925654" sldId="4201"/>
        </pc:sldMkLst>
      </pc:sldChg>
      <pc:sldChg chg="addSp modSp new mod ord modClrScheme chgLayout">
        <pc:chgData name="Rahul Mohandas (RMd)" userId="cdc53f0a-00cb-4490-8a90-22675af5e74d" providerId="ADAL" clId="{26497C4E-7530-B24C-A741-53AC2938EA5D}" dt="2024-08-11T04:46:00.583" v="673" actId="20578"/>
        <pc:sldMkLst>
          <pc:docMk/>
          <pc:sldMk cId="2433204486" sldId="4202"/>
        </pc:sldMkLst>
      </pc:sldChg>
      <pc:sldChg chg="addSp modSp new mod">
        <pc:chgData name="Rahul Mohandas (RMd)" userId="cdc53f0a-00cb-4490-8a90-22675af5e74d" providerId="ADAL" clId="{26497C4E-7530-B24C-A741-53AC2938EA5D}" dt="2024-08-11T05:45:17.639" v="1462" actId="20577"/>
        <pc:sldMkLst>
          <pc:docMk/>
          <pc:sldMk cId="2719943156" sldId="4203"/>
        </pc:sldMkLst>
      </pc:sldChg>
      <pc:sldChg chg="addSp delSp modSp new mod modClrScheme chgLayout">
        <pc:chgData name="Rahul Mohandas (RMd)" userId="cdc53f0a-00cb-4490-8a90-22675af5e74d" providerId="ADAL" clId="{26497C4E-7530-B24C-A741-53AC2938EA5D}" dt="2024-08-11T05:43:07.013" v="1403" actId="20577"/>
        <pc:sldMkLst>
          <pc:docMk/>
          <pc:sldMk cId="2644135828" sldId="4204"/>
        </pc:sldMkLst>
      </pc:sldChg>
      <pc:sldChg chg="addSp delSp modSp new mod modClrScheme chgLayout">
        <pc:chgData name="Rahul Mohandas (RMd)" userId="cdc53f0a-00cb-4490-8a90-22675af5e74d" providerId="ADAL" clId="{26497C4E-7530-B24C-A741-53AC2938EA5D}" dt="2024-08-11T04:59:22.017" v="1301" actId="20577"/>
        <pc:sldMkLst>
          <pc:docMk/>
          <pc:sldMk cId="3190222591" sldId="4205"/>
        </pc:sldMkLst>
      </pc:sldChg>
      <pc:sldChg chg="modSp new mod">
        <pc:chgData name="Rahul Mohandas (RMd)" userId="cdc53f0a-00cb-4490-8a90-22675af5e74d" providerId="ADAL" clId="{26497C4E-7530-B24C-A741-53AC2938EA5D}" dt="2024-08-11T05:42:22.332" v="1385" actId="20577"/>
        <pc:sldMkLst>
          <pc:docMk/>
          <pc:sldMk cId="1769403112" sldId="4206"/>
        </pc:sldMkLst>
      </pc:sldChg>
      <pc:sldChg chg="modSp add mod">
        <pc:chgData name="Rahul Mohandas (RMd)" userId="cdc53f0a-00cb-4490-8a90-22675af5e74d" providerId="ADAL" clId="{26497C4E-7530-B24C-A741-53AC2938EA5D}" dt="2024-08-11T05:52:04.909" v="1548" actId="121"/>
        <pc:sldMkLst>
          <pc:docMk/>
          <pc:sldMk cId="3717781636" sldId="4207"/>
        </pc:sldMkLst>
      </pc:sldChg>
      <pc:sldChg chg="modSp new mod modClrScheme chgLayout">
        <pc:chgData name="Rahul Mohandas (RMd)" userId="cdc53f0a-00cb-4490-8a90-22675af5e74d" providerId="ADAL" clId="{26497C4E-7530-B24C-A741-53AC2938EA5D}" dt="2024-08-11T05:53:02.454" v="1578" actId="700"/>
        <pc:sldMkLst>
          <pc:docMk/>
          <pc:sldMk cId="2998439081" sldId="4208"/>
        </pc:sldMkLst>
      </pc:sldChg>
      <pc:sldChg chg="addSp delSp modSp new mod modClrScheme chgLayout">
        <pc:chgData name="Rahul Mohandas (RMd)" userId="cdc53f0a-00cb-4490-8a90-22675af5e74d" providerId="ADAL" clId="{26497C4E-7530-B24C-A741-53AC2938EA5D}" dt="2024-08-11T05:53:15.462" v="1591" actId="20577"/>
        <pc:sldMkLst>
          <pc:docMk/>
          <pc:sldMk cId="303049574" sldId="4209"/>
        </pc:sldMkLst>
      </pc:sldChg>
      <pc:sldChg chg="modSp new mod">
        <pc:chgData name="Rahul Mohandas (RMd)" userId="cdc53f0a-00cb-4490-8a90-22675af5e74d" providerId="ADAL" clId="{26497C4E-7530-B24C-A741-53AC2938EA5D}" dt="2024-08-11T05:53:42.982" v="1627" actId="20577"/>
        <pc:sldMkLst>
          <pc:docMk/>
          <pc:sldMk cId="1080664823" sldId="4210"/>
        </pc:sldMkLst>
      </pc:sldChg>
      <pc:sldChg chg="modSp new mod">
        <pc:chgData name="Rahul Mohandas (RMd)" userId="cdc53f0a-00cb-4490-8a90-22675af5e74d" providerId="ADAL" clId="{26497C4E-7530-B24C-A741-53AC2938EA5D}" dt="2024-08-11T05:54:33.073" v="1669" actId="20577"/>
        <pc:sldMkLst>
          <pc:docMk/>
          <pc:sldMk cId="1151640591" sldId="4211"/>
        </pc:sldMkLst>
      </pc:sldChg>
      <pc:sldChg chg="addSp delSp modSp new mod">
        <pc:chgData name="Rahul Mohandas (RMd)" userId="cdc53f0a-00cb-4490-8a90-22675af5e74d" providerId="ADAL" clId="{26497C4E-7530-B24C-A741-53AC2938EA5D}" dt="2024-08-11T06:07:22.016" v="1816" actId="20577"/>
        <pc:sldMkLst>
          <pc:docMk/>
          <pc:sldMk cId="3502321957" sldId="4212"/>
        </pc:sldMkLst>
      </pc:sldChg>
    </pc:docChg>
  </pc:docChgLst>
  <pc:docChgLst>
    <pc:chgData name="Rahul Mohandas (RMd)" userId="cdc53f0a-00cb-4490-8a90-22675af5e74d" providerId="ADAL" clId="{27642D6F-5C6D-E94E-8259-BB6042076223}"/>
    <pc:docChg chg="undo redo custSel addSld delSld modSld sldOrd">
      <pc:chgData name="Rahul Mohandas (RMd)" userId="cdc53f0a-00cb-4490-8a90-22675af5e74d" providerId="ADAL" clId="{27642D6F-5C6D-E94E-8259-BB6042076223}" dt="2024-08-04T12:21:58.530" v="5587" actId="20577"/>
      <pc:docMkLst>
        <pc:docMk/>
      </pc:docMkLst>
      <pc:sldChg chg="modSp mod">
        <pc:chgData name="Rahul Mohandas (RMd)" userId="cdc53f0a-00cb-4490-8a90-22675af5e74d" providerId="ADAL" clId="{27642D6F-5C6D-E94E-8259-BB6042076223}" dt="2024-08-01T13:59:06.986" v="6" actId="20577"/>
        <pc:sldMkLst>
          <pc:docMk/>
          <pc:sldMk cId="0" sldId="257"/>
        </pc:sldMkLst>
      </pc:sldChg>
      <pc:sldChg chg="modSp mod">
        <pc:chgData name="Rahul Mohandas (RMd)" userId="cdc53f0a-00cb-4490-8a90-22675af5e74d" providerId="ADAL" clId="{27642D6F-5C6D-E94E-8259-BB6042076223}" dt="2024-08-04T03:52:40.835" v="2322"/>
        <pc:sldMkLst>
          <pc:docMk/>
          <pc:sldMk cId="2301697734" sldId="262"/>
        </pc:sldMkLst>
      </pc:sldChg>
      <pc:sldChg chg="del">
        <pc:chgData name="Rahul Mohandas (RMd)" userId="cdc53f0a-00cb-4490-8a90-22675af5e74d" providerId="ADAL" clId="{27642D6F-5C6D-E94E-8259-BB6042076223}" dt="2024-08-01T13:59:48.404" v="35" actId="2696"/>
        <pc:sldMkLst>
          <pc:docMk/>
          <pc:sldMk cId="3607683791" sldId="263"/>
        </pc:sldMkLst>
      </pc:sldChg>
      <pc:sldChg chg="del">
        <pc:chgData name="Rahul Mohandas (RMd)" userId="cdc53f0a-00cb-4490-8a90-22675af5e74d" providerId="ADAL" clId="{27642D6F-5C6D-E94E-8259-BB6042076223}" dt="2024-08-01T13:59:50.742" v="40" actId="2696"/>
        <pc:sldMkLst>
          <pc:docMk/>
          <pc:sldMk cId="772219433" sldId="293"/>
        </pc:sldMkLst>
      </pc:sldChg>
      <pc:sldChg chg="add">
        <pc:chgData name="Rahul Mohandas (RMd)" userId="cdc53f0a-00cb-4490-8a90-22675af5e74d" providerId="ADAL" clId="{27642D6F-5C6D-E94E-8259-BB6042076223}" dt="2024-08-01T14:01:54.392" v="52"/>
        <pc:sldMkLst>
          <pc:docMk/>
          <pc:sldMk cId="0" sldId="294"/>
        </pc:sldMkLst>
      </pc:sldChg>
      <pc:sldChg chg="add">
        <pc:chgData name="Rahul Mohandas (RMd)" userId="cdc53f0a-00cb-4490-8a90-22675af5e74d" providerId="ADAL" clId="{27642D6F-5C6D-E94E-8259-BB6042076223}" dt="2024-08-01T14:01:54.392" v="52"/>
        <pc:sldMkLst>
          <pc:docMk/>
          <pc:sldMk cId="0" sldId="295"/>
        </pc:sldMkLst>
      </pc:sldChg>
      <pc:sldChg chg="add ord">
        <pc:chgData name="Rahul Mohandas (RMd)" userId="cdc53f0a-00cb-4490-8a90-22675af5e74d" providerId="ADAL" clId="{27642D6F-5C6D-E94E-8259-BB6042076223}" dt="2024-08-01T14:02:04.280" v="54" actId="20578"/>
        <pc:sldMkLst>
          <pc:docMk/>
          <pc:sldMk cId="0" sldId="296"/>
        </pc:sldMkLst>
      </pc:sldChg>
      <pc:sldChg chg="modSp add mod">
        <pc:chgData name="Rahul Mohandas (RMd)" userId="cdc53f0a-00cb-4490-8a90-22675af5e74d" providerId="ADAL" clId="{27642D6F-5C6D-E94E-8259-BB6042076223}" dt="2024-08-03T13:52:43.936" v="1978" actId="207"/>
        <pc:sldMkLst>
          <pc:docMk/>
          <pc:sldMk cId="0" sldId="297"/>
        </pc:sldMkLst>
      </pc:sldChg>
      <pc:sldChg chg="add del">
        <pc:chgData name="Rahul Mohandas (RMd)" userId="cdc53f0a-00cb-4490-8a90-22675af5e74d" providerId="ADAL" clId="{27642D6F-5C6D-E94E-8259-BB6042076223}" dt="2024-08-04T03:53:05.252" v="2323" actId="2696"/>
        <pc:sldMkLst>
          <pc:docMk/>
          <pc:sldMk cId="1807058818" sldId="300"/>
        </pc:sldMkLst>
      </pc:sldChg>
      <pc:sldChg chg="add del modNotesTx">
        <pc:chgData name="Rahul Mohandas (RMd)" userId="cdc53f0a-00cb-4490-8a90-22675af5e74d" providerId="ADAL" clId="{27642D6F-5C6D-E94E-8259-BB6042076223}" dt="2024-08-04T12:21:58.530" v="5587" actId="20577"/>
        <pc:sldMkLst>
          <pc:docMk/>
          <pc:sldMk cId="3529612723" sldId="301"/>
        </pc:sldMkLst>
      </pc:sldChg>
      <pc:sldChg chg="del">
        <pc:chgData name="Rahul Mohandas (RMd)" userId="cdc53f0a-00cb-4490-8a90-22675af5e74d" providerId="ADAL" clId="{27642D6F-5C6D-E94E-8259-BB6042076223}" dt="2024-08-01T13:59:48.372" v="32" actId="2696"/>
        <pc:sldMkLst>
          <pc:docMk/>
          <pc:sldMk cId="2363286591" sldId="4124"/>
        </pc:sldMkLst>
      </pc:sldChg>
      <pc:sldChg chg="del">
        <pc:chgData name="Rahul Mohandas (RMd)" userId="cdc53f0a-00cb-4490-8a90-22675af5e74d" providerId="ADAL" clId="{27642D6F-5C6D-E94E-8259-BB6042076223}" dt="2024-08-01T13:59:51.184" v="41" actId="2696"/>
        <pc:sldMkLst>
          <pc:docMk/>
          <pc:sldMk cId="2700900967" sldId="4127"/>
        </pc:sldMkLst>
      </pc:sldChg>
      <pc:sldChg chg="del">
        <pc:chgData name="Rahul Mohandas (RMd)" userId="cdc53f0a-00cb-4490-8a90-22675af5e74d" providerId="ADAL" clId="{27642D6F-5C6D-E94E-8259-BB6042076223}" dt="2024-08-01T13:59:48.370" v="31" actId="2696"/>
        <pc:sldMkLst>
          <pc:docMk/>
          <pc:sldMk cId="1041053728" sldId="4148"/>
        </pc:sldMkLst>
      </pc:sldChg>
      <pc:sldChg chg="del">
        <pc:chgData name="Rahul Mohandas (RMd)" userId="cdc53f0a-00cb-4490-8a90-22675af5e74d" providerId="ADAL" clId="{27642D6F-5C6D-E94E-8259-BB6042076223}" dt="2024-08-01T13:59:48.408" v="36" actId="2696"/>
        <pc:sldMkLst>
          <pc:docMk/>
          <pc:sldMk cId="2653173988" sldId="4153"/>
        </pc:sldMkLst>
      </pc:sldChg>
      <pc:sldChg chg="del">
        <pc:chgData name="Rahul Mohandas (RMd)" userId="cdc53f0a-00cb-4490-8a90-22675af5e74d" providerId="ADAL" clId="{27642D6F-5C6D-E94E-8259-BB6042076223}" dt="2024-08-01T13:59:48.409" v="37" actId="2696"/>
        <pc:sldMkLst>
          <pc:docMk/>
          <pc:sldMk cId="3536281384" sldId="4156"/>
        </pc:sldMkLst>
      </pc:sldChg>
      <pc:sldChg chg="del">
        <pc:chgData name="Rahul Mohandas (RMd)" userId="cdc53f0a-00cb-4490-8a90-22675af5e74d" providerId="ADAL" clId="{27642D6F-5C6D-E94E-8259-BB6042076223}" dt="2024-08-01T13:59:48.415" v="38" actId="2696"/>
        <pc:sldMkLst>
          <pc:docMk/>
          <pc:sldMk cId="3956292136" sldId="4157"/>
        </pc:sldMkLst>
      </pc:sldChg>
      <pc:sldChg chg="addSp delSp modSp add del mod chgLayout">
        <pc:chgData name="Rahul Mohandas (RMd)" userId="cdc53f0a-00cb-4490-8a90-22675af5e74d" providerId="ADAL" clId="{27642D6F-5C6D-E94E-8259-BB6042076223}" dt="2024-08-04T12:13:49.979" v="5031" actId="2696"/>
        <pc:sldMkLst>
          <pc:docMk/>
          <pc:sldMk cId="3832112072" sldId="4170"/>
        </pc:sldMkLst>
      </pc:sldChg>
      <pc:sldChg chg="add del">
        <pc:chgData name="Rahul Mohandas (RMd)" userId="cdc53f0a-00cb-4490-8a90-22675af5e74d" providerId="ADAL" clId="{27642D6F-5C6D-E94E-8259-BB6042076223}" dt="2024-08-04T12:13:50.720" v="5032" actId="2696"/>
        <pc:sldMkLst>
          <pc:docMk/>
          <pc:sldMk cId="1404816291" sldId="4174"/>
        </pc:sldMkLst>
      </pc:sldChg>
      <pc:sldChg chg="modSp new mod modNotesTx">
        <pc:chgData name="Rahul Mohandas (RMd)" userId="cdc53f0a-00cb-4490-8a90-22675af5e74d" providerId="ADAL" clId="{27642D6F-5C6D-E94E-8259-BB6042076223}" dt="2024-08-04T06:15:47.609" v="3247" actId="20577"/>
        <pc:sldMkLst>
          <pc:docMk/>
          <pc:sldMk cId="1715918371" sldId="4175"/>
        </pc:sldMkLst>
      </pc:sldChg>
      <pc:sldChg chg="new del">
        <pc:chgData name="Rahul Mohandas (RMd)" userId="cdc53f0a-00cb-4490-8a90-22675af5e74d" providerId="ADAL" clId="{27642D6F-5C6D-E94E-8259-BB6042076223}" dt="2024-08-01T14:01:56.300" v="53" actId="2696"/>
        <pc:sldMkLst>
          <pc:docMk/>
          <pc:sldMk cId="2934423065" sldId="4175"/>
        </pc:sldMkLst>
      </pc:sldChg>
      <pc:sldChg chg="modSp new mod modNotesTx">
        <pc:chgData name="Rahul Mohandas (RMd)" userId="cdc53f0a-00cb-4490-8a90-22675af5e74d" providerId="ADAL" clId="{27642D6F-5C6D-E94E-8259-BB6042076223}" dt="2024-08-04T12:21:37.947" v="5586" actId="20577"/>
        <pc:sldMkLst>
          <pc:docMk/>
          <pc:sldMk cId="39210274" sldId="4176"/>
        </pc:sldMkLst>
      </pc:sldChg>
      <pc:sldChg chg="del">
        <pc:chgData name="Rahul Mohandas (RMd)" userId="cdc53f0a-00cb-4490-8a90-22675af5e74d" providerId="ADAL" clId="{27642D6F-5C6D-E94E-8259-BB6042076223}" dt="2024-08-01T13:59:48.402" v="33" actId="2696"/>
        <pc:sldMkLst>
          <pc:docMk/>
          <pc:sldMk cId="3160900679" sldId="4176"/>
        </pc:sldMkLst>
      </pc:sldChg>
      <pc:sldChg chg="del">
        <pc:chgData name="Rahul Mohandas (RMd)" userId="cdc53f0a-00cb-4490-8a90-22675af5e74d" providerId="ADAL" clId="{27642D6F-5C6D-E94E-8259-BB6042076223}" dt="2024-08-01T13:59:50.311" v="39" actId="2696"/>
        <pc:sldMkLst>
          <pc:docMk/>
          <pc:sldMk cId="2515472185" sldId="4177"/>
        </pc:sldMkLst>
      </pc:sldChg>
      <pc:sldChg chg="modSp new del mod modNotesTx">
        <pc:chgData name="Rahul Mohandas (RMd)" userId="cdc53f0a-00cb-4490-8a90-22675af5e74d" providerId="ADAL" clId="{27642D6F-5C6D-E94E-8259-BB6042076223}" dt="2024-08-03T14:29:46.959" v="2058" actId="2696"/>
        <pc:sldMkLst>
          <pc:docMk/>
          <pc:sldMk cId="3964588462" sldId="4177"/>
        </pc:sldMkLst>
      </pc:sldChg>
      <pc:sldChg chg="addSp modSp add del mod modNotesTx">
        <pc:chgData name="Rahul Mohandas (RMd)" userId="cdc53f0a-00cb-4490-8a90-22675af5e74d" providerId="ADAL" clId="{27642D6F-5C6D-E94E-8259-BB6042076223}" dt="2024-08-04T12:21:17.930" v="5585" actId="20577"/>
        <pc:sldMkLst>
          <pc:docMk/>
          <pc:sldMk cId="525733354" sldId="4178"/>
        </pc:sldMkLst>
      </pc:sldChg>
      <pc:sldChg chg="del">
        <pc:chgData name="Rahul Mohandas (RMd)" userId="cdc53f0a-00cb-4490-8a90-22675af5e74d" providerId="ADAL" clId="{27642D6F-5C6D-E94E-8259-BB6042076223}" dt="2024-08-01T13:59:53.089" v="43" actId="2696"/>
        <pc:sldMkLst>
          <pc:docMk/>
          <pc:sldMk cId="1779549199" sldId="4178"/>
        </pc:sldMkLst>
      </pc:sldChg>
      <pc:sldChg chg="addSp delSp modSp new del mod modClrScheme chgLayout modNotesTx">
        <pc:chgData name="Rahul Mohandas (RMd)" userId="cdc53f0a-00cb-4490-8a90-22675af5e74d" providerId="ADAL" clId="{27642D6F-5C6D-E94E-8259-BB6042076223}" dt="2024-08-04T06:18:33.528" v="3258" actId="2696"/>
        <pc:sldMkLst>
          <pc:docMk/>
          <pc:sldMk cId="4239298598" sldId="4178"/>
        </pc:sldMkLst>
      </pc:sldChg>
      <pc:sldChg chg="addSp delSp modSp new mod modClrScheme chgLayout">
        <pc:chgData name="Rahul Mohandas (RMd)" userId="cdc53f0a-00cb-4490-8a90-22675af5e74d" providerId="ADAL" clId="{27642D6F-5C6D-E94E-8259-BB6042076223}" dt="2024-08-01T14:08:28.169" v="528" actId="20577"/>
        <pc:sldMkLst>
          <pc:docMk/>
          <pc:sldMk cId="1051106196" sldId="4179"/>
        </pc:sldMkLst>
      </pc:sldChg>
      <pc:sldChg chg="del">
        <pc:chgData name="Rahul Mohandas (RMd)" userId="cdc53f0a-00cb-4490-8a90-22675af5e74d" providerId="ADAL" clId="{27642D6F-5C6D-E94E-8259-BB6042076223}" dt="2024-08-01T13:59:57.154" v="49" actId="2696"/>
        <pc:sldMkLst>
          <pc:docMk/>
          <pc:sldMk cId="1578609614" sldId="4180"/>
        </pc:sldMkLst>
      </pc:sldChg>
      <pc:sldChg chg="addSp delSp modSp new del mod modClrScheme chgLayout">
        <pc:chgData name="Rahul Mohandas (RMd)" userId="cdc53f0a-00cb-4490-8a90-22675af5e74d" providerId="ADAL" clId="{27642D6F-5C6D-E94E-8259-BB6042076223}" dt="2024-08-03T13:22:43.103" v="1162" actId="2696"/>
        <pc:sldMkLst>
          <pc:docMk/>
          <pc:sldMk cId="3321143509" sldId="4180"/>
        </pc:sldMkLst>
      </pc:sldChg>
      <pc:sldChg chg="del">
        <pc:chgData name="Rahul Mohandas (RMd)" userId="cdc53f0a-00cb-4490-8a90-22675af5e74d" providerId="ADAL" clId="{27642D6F-5C6D-E94E-8259-BB6042076223}" dt="2024-08-01T13:59:54.506" v="45" actId="2696"/>
        <pc:sldMkLst>
          <pc:docMk/>
          <pc:sldMk cId="2019615523" sldId="4181"/>
        </pc:sldMkLst>
      </pc:sldChg>
      <pc:sldChg chg="addSp delSp modSp new mod chgLayout">
        <pc:chgData name="Rahul Mohandas (RMd)" userId="cdc53f0a-00cb-4490-8a90-22675af5e74d" providerId="ADAL" clId="{27642D6F-5C6D-E94E-8259-BB6042076223}" dt="2024-08-04T05:04:11.586" v="2711" actId="20577"/>
        <pc:sldMkLst>
          <pc:docMk/>
          <pc:sldMk cId="3294583850" sldId="4181"/>
        </pc:sldMkLst>
      </pc:sldChg>
      <pc:sldChg chg="new del">
        <pc:chgData name="Rahul Mohandas (RMd)" userId="cdc53f0a-00cb-4490-8a90-22675af5e74d" providerId="ADAL" clId="{27642D6F-5C6D-E94E-8259-BB6042076223}" dt="2024-08-03T13:22:41.098" v="1161" actId="2696"/>
        <pc:sldMkLst>
          <pc:docMk/>
          <pc:sldMk cId="1021282562" sldId="4182"/>
        </pc:sldMkLst>
      </pc:sldChg>
      <pc:sldChg chg="del">
        <pc:chgData name="Rahul Mohandas (RMd)" userId="cdc53f0a-00cb-4490-8a90-22675af5e74d" providerId="ADAL" clId="{27642D6F-5C6D-E94E-8259-BB6042076223}" dt="2024-08-01T13:59:53.828" v="44" actId="2696"/>
        <pc:sldMkLst>
          <pc:docMk/>
          <pc:sldMk cId="1916913562" sldId="4182"/>
        </pc:sldMkLst>
      </pc:sldChg>
      <pc:sldChg chg="add modNotesTx">
        <pc:chgData name="Rahul Mohandas (RMd)" userId="cdc53f0a-00cb-4490-8a90-22675af5e74d" providerId="ADAL" clId="{27642D6F-5C6D-E94E-8259-BB6042076223}" dt="2024-08-04T06:14:28.465" v="3180" actId="20577"/>
        <pc:sldMkLst>
          <pc:docMk/>
          <pc:sldMk cId="791699772" sldId="4183"/>
        </pc:sldMkLst>
      </pc:sldChg>
      <pc:sldChg chg="modSp new del mod modNotesTx">
        <pc:chgData name="Rahul Mohandas (RMd)" userId="cdc53f0a-00cb-4490-8a90-22675af5e74d" providerId="ADAL" clId="{27642D6F-5C6D-E94E-8259-BB6042076223}" dt="2024-08-04T03:52:08.347" v="2319" actId="2696"/>
        <pc:sldMkLst>
          <pc:docMk/>
          <pc:sldMk cId="4209310940" sldId="4183"/>
        </pc:sldMkLst>
      </pc:sldChg>
      <pc:sldChg chg="del">
        <pc:chgData name="Rahul Mohandas (RMd)" userId="cdc53f0a-00cb-4490-8a90-22675af5e74d" providerId="ADAL" clId="{27642D6F-5C6D-E94E-8259-BB6042076223}" dt="2024-08-01T13:59:54.989" v="46" actId="2696"/>
        <pc:sldMkLst>
          <pc:docMk/>
          <pc:sldMk cId="1962266202" sldId="4184"/>
        </pc:sldMkLst>
      </pc:sldChg>
      <pc:sldChg chg="addSp delSp modSp new add del mod modClrScheme chgLayout modNotesTx">
        <pc:chgData name="Rahul Mohandas (RMd)" userId="cdc53f0a-00cb-4490-8a90-22675af5e74d" providerId="ADAL" clId="{27642D6F-5C6D-E94E-8259-BB6042076223}" dt="2024-08-04T12:15:42.887" v="5144" actId="14100"/>
        <pc:sldMkLst>
          <pc:docMk/>
          <pc:sldMk cId="4236916943" sldId="4184"/>
        </pc:sldMkLst>
      </pc:sldChg>
      <pc:sldChg chg="del">
        <pc:chgData name="Rahul Mohandas (RMd)" userId="cdc53f0a-00cb-4490-8a90-22675af5e74d" providerId="ADAL" clId="{27642D6F-5C6D-E94E-8259-BB6042076223}" dt="2024-08-01T13:59:55.478" v="47" actId="2696"/>
        <pc:sldMkLst>
          <pc:docMk/>
          <pc:sldMk cId="166545887" sldId="4185"/>
        </pc:sldMkLst>
      </pc:sldChg>
      <pc:sldChg chg="addSp modSp new add del mod modNotesTx">
        <pc:chgData name="Rahul Mohandas (RMd)" userId="cdc53f0a-00cb-4490-8a90-22675af5e74d" providerId="ADAL" clId="{27642D6F-5C6D-E94E-8259-BB6042076223}" dt="2024-08-04T12:18:47.295" v="5327" actId="20577"/>
        <pc:sldMkLst>
          <pc:docMk/>
          <pc:sldMk cId="3813146382" sldId="4185"/>
        </pc:sldMkLst>
      </pc:sldChg>
      <pc:sldChg chg="addSp modSp new add del mod modNotesTx">
        <pc:chgData name="Rahul Mohandas (RMd)" userId="cdc53f0a-00cb-4490-8a90-22675af5e74d" providerId="ADAL" clId="{27642D6F-5C6D-E94E-8259-BB6042076223}" dt="2024-08-04T12:20:07.754" v="5482" actId="20577"/>
        <pc:sldMkLst>
          <pc:docMk/>
          <pc:sldMk cId="2093650038" sldId="4186"/>
        </pc:sldMkLst>
      </pc:sldChg>
      <pc:sldChg chg="del">
        <pc:chgData name="Rahul Mohandas (RMd)" userId="cdc53f0a-00cb-4490-8a90-22675af5e74d" providerId="ADAL" clId="{27642D6F-5C6D-E94E-8259-BB6042076223}" dt="2024-08-01T13:59:55.957" v="48" actId="2696"/>
        <pc:sldMkLst>
          <pc:docMk/>
          <pc:sldMk cId="3538695487" sldId="4186"/>
        </pc:sldMkLst>
      </pc:sldChg>
      <pc:sldChg chg="modSp add mod">
        <pc:chgData name="Rahul Mohandas (RMd)" userId="cdc53f0a-00cb-4490-8a90-22675af5e74d" providerId="ADAL" clId="{27642D6F-5C6D-E94E-8259-BB6042076223}" dt="2024-08-03T13:53:27.094" v="2001" actId="20577"/>
        <pc:sldMkLst>
          <pc:docMk/>
          <pc:sldMk cId="368787866" sldId="4187"/>
        </pc:sldMkLst>
      </pc:sldChg>
      <pc:sldChg chg="del">
        <pc:chgData name="Rahul Mohandas (RMd)" userId="cdc53f0a-00cb-4490-8a90-22675af5e74d" providerId="ADAL" clId="{27642D6F-5C6D-E94E-8259-BB6042076223}" dt="2024-08-01T13:59:52.205" v="42" actId="2696"/>
        <pc:sldMkLst>
          <pc:docMk/>
          <pc:sldMk cId="2954272492" sldId="4187"/>
        </pc:sldMkLst>
      </pc:sldChg>
      <pc:sldChg chg="add">
        <pc:chgData name="Rahul Mohandas (RMd)" userId="cdc53f0a-00cb-4490-8a90-22675af5e74d" providerId="ADAL" clId="{27642D6F-5C6D-E94E-8259-BB6042076223}" dt="2024-08-04T03:52:22.184" v="2320"/>
        <pc:sldMkLst>
          <pc:docMk/>
          <pc:sldMk cId="2460590757" sldId="4188"/>
        </pc:sldMkLst>
      </pc:sldChg>
      <pc:sldChg chg="modSp add del mod modNotesTx">
        <pc:chgData name="Rahul Mohandas (RMd)" userId="cdc53f0a-00cb-4490-8a90-22675af5e74d" providerId="ADAL" clId="{27642D6F-5C6D-E94E-8259-BB6042076223}" dt="2024-08-04T03:52:08.347" v="2319" actId="2696"/>
        <pc:sldMkLst>
          <pc:docMk/>
          <pc:sldMk cId="2708526894" sldId="4188"/>
        </pc:sldMkLst>
      </pc:sldChg>
      <pc:sldChg chg="del">
        <pc:chgData name="Rahul Mohandas (RMd)" userId="cdc53f0a-00cb-4490-8a90-22675af5e74d" providerId="ADAL" clId="{27642D6F-5C6D-E94E-8259-BB6042076223}" dt="2024-08-01T14:00:00.923" v="50" actId="2696"/>
        <pc:sldMkLst>
          <pc:docMk/>
          <pc:sldMk cId="2770894918" sldId="4188"/>
        </pc:sldMkLst>
      </pc:sldChg>
      <pc:sldChg chg="addSp delSp modSp new mod modNotesTx">
        <pc:chgData name="Rahul Mohandas (RMd)" userId="cdc53f0a-00cb-4490-8a90-22675af5e74d" providerId="ADAL" clId="{27642D6F-5C6D-E94E-8259-BB6042076223}" dt="2024-08-04T05:38:47.653" v="3066" actId="20577"/>
        <pc:sldMkLst>
          <pc:docMk/>
          <pc:sldMk cId="399935353" sldId="4189"/>
        </pc:sldMkLst>
      </pc:sldChg>
      <pc:sldChg chg="del">
        <pc:chgData name="Rahul Mohandas (RMd)" userId="cdc53f0a-00cb-4490-8a90-22675af5e74d" providerId="ADAL" clId="{27642D6F-5C6D-E94E-8259-BB6042076223}" dt="2024-08-01T13:59:48.403" v="34" actId="2696"/>
        <pc:sldMkLst>
          <pc:docMk/>
          <pc:sldMk cId="2108373856" sldId="4189"/>
        </pc:sldMkLst>
      </pc:sldChg>
      <pc:sldChg chg="addSp delSp modSp new mod modClrScheme chgLayout">
        <pc:chgData name="Rahul Mohandas (RMd)" userId="cdc53f0a-00cb-4490-8a90-22675af5e74d" providerId="ADAL" clId="{27642D6F-5C6D-E94E-8259-BB6042076223}" dt="2024-08-04T05:40:05.004" v="3152" actId="20577"/>
        <pc:sldMkLst>
          <pc:docMk/>
          <pc:sldMk cId="4157782236" sldId="4190"/>
        </pc:sldMkLst>
      </pc:sldChg>
    </pc:docChg>
  </pc:docChgLst>
  <pc:docChgLst>
    <pc:chgData name="Rahul Mohandas (RMd)" userId="cdc53f0a-00cb-4490-8a90-22675af5e74d" providerId="ADAL" clId="{6AA79A98-E4AA-53FC-BDD8-C9EE79B97AEC}"/>
    <pc:docChg chg="custSel addSld delSld modSld sldOrd">
      <pc:chgData name="Rahul Mohandas (RMd)" userId="cdc53f0a-00cb-4490-8a90-22675af5e74d" providerId="ADAL" clId="{6AA79A98-E4AA-53FC-BDD8-C9EE79B97AEC}" dt="2025-08-21T15:16:25.623" v="1841" actId="20577"/>
      <pc:docMkLst>
        <pc:docMk/>
      </pc:docMkLst>
      <pc:sldChg chg="modSp mod">
        <pc:chgData name="Rahul Mohandas (RMd)" userId="cdc53f0a-00cb-4490-8a90-22675af5e74d" providerId="ADAL" clId="{6AA79A98-E4AA-53FC-BDD8-C9EE79B97AEC}" dt="2025-08-21T12:05:07.325" v="25" actId="20577"/>
        <pc:sldMkLst>
          <pc:docMk/>
          <pc:sldMk cId="0" sldId="257"/>
        </pc:sldMkLst>
        <pc:spChg chg="mod">
          <ac:chgData name="Rahul Mohandas (RMd)" userId="cdc53f0a-00cb-4490-8a90-22675af5e74d" providerId="ADAL" clId="{6AA79A98-E4AA-53FC-BDD8-C9EE79B97AEC}" dt="2025-08-21T12:05:07.325" v="25" actId="20577"/>
          <ac:spMkLst>
            <pc:docMk/>
            <pc:sldMk cId="0" sldId="257"/>
            <ac:spMk id="2" creationId="{056F6331-FA13-C3D2-E2AC-DE29B104FF03}"/>
          </ac:spMkLst>
        </pc:spChg>
      </pc:sldChg>
      <pc:sldChg chg="add">
        <pc:chgData name="Rahul Mohandas (RMd)" userId="cdc53f0a-00cb-4490-8a90-22675af5e74d" providerId="ADAL" clId="{6AA79A98-E4AA-53FC-BDD8-C9EE79B97AEC}" dt="2025-08-21T12:56:45.090" v="626"/>
        <pc:sldMkLst>
          <pc:docMk/>
          <pc:sldMk cId="2419335548" sldId="4101"/>
        </pc:sldMkLst>
      </pc:sldChg>
      <pc:sldChg chg="del">
        <pc:chgData name="Rahul Mohandas (RMd)" userId="cdc53f0a-00cb-4490-8a90-22675af5e74d" providerId="ADAL" clId="{6AA79A98-E4AA-53FC-BDD8-C9EE79B97AEC}" dt="2025-08-21T12:56:41.403" v="625" actId="2696"/>
        <pc:sldMkLst>
          <pc:docMk/>
          <pc:sldMk cId="3441168091" sldId="4101"/>
        </pc:sldMkLst>
      </pc:sldChg>
      <pc:sldChg chg="del">
        <pc:chgData name="Rahul Mohandas (RMd)" userId="cdc53f0a-00cb-4490-8a90-22675af5e74d" providerId="ADAL" clId="{6AA79A98-E4AA-53FC-BDD8-C9EE79B97AEC}" dt="2025-08-21T12:56:41.403" v="625" actId="2696"/>
        <pc:sldMkLst>
          <pc:docMk/>
          <pc:sldMk cId="231144959" sldId="4102"/>
        </pc:sldMkLst>
      </pc:sldChg>
      <pc:sldChg chg="add">
        <pc:chgData name="Rahul Mohandas (RMd)" userId="cdc53f0a-00cb-4490-8a90-22675af5e74d" providerId="ADAL" clId="{6AA79A98-E4AA-53FC-BDD8-C9EE79B97AEC}" dt="2025-08-21T12:56:45.090" v="626"/>
        <pc:sldMkLst>
          <pc:docMk/>
          <pc:sldMk cId="1780277562" sldId="4102"/>
        </pc:sldMkLst>
      </pc:sldChg>
      <pc:sldChg chg="del">
        <pc:chgData name="Rahul Mohandas (RMd)" userId="cdc53f0a-00cb-4490-8a90-22675af5e74d" providerId="ADAL" clId="{6AA79A98-E4AA-53FC-BDD8-C9EE79B97AEC}" dt="2025-08-21T12:56:41.403" v="625" actId="2696"/>
        <pc:sldMkLst>
          <pc:docMk/>
          <pc:sldMk cId="2639533065" sldId="4103"/>
        </pc:sldMkLst>
      </pc:sldChg>
      <pc:sldChg chg="add">
        <pc:chgData name="Rahul Mohandas (RMd)" userId="cdc53f0a-00cb-4490-8a90-22675af5e74d" providerId="ADAL" clId="{6AA79A98-E4AA-53FC-BDD8-C9EE79B97AEC}" dt="2025-08-21T12:56:45.090" v="626"/>
        <pc:sldMkLst>
          <pc:docMk/>
          <pc:sldMk cId="4212137515" sldId="4103"/>
        </pc:sldMkLst>
      </pc:sldChg>
      <pc:sldChg chg="add">
        <pc:chgData name="Rahul Mohandas (RMd)" userId="cdc53f0a-00cb-4490-8a90-22675af5e74d" providerId="ADAL" clId="{6AA79A98-E4AA-53FC-BDD8-C9EE79B97AEC}" dt="2025-08-21T12:56:45.090" v="626"/>
        <pc:sldMkLst>
          <pc:docMk/>
          <pc:sldMk cId="1272547627" sldId="4105"/>
        </pc:sldMkLst>
      </pc:sldChg>
      <pc:sldChg chg="del">
        <pc:chgData name="Rahul Mohandas (RMd)" userId="cdc53f0a-00cb-4490-8a90-22675af5e74d" providerId="ADAL" clId="{6AA79A98-E4AA-53FC-BDD8-C9EE79B97AEC}" dt="2025-08-21T12:56:41.403" v="625" actId="2696"/>
        <pc:sldMkLst>
          <pc:docMk/>
          <pc:sldMk cId="2398355725" sldId="4105"/>
        </pc:sldMkLst>
      </pc:sldChg>
      <pc:sldChg chg="del">
        <pc:chgData name="Rahul Mohandas (RMd)" userId="cdc53f0a-00cb-4490-8a90-22675af5e74d" providerId="ADAL" clId="{6AA79A98-E4AA-53FC-BDD8-C9EE79B97AEC}" dt="2025-08-21T12:56:41.403" v="625" actId="2696"/>
        <pc:sldMkLst>
          <pc:docMk/>
          <pc:sldMk cId="1400612840" sldId="4147"/>
        </pc:sldMkLst>
      </pc:sldChg>
      <pc:sldChg chg="add">
        <pc:chgData name="Rahul Mohandas (RMd)" userId="cdc53f0a-00cb-4490-8a90-22675af5e74d" providerId="ADAL" clId="{6AA79A98-E4AA-53FC-BDD8-C9EE79B97AEC}" dt="2025-08-21T12:56:45.090" v="626"/>
        <pc:sldMkLst>
          <pc:docMk/>
          <pc:sldMk cId="1838153138" sldId="4147"/>
        </pc:sldMkLst>
      </pc:sldChg>
      <pc:sldChg chg="modSp mod">
        <pc:chgData name="Rahul Mohandas (RMd)" userId="cdc53f0a-00cb-4490-8a90-22675af5e74d" providerId="ADAL" clId="{6AA79A98-E4AA-53FC-BDD8-C9EE79B97AEC}" dt="2025-08-21T12:05:30.215" v="35" actId="20577"/>
        <pc:sldMkLst>
          <pc:docMk/>
          <pc:sldMk cId="2361252851" sldId="4199"/>
        </pc:sldMkLst>
        <pc:spChg chg="mod">
          <ac:chgData name="Rahul Mohandas (RMd)" userId="cdc53f0a-00cb-4490-8a90-22675af5e74d" providerId="ADAL" clId="{6AA79A98-E4AA-53FC-BDD8-C9EE79B97AEC}" dt="2025-08-21T12:05:30.215" v="35" actId="20577"/>
          <ac:spMkLst>
            <pc:docMk/>
            <pc:sldMk cId="2361252851" sldId="4199"/>
            <ac:spMk id="3" creationId="{FB712FB2-DD32-BDD0-7D55-FBBDECEA7357}"/>
          </ac:spMkLst>
        </pc:spChg>
      </pc:sldChg>
      <pc:sldChg chg="add">
        <pc:chgData name="Rahul Mohandas (RMd)" userId="cdc53f0a-00cb-4490-8a90-22675af5e74d" providerId="ADAL" clId="{6AA79A98-E4AA-53FC-BDD8-C9EE79B97AEC}" dt="2025-08-21T12:56:45.090" v="626"/>
        <pc:sldMkLst>
          <pc:docMk/>
          <pc:sldMk cId="1394172696" sldId="4204"/>
        </pc:sldMkLst>
      </pc:sldChg>
      <pc:sldChg chg="del">
        <pc:chgData name="Rahul Mohandas (RMd)" userId="cdc53f0a-00cb-4490-8a90-22675af5e74d" providerId="ADAL" clId="{6AA79A98-E4AA-53FC-BDD8-C9EE79B97AEC}" dt="2025-08-21T12:56:41.403" v="625" actId="2696"/>
        <pc:sldMkLst>
          <pc:docMk/>
          <pc:sldMk cId="4040325634" sldId="4204"/>
        </pc:sldMkLst>
      </pc:sldChg>
      <pc:sldChg chg="modSp mod ord">
        <pc:chgData name="Rahul Mohandas (RMd)" userId="cdc53f0a-00cb-4490-8a90-22675af5e74d" providerId="ADAL" clId="{6AA79A98-E4AA-53FC-BDD8-C9EE79B97AEC}" dt="2025-08-21T12:50:37.201" v="284" actId="20577"/>
        <pc:sldMkLst>
          <pc:docMk/>
          <pc:sldMk cId="4195721591" sldId="4213"/>
        </pc:sldMkLst>
        <pc:spChg chg="mod">
          <ac:chgData name="Rahul Mohandas (RMd)" userId="cdc53f0a-00cb-4490-8a90-22675af5e74d" providerId="ADAL" clId="{6AA79A98-E4AA-53FC-BDD8-C9EE79B97AEC}" dt="2025-08-21T12:50:37.201" v="284" actId="20577"/>
          <ac:spMkLst>
            <pc:docMk/>
            <pc:sldMk cId="4195721591" sldId="4213"/>
            <ac:spMk id="10" creationId="{F5FD542C-DB2D-A4BD-4C4F-9092C4EEF564}"/>
          </ac:spMkLst>
        </pc:spChg>
      </pc:sldChg>
      <pc:sldChg chg="add">
        <pc:chgData name="Rahul Mohandas (RMd)" userId="cdc53f0a-00cb-4490-8a90-22675af5e74d" providerId="ADAL" clId="{6AA79A98-E4AA-53FC-BDD8-C9EE79B97AEC}" dt="2025-08-21T12:56:45.090" v="626"/>
        <pc:sldMkLst>
          <pc:docMk/>
          <pc:sldMk cId="1496280498" sldId="4215"/>
        </pc:sldMkLst>
      </pc:sldChg>
      <pc:sldChg chg="del">
        <pc:chgData name="Rahul Mohandas (RMd)" userId="cdc53f0a-00cb-4490-8a90-22675af5e74d" providerId="ADAL" clId="{6AA79A98-E4AA-53FC-BDD8-C9EE79B97AEC}" dt="2025-08-21T12:56:41.403" v="625" actId="2696"/>
        <pc:sldMkLst>
          <pc:docMk/>
          <pc:sldMk cId="2693272120" sldId="4215"/>
        </pc:sldMkLst>
      </pc:sldChg>
      <pc:sldChg chg="addSp delSp modSp new mod modClrScheme chgLayout">
        <pc:chgData name="Rahul Mohandas (RMd)" userId="cdc53f0a-00cb-4490-8a90-22675af5e74d" providerId="ADAL" clId="{6AA79A98-E4AA-53FC-BDD8-C9EE79B97AEC}" dt="2025-08-21T12:14:43.592" v="173"/>
        <pc:sldMkLst>
          <pc:docMk/>
          <pc:sldMk cId="227940006" sldId="4218"/>
        </pc:sldMkLst>
        <pc:spChg chg="del mod ord">
          <ac:chgData name="Rahul Mohandas (RMd)" userId="cdc53f0a-00cb-4490-8a90-22675af5e74d" providerId="ADAL" clId="{6AA79A98-E4AA-53FC-BDD8-C9EE79B97AEC}" dt="2025-08-21T12:07:47.743" v="37" actId="700"/>
          <ac:spMkLst>
            <pc:docMk/>
            <pc:sldMk cId="227940006" sldId="4218"/>
            <ac:spMk id="2" creationId="{2CECCF5E-83F0-000B-F302-8D0CD749FAF2}"/>
          </ac:spMkLst>
        </pc:spChg>
        <pc:spChg chg="add mod ord">
          <ac:chgData name="Rahul Mohandas (RMd)" userId="cdc53f0a-00cb-4490-8a90-22675af5e74d" providerId="ADAL" clId="{6AA79A98-E4AA-53FC-BDD8-C9EE79B97AEC}" dt="2025-08-21T12:13:11.630" v="164" actId="20577"/>
          <ac:spMkLst>
            <pc:docMk/>
            <pc:sldMk cId="227940006" sldId="4218"/>
            <ac:spMk id="3" creationId="{A1EB40E9-0B26-0CDF-FA9D-4481AEB49DB1}"/>
          </ac:spMkLst>
        </pc:spChg>
        <pc:spChg chg="add mod ord">
          <ac:chgData name="Rahul Mohandas (RMd)" userId="cdc53f0a-00cb-4490-8a90-22675af5e74d" providerId="ADAL" clId="{6AA79A98-E4AA-53FC-BDD8-C9EE79B97AEC}" dt="2025-08-21T12:09:57.281" v="101" actId="20577"/>
          <ac:spMkLst>
            <pc:docMk/>
            <pc:sldMk cId="227940006" sldId="4218"/>
            <ac:spMk id="4" creationId="{07E22758-2548-B769-3242-E42C051653F1}"/>
          </ac:spMkLst>
        </pc:spChg>
        <pc:spChg chg="add del mod ord">
          <ac:chgData name="Rahul Mohandas (RMd)" userId="cdc53f0a-00cb-4490-8a90-22675af5e74d" providerId="ADAL" clId="{6AA79A98-E4AA-53FC-BDD8-C9EE79B97AEC}" dt="2025-08-21T12:09:39.333" v="93" actId="478"/>
          <ac:spMkLst>
            <pc:docMk/>
            <pc:sldMk cId="227940006" sldId="4218"/>
            <ac:spMk id="5" creationId="{148342C4-A860-2806-B5F9-34B8F0D74BDE}"/>
          </ac:spMkLst>
        </pc:spChg>
        <pc:spChg chg="add del mod">
          <ac:chgData name="Rahul Mohandas (RMd)" userId="cdc53f0a-00cb-4490-8a90-22675af5e74d" providerId="ADAL" clId="{6AA79A98-E4AA-53FC-BDD8-C9EE79B97AEC}" dt="2025-08-21T12:09:46.147" v="95" actId="6264"/>
          <ac:spMkLst>
            <pc:docMk/>
            <pc:sldMk cId="227940006" sldId="4218"/>
            <ac:spMk id="6" creationId="{5B54C115-8999-9BA6-A1E3-3698A7CBD9F4}"/>
          </ac:spMkLst>
        </pc:spChg>
        <pc:spChg chg="add del mod">
          <ac:chgData name="Rahul Mohandas (RMd)" userId="cdc53f0a-00cb-4490-8a90-22675af5e74d" providerId="ADAL" clId="{6AA79A98-E4AA-53FC-BDD8-C9EE79B97AEC}" dt="2025-08-21T12:09:46.147" v="95" actId="6264"/>
          <ac:spMkLst>
            <pc:docMk/>
            <pc:sldMk cId="227940006" sldId="4218"/>
            <ac:spMk id="7" creationId="{156EAE90-5885-CCB7-DC9E-8FFA5BEBFAEC}"/>
          </ac:spMkLst>
        </pc:spChg>
        <pc:spChg chg="add del mod">
          <ac:chgData name="Rahul Mohandas (RMd)" userId="cdc53f0a-00cb-4490-8a90-22675af5e74d" providerId="ADAL" clId="{6AA79A98-E4AA-53FC-BDD8-C9EE79B97AEC}" dt="2025-08-21T12:09:47.625" v="96" actId="6264"/>
          <ac:spMkLst>
            <pc:docMk/>
            <pc:sldMk cId="227940006" sldId="4218"/>
            <ac:spMk id="8" creationId="{8290B796-A13D-707F-4B0E-37BF7E03A6BD}"/>
          </ac:spMkLst>
        </pc:spChg>
        <pc:spChg chg="add del mod">
          <ac:chgData name="Rahul Mohandas (RMd)" userId="cdc53f0a-00cb-4490-8a90-22675af5e74d" providerId="ADAL" clId="{6AA79A98-E4AA-53FC-BDD8-C9EE79B97AEC}" dt="2025-08-21T12:09:47.625" v="96" actId="6264"/>
          <ac:spMkLst>
            <pc:docMk/>
            <pc:sldMk cId="227940006" sldId="4218"/>
            <ac:spMk id="9" creationId="{50EFD6F4-4C67-B426-A9F9-562957D1D26A}"/>
          </ac:spMkLst>
        </pc:spChg>
        <pc:spChg chg="add mod">
          <ac:chgData name="Rahul Mohandas (RMd)" userId="cdc53f0a-00cb-4490-8a90-22675af5e74d" providerId="ADAL" clId="{6AA79A98-E4AA-53FC-BDD8-C9EE79B97AEC}" dt="2025-08-21T12:14:28.503" v="170" actId="207"/>
          <ac:spMkLst>
            <pc:docMk/>
            <pc:sldMk cId="227940006" sldId="4218"/>
            <ac:spMk id="10" creationId="{F11550C6-20CF-7EA3-E492-F6A91FCF61E1}"/>
          </ac:spMkLst>
        </pc:spChg>
        <pc:spChg chg="add del mod">
          <ac:chgData name="Rahul Mohandas (RMd)" userId="cdc53f0a-00cb-4490-8a90-22675af5e74d" providerId="ADAL" clId="{6AA79A98-E4AA-53FC-BDD8-C9EE79B97AEC}" dt="2025-08-21T12:14:43.592" v="173"/>
          <ac:spMkLst>
            <pc:docMk/>
            <pc:sldMk cId="227940006" sldId="4218"/>
            <ac:spMk id="11" creationId="{1A4BA82E-9D55-FE2B-BCFB-6F3524C2E4B1}"/>
          </ac:spMkLst>
        </pc:spChg>
      </pc:sldChg>
      <pc:sldChg chg="addSp delSp modSp new mod chgLayout">
        <pc:chgData name="Rahul Mohandas (RMd)" userId="cdc53f0a-00cb-4490-8a90-22675af5e74d" providerId="ADAL" clId="{6AA79A98-E4AA-53FC-BDD8-C9EE79B97AEC}" dt="2025-08-21T12:31:11.656" v="178" actId="5793"/>
        <pc:sldMkLst>
          <pc:docMk/>
          <pc:sldMk cId="3158319702" sldId="4219"/>
        </pc:sldMkLst>
        <pc:spChg chg="mod ord">
          <ac:chgData name="Rahul Mohandas (RMd)" userId="cdc53f0a-00cb-4490-8a90-22675af5e74d" providerId="ADAL" clId="{6AA79A98-E4AA-53FC-BDD8-C9EE79B97AEC}" dt="2025-08-21T12:31:11.656" v="178" actId="5793"/>
          <ac:spMkLst>
            <pc:docMk/>
            <pc:sldMk cId="3158319702" sldId="4219"/>
            <ac:spMk id="2" creationId="{BEA851CC-5C35-5F2F-89EE-8278FDA0E720}"/>
          </ac:spMkLst>
        </pc:spChg>
        <pc:spChg chg="mod ord">
          <ac:chgData name="Rahul Mohandas (RMd)" userId="cdc53f0a-00cb-4490-8a90-22675af5e74d" providerId="ADAL" clId="{6AA79A98-E4AA-53FC-BDD8-C9EE79B97AEC}" dt="2025-08-21T12:10:28.892" v="115" actId="6264"/>
          <ac:spMkLst>
            <pc:docMk/>
            <pc:sldMk cId="3158319702" sldId="4219"/>
            <ac:spMk id="3" creationId="{84A5E795-B495-E60C-6E6A-46E438BE37C6}"/>
          </ac:spMkLst>
        </pc:spChg>
        <pc:spChg chg="add del mod">
          <ac:chgData name="Rahul Mohandas (RMd)" userId="cdc53f0a-00cb-4490-8a90-22675af5e74d" providerId="ADAL" clId="{6AA79A98-E4AA-53FC-BDD8-C9EE79B97AEC}" dt="2025-08-21T12:10:28.892" v="115" actId="6264"/>
          <ac:spMkLst>
            <pc:docMk/>
            <pc:sldMk cId="3158319702" sldId="4219"/>
            <ac:spMk id="4" creationId="{3363A6F6-040C-894F-657D-EAE40D9E95D0}"/>
          </ac:spMkLst>
        </pc:spChg>
        <pc:spChg chg="add del mod">
          <ac:chgData name="Rahul Mohandas (RMd)" userId="cdc53f0a-00cb-4490-8a90-22675af5e74d" providerId="ADAL" clId="{6AA79A98-E4AA-53FC-BDD8-C9EE79B97AEC}" dt="2025-08-21T12:10:28.892" v="115" actId="6264"/>
          <ac:spMkLst>
            <pc:docMk/>
            <pc:sldMk cId="3158319702" sldId="4219"/>
            <ac:spMk id="5" creationId="{FF0E2E8E-BA1B-9BCD-6A89-DEBF504FBE76}"/>
          </ac:spMkLst>
        </pc:spChg>
        <pc:spChg chg="add mod">
          <ac:chgData name="Rahul Mohandas (RMd)" userId="cdc53f0a-00cb-4490-8a90-22675af5e74d" providerId="ADAL" clId="{6AA79A98-E4AA-53FC-BDD8-C9EE79B97AEC}" dt="2025-08-21T12:11:32.483" v="139" actId="207"/>
          <ac:spMkLst>
            <pc:docMk/>
            <pc:sldMk cId="3158319702" sldId="4219"/>
            <ac:spMk id="7" creationId="{B51D3BAE-C80F-3CD6-4D48-97D7C1517ED7}"/>
          </ac:spMkLst>
        </pc:spChg>
      </pc:sldChg>
      <pc:sldChg chg="addSp delSp modSp new mod modNotesTx">
        <pc:chgData name="Rahul Mohandas (RMd)" userId="cdc53f0a-00cb-4490-8a90-22675af5e74d" providerId="ADAL" clId="{6AA79A98-E4AA-53FC-BDD8-C9EE79B97AEC}" dt="2025-08-21T13:20:56.625" v="705" actId="115"/>
        <pc:sldMkLst>
          <pc:docMk/>
          <pc:sldMk cId="1026790038" sldId="4220"/>
        </pc:sldMkLst>
        <pc:spChg chg="del mod">
          <ac:chgData name="Rahul Mohandas (RMd)" userId="cdc53f0a-00cb-4490-8a90-22675af5e74d" providerId="ADAL" clId="{6AA79A98-E4AA-53FC-BDD8-C9EE79B97AEC}" dt="2025-08-21T13:12:12.331" v="644" actId="26606"/>
          <ac:spMkLst>
            <pc:docMk/>
            <pc:sldMk cId="1026790038" sldId="4220"/>
            <ac:spMk id="2" creationId="{2B47EBEA-2D47-08EE-137E-5740DEE53E91}"/>
          </ac:spMkLst>
        </pc:spChg>
        <pc:spChg chg="mod">
          <ac:chgData name="Rahul Mohandas (RMd)" userId="cdc53f0a-00cb-4490-8a90-22675af5e74d" providerId="ADAL" clId="{6AA79A98-E4AA-53FC-BDD8-C9EE79B97AEC}" dt="2025-08-21T13:12:12.331" v="644" actId="26606"/>
          <ac:spMkLst>
            <pc:docMk/>
            <pc:sldMk cId="1026790038" sldId="4220"/>
            <ac:spMk id="3" creationId="{92745E34-8FAF-26DF-2B57-1FAAC0F190F4}"/>
          </ac:spMkLst>
        </pc:spChg>
        <pc:spChg chg="add del mod">
          <ac:chgData name="Rahul Mohandas (RMd)" userId="cdc53f0a-00cb-4490-8a90-22675af5e74d" providerId="ADAL" clId="{6AA79A98-E4AA-53FC-BDD8-C9EE79B97AEC}" dt="2025-08-21T13:20:37.605" v="700" actId="478"/>
          <ac:spMkLst>
            <pc:docMk/>
            <pc:sldMk cId="1026790038" sldId="4220"/>
            <ac:spMk id="4" creationId="{B99D8B18-1ED6-0454-90C9-688007F236D2}"/>
          </ac:spMkLst>
        </pc:spChg>
        <pc:graphicFrameChg chg="add mod">
          <ac:chgData name="Rahul Mohandas (RMd)" userId="cdc53f0a-00cb-4490-8a90-22675af5e74d" providerId="ADAL" clId="{6AA79A98-E4AA-53FC-BDD8-C9EE79B97AEC}" dt="2025-08-21T13:20:56.625" v="705" actId="115"/>
          <ac:graphicFrameMkLst>
            <pc:docMk/>
            <pc:sldMk cId="1026790038" sldId="4220"/>
            <ac:graphicFrameMk id="5" creationId="{8657BC5B-CA3D-BBAA-C31A-28CB489B8EE0}"/>
          </ac:graphicFrameMkLst>
        </pc:graphicFrameChg>
      </pc:sldChg>
      <pc:sldChg chg="addSp delSp modSp new mod">
        <pc:chgData name="Rahul Mohandas (RMd)" userId="cdc53f0a-00cb-4490-8a90-22675af5e74d" providerId="ADAL" clId="{6AA79A98-E4AA-53FC-BDD8-C9EE79B97AEC}" dt="2025-08-21T12:40:56.558" v="271" actId="1036"/>
        <pc:sldMkLst>
          <pc:docMk/>
          <pc:sldMk cId="2234617672" sldId="4221"/>
        </pc:sldMkLst>
        <pc:spChg chg="del mod">
          <ac:chgData name="Rahul Mohandas (RMd)" userId="cdc53f0a-00cb-4490-8a90-22675af5e74d" providerId="ADAL" clId="{6AA79A98-E4AA-53FC-BDD8-C9EE79B97AEC}" dt="2025-08-21T12:38:49.859" v="238" actId="26606"/>
          <ac:spMkLst>
            <pc:docMk/>
            <pc:sldMk cId="2234617672" sldId="4221"/>
            <ac:spMk id="2" creationId="{113DBB3A-4B3F-ECD8-4598-141E939995F0}"/>
          </ac:spMkLst>
        </pc:spChg>
        <pc:spChg chg="mod">
          <ac:chgData name="Rahul Mohandas (RMd)" userId="cdc53f0a-00cb-4490-8a90-22675af5e74d" providerId="ADAL" clId="{6AA79A98-E4AA-53FC-BDD8-C9EE79B97AEC}" dt="2025-08-21T12:38:49.859" v="238" actId="26606"/>
          <ac:spMkLst>
            <pc:docMk/>
            <pc:sldMk cId="2234617672" sldId="4221"/>
            <ac:spMk id="3" creationId="{4F0429A7-88AC-88F3-23AB-E6CB70CA18A8}"/>
          </ac:spMkLst>
        </pc:spChg>
        <pc:spChg chg="add mod">
          <ac:chgData name="Rahul Mohandas (RMd)" userId="cdc53f0a-00cb-4490-8a90-22675af5e74d" providerId="ADAL" clId="{6AA79A98-E4AA-53FC-BDD8-C9EE79B97AEC}" dt="2025-08-21T12:40:56.558" v="271" actId="1036"/>
          <ac:spMkLst>
            <pc:docMk/>
            <pc:sldMk cId="2234617672" sldId="4221"/>
            <ac:spMk id="4" creationId="{CA1CB776-3448-42B5-E02E-F1110B6174FC}"/>
          </ac:spMkLst>
        </pc:spChg>
        <pc:graphicFrameChg chg="add mod">
          <ac:chgData name="Rahul Mohandas (RMd)" userId="cdc53f0a-00cb-4490-8a90-22675af5e74d" providerId="ADAL" clId="{6AA79A98-E4AA-53FC-BDD8-C9EE79B97AEC}" dt="2025-08-21T12:39:58.436" v="245" actId="1037"/>
          <ac:graphicFrameMkLst>
            <pc:docMk/>
            <pc:sldMk cId="2234617672" sldId="4221"/>
            <ac:graphicFrameMk id="5" creationId="{6011D907-B2D8-F89B-E29A-DCAE08895132}"/>
          </ac:graphicFrameMkLst>
        </pc:graphicFrameChg>
      </pc:sldChg>
      <pc:sldChg chg="addSp modSp add mod">
        <pc:chgData name="Rahul Mohandas (RMd)" userId="cdc53f0a-00cb-4490-8a90-22675af5e74d" providerId="ADAL" clId="{6AA79A98-E4AA-53FC-BDD8-C9EE79B97AEC}" dt="2025-08-21T15:16:25.623" v="1841" actId="20577"/>
        <pc:sldMkLst>
          <pc:docMk/>
          <pc:sldMk cId="2081950710" sldId="4222"/>
        </pc:sldMkLst>
        <pc:spChg chg="mod">
          <ac:chgData name="Rahul Mohandas (RMd)" userId="cdc53f0a-00cb-4490-8a90-22675af5e74d" providerId="ADAL" clId="{6AA79A98-E4AA-53FC-BDD8-C9EE79B97AEC}" dt="2025-08-21T15:03:14.794" v="1015" actId="20577"/>
          <ac:spMkLst>
            <pc:docMk/>
            <pc:sldMk cId="2081950710" sldId="4222"/>
            <ac:spMk id="4" creationId="{404DB1D3-B6EF-61D6-6ED8-01086DA2AB5B}"/>
          </ac:spMkLst>
        </pc:spChg>
        <pc:spChg chg="mod">
          <ac:chgData name="Rahul Mohandas (RMd)" userId="cdc53f0a-00cb-4490-8a90-22675af5e74d" providerId="ADAL" clId="{6AA79A98-E4AA-53FC-BDD8-C9EE79B97AEC}" dt="2025-08-21T15:02:20.380" v="954" actId="20577"/>
          <ac:spMkLst>
            <pc:docMk/>
            <pc:sldMk cId="2081950710" sldId="4222"/>
            <ac:spMk id="6" creationId="{2D2B11B5-59EE-8EDF-E416-700040B51CA0}"/>
          </ac:spMkLst>
        </pc:spChg>
        <pc:spChg chg="mod">
          <ac:chgData name="Rahul Mohandas (RMd)" userId="cdc53f0a-00cb-4490-8a90-22675af5e74d" providerId="ADAL" clId="{6AA79A98-E4AA-53FC-BDD8-C9EE79B97AEC}" dt="2025-08-21T15:03:59.020" v="1064" actId="20577"/>
          <ac:spMkLst>
            <pc:docMk/>
            <pc:sldMk cId="2081950710" sldId="4222"/>
            <ac:spMk id="7" creationId="{5C3CCDDD-2178-78D6-089B-F25C3072DDDC}"/>
          </ac:spMkLst>
        </pc:spChg>
        <pc:spChg chg="mod">
          <ac:chgData name="Rahul Mohandas (RMd)" userId="cdc53f0a-00cb-4490-8a90-22675af5e74d" providerId="ADAL" clId="{6AA79A98-E4AA-53FC-BDD8-C9EE79B97AEC}" dt="2025-08-21T15:05:37.158" v="1242" actId="1035"/>
          <ac:spMkLst>
            <pc:docMk/>
            <pc:sldMk cId="2081950710" sldId="4222"/>
            <ac:spMk id="8" creationId="{16E9C104-7A96-4F5B-FF1F-8C3391BFAFD8}"/>
          </ac:spMkLst>
        </pc:spChg>
        <pc:spChg chg="mod">
          <ac:chgData name="Rahul Mohandas (RMd)" userId="cdc53f0a-00cb-4490-8a90-22675af5e74d" providerId="ADAL" clId="{6AA79A98-E4AA-53FC-BDD8-C9EE79B97AEC}" dt="2025-08-21T15:16:25.623" v="1841" actId="20577"/>
          <ac:spMkLst>
            <pc:docMk/>
            <pc:sldMk cId="2081950710" sldId="4222"/>
            <ac:spMk id="9" creationId="{7C19407A-E6B4-71A2-0006-E759678F2298}"/>
          </ac:spMkLst>
        </pc:spChg>
        <pc:spChg chg="mod">
          <ac:chgData name="Rahul Mohandas (RMd)" userId="cdc53f0a-00cb-4490-8a90-22675af5e74d" providerId="ADAL" clId="{6AA79A98-E4AA-53FC-BDD8-C9EE79B97AEC}" dt="2025-08-21T15:01:40.177" v="919" actId="20577"/>
          <ac:spMkLst>
            <pc:docMk/>
            <pc:sldMk cId="2081950710" sldId="4222"/>
            <ac:spMk id="10" creationId="{E77FBBE3-9B97-75F1-F0E8-7CDF1DE2F9B6}"/>
          </ac:spMkLst>
        </pc:spChg>
        <pc:spChg chg="add mod">
          <ac:chgData name="Rahul Mohandas (RMd)" userId="cdc53f0a-00cb-4490-8a90-22675af5e74d" providerId="ADAL" clId="{6AA79A98-E4AA-53FC-BDD8-C9EE79B97AEC}" dt="2025-08-21T15:01:18.607" v="896" actId="207"/>
          <ac:spMkLst>
            <pc:docMk/>
            <pc:sldMk cId="2081950710" sldId="4222"/>
            <ac:spMk id="13" creationId="{921CB19C-5DDB-3084-4A5A-A2B45BC09572}"/>
          </ac:spMkLst>
        </pc:spChg>
      </pc:sldChg>
      <pc:sldChg chg="addSp delSp modSp add mod">
        <pc:chgData name="Rahul Mohandas (RMd)" userId="cdc53f0a-00cb-4490-8a90-22675af5e74d" providerId="ADAL" clId="{6AA79A98-E4AA-53FC-BDD8-C9EE79B97AEC}" dt="2025-08-21T15:15:12.634" v="1827" actId="20577"/>
        <pc:sldMkLst>
          <pc:docMk/>
          <pc:sldMk cId="3446644479" sldId="4223"/>
        </pc:sldMkLst>
        <pc:spChg chg="mod">
          <ac:chgData name="Rahul Mohandas (RMd)" userId="cdc53f0a-00cb-4490-8a90-22675af5e74d" providerId="ADAL" clId="{6AA79A98-E4AA-53FC-BDD8-C9EE79B97AEC}" dt="2025-08-21T15:12:40.944" v="1628" actId="20577"/>
          <ac:spMkLst>
            <pc:docMk/>
            <pc:sldMk cId="3446644479" sldId="4223"/>
            <ac:spMk id="4" creationId="{F8FA03A7-CF9E-0654-C0EE-2476695E5867}"/>
          </ac:spMkLst>
        </pc:spChg>
        <pc:spChg chg="mod">
          <ac:chgData name="Rahul Mohandas (RMd)" userId="cdc53f0a-00cb-4490-8a90-22675af5e74d" providerId="ADAL" clId="{6AA79A98-E4AA-53FC-BDD8-C9EE79B97AEC}" dt="2025-08-21T15:11:10.609" v="1509" actId="20577"/>
          <ac:spMkLst>
            <pc:docMk/>
            <pc:sldMk cId="3446644479" sldId="4223"/>
            <ac:spMk id="6" creationId="{C11D0400-59C3-8C40-3856-6763BB476B3D}"/>
          </ac:spMkLst>
        </pc:spChg>
        <pc:spChg chg="mod">
          <ac:chgData name="Rahul Mohandas (RMd)" userId="cdc53f0a-00cb-4490-8a90-22675af5e74d" providerId="ADAL" clId="{6AA79A98-E4AA-53FC-BDD8-C9EE79B97AEC}" dt="2025-08-21T15:13:54.212" v="1732" actId="20577"/>
          <ac:spMkLst>
            <pc:docMk/>
            <pc:sldMk cId="3446644479" sldId="4223"/>
            <ac:spMk id="7" creationId="{9E591F1A-0251-11C2-639F-106DC7B21CAC}"/>
          </ac:spMkLst>
        </pc:spChg>
        <pc:spChg chg="mod">
          <ac:chgData name="Rahul Mohandas (RMd)" userId="cdc53f0a-00cb-4490-8a90-22675af5e74d" providerId="ADAL" clId="{6AA79A98-E4AA-53FC-BDD8-C9EE79B97AEC}" dt="2025-08-21T15:14:10.291" v="1743" actId="20577"/>
          <ac:spMkLst>
            <pc:docMk/>
            <pc:sldMk cId="3446644479" sldId="4223"/>
            <ac:spMk id="8" creationId="{BB5A86A9-336B-E96C-1EB7-BFBC8D1EA997}"/>
          </ac:spMkLst>
        </pc:spChg>
        <pc:spChg chg="mod">
          <ac:chgData name="Rahul Mohandas (RMd)" userId="cdc53f0a-00cb-4490-8a90-22675af5e74d" providerId="ADAL" clId="{6AA79A98-E4AA-53FC-BDD8-C9EE79B97AEC}" dt="2025-08-21T15:15:12.634" v="1827" actId="20577"/>
          <ac:spMkLst>
            <pc:docMk/>
            <pc:sldMk cId="3446644479" sldId="4223"/>
            <ac:spMk id="9" creationId="{DE91740F-D8BF-54CE-A348-75D376B944F8}"/>
          </ac:spMkLst>
        </pc:spChg>
        <pc:spChg chg="mod">
          <ac:chgData name="Rahul Mohandas (RMd)" userId="cdc53f0a-00cb-4490-8a90-22675af5e74d" providerId="ADAL" clId="{6AA79A98-E4AA-53FC-BDD8-C9EE79B97AEC}" dt="2025-08-21T15:09:30.112" v="1442" actId="20577"/>
          <ac:spMkLst>
            <pc:docMk/>
            <pc:sldMk cId="3446644479" sldId="4223"/>
            <ac:spMk id="10" creationId="{F14DDD39-8D33-ECCA-2FC7-E4ADCDE57A2E}"/>
          </ac:spMkLst>
        </pc:spChg>
        <pc:spChg chg="add mod">
          <ac:chgData name="Rahul Mohandas (RMd)" userId="cdc53f0a-00cb-4490-8a90-22675af5e74d" providerId="ADAL" clId="{6AA79A98-E4AA-53FC-BDD8-C9EE79B97AEC}" dt="2025-08-21T15:09:52.828" v="1452" actId="1038"/>
          <ac:spMkLst>
            <pc:docMk/>
            <pc:sldMk cId="3446644479" sldId="4223"/>
            <ac:spMk id="14" creationId="{E39CD86C-F9DC-E6A6-0E12-7E1E5D4F4A21}"/>
          </ac:spMkLst>
        </pc:spChg>
        <pc:graphicFrameChg chg="add del mod">
          <ac:chgData name="Rahul Mohandas (RMd)" userId="cdc53f0a-00cb-4490-8a90-22675af5e74d" providerId="ADAL" clId="{6AA79A98-E4AA-53FC-BDD8-C9EE79B97AEC}" dt="2025-08-21T15:09:35.353" v="1444" actId="478"/>
          <ac:graphicFrameMkLst>
            <pc:docMk/>
            <pc:sldMk cId="3446644479" sldId="4223"/>
            <ac:graphicFrameMk id="11" creationId="{D345BB59-B663-680F-8646-1E598289F54A}"/>
          </ac:graphicFrameMkLst>
        </pc:graphicFrameChg>
      </pc:sldChg>
      <pc:sldChg chg="modSp add mod">
        <pc:chgData name="Rahul Mohandas (RMd)" userId="cdc53f0a-00cb-4490-8a90-22675af5e74d" providerId="ADAL" clId="{6AA79A98-E4AA-53FC-BDD8-C9EE79B97AEC}" dt="2025-08-21T12:54:21.456" v="624" actId="20577"/>
        <pc:sldMkLst>
          <pc:docMk/>
          <pc:sldMk cId="2407018961" sldId="4224"/>
        </pc:sldMkLst>
        <pc:spChg chg="mod">
          <ac:chgData name="Rahul Mohandas (RMd)" userId="cdc53f0a-00cb-4490-8a90-22675af5e74d" providerId="ADAL" clId="{6AA79A98-E4AA-53FC-BDD8-C9EE79B97AEC}" dt="2025-08-21T12:52:21.043" v="379" actId="20577"/>
          <ac:spMkLst>
            <pc:docMk/>
            <pc:sldMk cId="2407018961" sldId="4224"/>
            <ac:spMk id="4" creationId="{214EC532-AD5D-F28D-12FF-84710948D72D}"/>
          </ac:spMkLst>
        </pc:spChg>
        <pc:spChg chg="mod">
          <ac:chgData name="Rahul Mohandas (RMd)" userId="cdc53f0a-00cb-4490-8a90-22675af5e74d" providerId="ADAL" clId="{6AA79A98-E4AA-53FC-BDD8-C9EE79B97AEC}" dt="2025-08-21T12:51:53.702" v="325"/>
          <ac:spMkLst>
            <pc:docMk/>
            <pc:sldMk cId="2407018961" sldId="4224"/>
            <ac:spMk id="6" creationId="{582BD02E-D27C-4B7D-E05E-AD785698EA44}"/>
          </ac:spMkLst>
        </pc:spChg>
        <pc:spChg chg="mod">
          <ac:chgData name="Rahul Mohandas (RMd)" userId="cdc53f0a-00cb-4490-8a90-22675af5e74d" providerId="ADAL" clId="{6AA79A98-E4AA-53FC-BDD8-C9EE79B97AEC}" dt="2025-08-21T12:53:16.711" v="496" actId="20577"/>
          <ac:spMkLst>
            <pc:docMk/>
            <pc:sldMk cId="2407018961" sldId="4224"/>
            <ac:spMk id="7" creationId="{46E5D402-B002-5D4F-6D13-B6B75290057B}"/>
          </ac:spMkLst>
        </pc:spChg>
        <pc:spChg chg="mod">
          <ac:chgData name="Rahul Mohandas (RMd)" userId="cdc53f0a-00cb-4490-8a90-22675af5e74d" providerId="ADAL" clId="{6AA79A98-E4AA-53FC-BDD8-C9EE79B97AEC}" dt="2025-08-21T12:54:21.456" v="624" actId="20577"/>
          <ac:spMkLst>
            <pc:docMk/>
            <pc:sldMk cId="2407018961" sldId="4224"/>
            <ac:spMk id="8" creationId="{162EF6DC-4B20-1C06-ABD0-796D92D8E5CE}"/>
          </ac:spMkLst>
        </pc:spChg>
        <pc:spChg chg="mod">
          <ac:chgData name="Rahul Mohandas (RMd)" userId="cdc53f0a-00cb-4490-8a90-22675af5e74d" providerId="ADAL" clId="{6AA79A98-E4AA-53FC-BDD8-C9EE79B97AEC}" dt="2025-08-21T12:53:36.059" v="545" actId="20577"/>
          <ac:spMkLst>
            <pc:docMk/>
            <pc:sldMk cId="2407018961" sldId="4224"/>
            <ac:spMk id="9" creationId="{4CE06939-0127-C657-4263-21F71D4D276E}"/>
          </ac:spMkLst>
        </pc:spChg>
        <pc:spChg chg="mod">
          <ac:chgData name="Rahul Mohandas (RMd)" userId="cdc53f0a-00cb-4490-8a90-22675af5e74d" providerId="ADAL" clId="{6AA79A98-E4AA-53FC-BDD8-C9EE79B97AEC}" dt="2025-08-21T12:50:44.127" v="292" actId="20577"/>
          <ac:spMkLst>
            <pc:docMk/>
            <pc:sldMk cId="2407018961" sldId="4224"/>
            <ac:spMk id="10" creationId="{9BAAE05E-D3BD-504E-E095-601957CF8747}"/>
          </ac:spMkLst>
        </pc:spChg>
      </pc:sldChg>
      <pc:sldChg chg="modSp new mod">
        <pc:chgData name="Rahul Mohandas (RMd)" userId="cdc53f0a-00cb-4490-8a90-22675af5e74d" providerId="ADAL" clId="{6AA79A98-E4AA-53FC-BDD8-C9EE79B97AEC}" dt="2025-08-21T13:22:08.303" v="893" actId="20577"/>
        <pc:sldMkLst>
          <pc:docMk/>
          <pc:sldMk cId="3641756485" sldId="4225"/>
        </pc:sldMkLst>
        <pc:spChg chg="mod">
          <ac:chgData name="Rahul Mohandas (RMd)" userId="cdc53f0a-00cb-4490-8a90-22675af5e74d" providerId="ADAL" clId="{6AA79A98-E4AA-53FC-BDD8-C9EE79B97AEC}" dt="2025-08-21T13:22:08.303" v="893" actId="20577"/>
          <ac:spMkLst>
            <pc:docMk/>
            <pc:sldMk cId="3641756485" sldId="4225"/>
            <ac:spMk id="2" creationId="{54C00F20-F21E-7B19-D47C-2DED5C79BCE8}"/>
          </ac:spMkLst>
        </pc:spChg>
        <pc:spChg chg="mod">
          <ac:chgData name="Rahul Mohandas (RMd)" userId="cdc53f0a-00cb-4490-8a90-22675af5e74d" providerId="ADAL" clId="{6AA79A98-E4AA-53FC-BDD8-C9EE79B97AEC}" dt="2025-08-21T13:21:20.366" v="726" actId="20577"/>
          <ac:spMkLst>
            <pc:docMk/>
            <pc:sldMk cId="3641756485" sldId="4225"/>
            <ac:spMk id="3" creationId="{AF55FDED-AE87-EE1F-BEC7-ECD0609B31AA}"/>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diagrams/_rels/data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4" Type="http://schemas.openxmlformats.org/officeDocument/2006/relationships/image" Target="../media/image22.svg"/></Relationships>
</file>

<file path=ppt/diagrams/_rels/data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4" Type="http://schemas.openxmlformats.org/officeDocument/2006/relationships/image" Target="../media/image36.svg"/></Relationships>
</file>

<file path=ppt/diagrams/_rels/data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diagrams/_rels/drawing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4" Type="http://schemas.openxmlformats.org/officeDocument/2006/relationships/image" Target="../media/image2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svg"/><Relationship Id="rId1" Type="http://schemas.openxmlformats.org/officeDocument/2006/relationships/image" Target="../media/image33.png"/><Relationship Id="rId4" Type="http://schemas.openxmlformats.org/officeDocument/2006/relationships/image" Target="../media/image36.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svg"/><Relationship Id="rId1" Type="http://schemas.openxmlformats.org/officeDocument/2006/relationships/image" Target="../media/image37.png"/><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86CE48-8CFF-4D60-AA70-7A3F23720263}"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2F438BC0-6B78-4021-BAB3-D09F67E71803}">
      <dgm:prSet/>
      <dgm:spPr/>
      <dgm:t>
        <a:bodyPr/>
        <a:lstStyle/>
        <a:p>
          <a:r>
            <a:rPr lang="en-US" b="1" u="sng" dirty="0"/>
            <a:t>S</a:t>
          </a:r>
          <a:r>
            <a:rPr lang="en-US" dirty="0"/>
            <a:t>tatus : desire for recognition/respect.</a:t>
          </a:r>
        </a:p>
      </dgm:t>
    </dgm:pt>
    <dgm:pt modelId="{F22DF23E-3A8F-4E7A-8D8F-3A03557F7E31}" type="parTrans" cxnId="{D5BAC216-A26F-43B6-AD58-DCA52A54976B}">
      <dgm:prSet/>
      <dgm:spPr/>
      <dgm:t>
        <a:bodyPr/>
        <a:lstStyle/>
        <a:p>
          <a:endParaRPr lang="en-US"/>
        </a:p>
      </dgm:t>
    </dgm:pt>
    <dgm:pt modelId="{9D0F23E2-78E0-4C5F-898E-92BC657C094C}" type="sibTrans" cxnId="{D5BAC216-A26F-43B6-AD58-DCA52A54976B}">
      <dgm:prSet/>
      <dgm:spPr/>
      <dgm:t>
        <a:bodyPr/>
        <a:lstStyle/>
        <a:p>
          <a:endParaRPr lang="en-US"/>
        </a:p>
      </dgm:t>
    </dgm:pt>
    <dgm:pt modelId="{2B7B9AE9-3720-4AFF-BDE9-534CF45C55A6}">
      <dgm:prSet/>
      <dgm:spPr/>
      <dgm:t>
        <a:bodyPr/>
        <a:lstStyle/>
        <a:p>
          <a:r>
            <a:rPr lang="en-US" b="1" u="sng" dirty="0"/>
            <a:t>C</a:t>
          </a:r>
          <a:r>
            <a:rPr lang="en-US" dirty="0"/>
            <a:t>ertainty : need for predictability.</a:t>
          </a:r>
        </a:p>
      </dgm:t>
    </dgm:pt>
    <dgm:pt modelId="{A4C144D0-359F-401E-8023-D3246864947D}" type="parTrans" cxnId="{D295B031-F82E-4B1D-8D42-EB72143275BD}">
      <dgm:prSet/>
      <dgm:spPr/>
      <dgm:t>
        <a:bodyPr/>
        <a:lstStyle/>
        <a:p>
          <a:endParaRPr lang="en-US"/>
        </a:p>
      </dgm:t>
    </dgm:pt>
    <dgm:pt modelId="{1945DB86-09A3-4562-BEAE-106DF88A720D}" type="sibTrans" cxnId="{D295B031-F82E-4B1D-8D42-EB72143275BD}">
      <dgm:prSet/>
      <dgm:spPr/>
      <dgm:t>
        <a:bodyPr/>
        <a:lstStyle/>
        <a:p>
          <a:endParaRPr lang="en-US"/>
        </a:p>
      </dgm:t>
    </dgm:pt>
    <dgm:pt modelId="{2B0F3E5A-2861-49CC-B3F0-9296DD3D20C2}">
      <dgm:prSet/>
      <dgm:spPr/>
      <dgm:t>
        <a:bodyPr/>
        <a:lstStyle/>
        <a:p>
          <a:r>
            <a:rPr lang="en-US" b="1" u="sng" dirty="0"/>
            <a:t>A</a:t>
          </a:r>
          <a:r>
            <a:rPr lang="en-US" dirty="0"/>
            <a:t>utonomy : need for control.</a:t>
          </a:r>
        </a:p>
      </dgm:t>
    </dgm:pt>
    <dgm:pt modelId="{C9EFDF1F-CB35-4C4F-ABD5-E9A784AB5AD7}" type="parTrans" cxnId="{2162A882-4FF8-4BAC-BC8C-29AC43C2AFB0}">
      <dgm:prSet/>
      <dgm:spPr/>
      <dgm:t>
        <a:bodyPr/>
        <a:lstStyle/>
        <a:p>
          <a:endParaRPr lang="en-US"/>
        </a:p>
      </dgm:t>
    </dgm:pt>
    <dgm:pt modelId="{DEC96C6D-75D3-4027-9BF3-C96A58B77B22}" type="sibTrans" cxnId="{2162A882-4FF8-4BAC-BC8C-29AC43C2AFB0}">
      <dgm:prSet/>
      <dgm:spPr/>
      <dgm:t>
        <a:bodyPr/>
        <a:lstStyle/>
        <a:p>
          <a:endParaRPr lang="en-US"/>
        </a:p>
      </dgm:t>
    </dgm:pt>
    <dgm:pt modelId="{3E981F0C-41B8-428D-922C-6A7E0C1121A9}">
      <dgm:prSet/>
      <dgm:spPr/>
      <dgm:t>
        <a:bodyPr/>
        <a:lstStyle/>
        <a:p>
          <a:r>
            <a:rPr lang="en-US" b="1" u="sng" dirty="0"/>
            <a:t>R</a:t>
          </a:r>
          <a:r>
            <a:rPr lang="en-US" dirty="0"/>
            <a:t>elatedness : desire to belong/trust.</a:t>
          </a:r>
        </a:p>
      </dgm:t>
    </dgm:pt>
    <dgm:pt modelId="{5668B1F6-F1B4-4D35-81AB-FCC534B84435}" type="parTrans" cxnId="{D5348677-EB4E-4F85-A99C-00A5FB8A1676}">
      <dgm:prSet/>
      <dgm:spPr/>
      <dgm:t>
        <a:bodyPr/>
        <a:lstStyle/>
        <a:p>
          <a:endParaRPr lang="en-US"/>
        </a:p>
      </dgm:t>
    </dgm:pt>
    <dgm:pt modelId="{1C332720-366E-435B-891E-C39F9CE7EAC0}" type="sibTrans" cxnId="{D5348677-EB4E-4F85-A99C-00A5FB8A1676}">
      <dgm:prSet/>
      <dgm:spPr/>
      <dgm:t>
        <a:bodyPr/>
        <a:lstStyle/>
        <a:p>
          <a:endParaRPr lang="en-US"/>
        </a:p>
      </dgm:t>
    </dgm:pt>
    <dgm:pt modelId="{52AA4A29-3B0B-48BB-A1EE-843BB5DDBACA}">
      <dgm:prSet/>
      <dgm:spPr/>
      <dgm:t>
        <a:bodyPr/>
        <a:lstStyle/>
        <a:p>
          <a:r>
            <a:rPr lang="en-US" b="1" u="sng" dirty="0"/>
            <a:t>F</a:t>
          </a:r>
          <a:r>
            <a:rPr lang="en-US" dirty="0"/>
            <a:t>airness : need for just treatment.</a:t>
          </a:r>
        </a:p>
      </dgm:t>
    </dgm:pt>
    <dgm:pt modelId="{02E2E251-F706-4CD7-807E-D95A48C8E0E4}" type="parTrans" cxnId="{BF232FD1-F28E-4EC5-8FA4-232F51AE5C62}">
      <dgm:prSet/>
      <dgm:spPr/>
      <dgm:t>
        <a:bodyPr/>
        <a:lstStyle/>
        <a:p>
          <a:endParaRPr lang="en-US"/>
        </a:p>
      </dgm:t>
    </dgm:pt>
    <dgm:pt modelId="{99A401F5-55BF-47BA-9914-CAB4A66B94B3}" type="sibTrans" cxnId="{BF232FD1-F28E-4EC5-8FA4-232F51AE5C62}">
      <dgm:prSet/>
      <dgm:spPr/>
      <dgm:t>
        <a:bodyPr/>
        <a:lstStyle/>
        <a:p>
          <a:endParaRPr lang="en-US"/>
        </a:p>
      </dgm:t>
    </dgm:pt>
    <dgm:pt modelId="{39F71D63-5ECE-439C-A50D-B27AE9D0C304}" type="pres">
      <dgm:prSet presAssocID="{B386CE48-8CFF-4D60-AA70-7A3F23720263}" presName="root" presStyleCnt="0">
        <dgm:presLayoutVars>
          <dgm:dir/>
          <dgm:resizeHandles val="exact"/>
        </dgm:presLayoutVars>
      </dgm:prSet>
      <dgm:spPr/>
    </dgm:pt>
    <dgm:pt modelId="{803CB7A1-247A-4F3A-9160-2F7887C80335}" type="pres">
      <dgm:prSet presAssocID="{2F438BC0-6B78-4021-BAB3-D09F67E71803}" presName="compNode" presStyleCnt="0"/>
      <dgm:spPr/>
    </dgm:pt>
    <dgm:pt modelId="{6BDF30A4-1D22-4FB3-86B0-3B44D98DB198}" type="pres">
      <dgm:prSet presAssocID="{2F438BC0-6B78-4021-BAB3-D09F67E71803}" presName="bgRect" presStyleLbl="bgShp" presStyleIdx="0" presStyleCnt="5"/>
      <dgm:spPr>
        <a:noFill/>
        <a:ln w="28575">
          <a:solidFill>
            <a:schemeClr val="accent1"/>
          </a:solidFill>
        </a:ln>
      </dgm:spPr>
    </dgm:pt>
    <dgm:pt modelId="{AD8ECECE-22A6-421A-B1D7-AAEA7452FBE5}" type="pres">
      <dgm:prSet presAssocID="{2F438BC0-6B78-4021-BAB3-D09F67E71803}"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aduation Cap"/>
        </a:ext>
      </dgm:extLst>
    </dgm:pt>
    <dgm:pt modelId="{AB9729D0-3858-44AE-B087-8447F1BF4E30}" type="pres">
      <dgm:prSet presAssocID="{2F438BC0-6B78-4021-BAB3-D09F67E71803}" presName="spaceRect" presStyleCnt="0"/>
      <dgm:spPr/>
    </dgm:pt>
    <dgm:pt modelId="{B6BB415E-D7CA-4C7C-ADA7-67C461AA3C83}" type="pres">
      <dgm:prSet presAssocID="{2F438BC0-6B78-4021-BAB3-D09F67E71803}" presName="parTx" presStyleLbl="revTx" presStyleIdx="0" presStyleCnt="5">
        <dgm:presLayoutVars>
          <dgm:chMax val="0"/>
          <dgm:chPref val="0"/>
        </dgm:presLayoutVars>
      </dgm:prSet>
      <dgm:spPr/>
    </dgm:pt>
    <dgm:pt modelId="{558D7F90-2FA8-4937-96DD-79FDBEA48DA5}" type="pres">
      <dgm:prSet presAssocID="{9D0F23E2-78E0-4C5F-898E-92BC657C094C}" presName="sibTrans" presStyleCnt="0"/>
      <dgm:spPr/>
    </dgm:pt>
    <dgm:pt modelId="{88CDF180-C4EA-4829-B5F2-9FBE10F78CED}" type="pres">
      <dgm:prSet presAssocID="{2B7B9AE9-3720-4AFF-BDE9-534CF45C55A6}" presName="compNode" presStyleCnt="0"/>
      <dgm:spPr/>
    </dgm:pt>
    <dgm:pt modelId="{A7850056-FEED-48A3-A46C-EC9D9D111B52}" type="pres">
      <dgm:prSet presAssocID="{2B7B9AE9-3720-4AFF-BDE9-534CF45C55A6}" presName="bgRect" presStyleLbl="bgShp" presStyleIdx="1" presStyleCnt="5"/>
      <dgm:spPr>
        <a:noFill/>
        <a:ln w="28575">
          <a:solidFill>
            <a:schemeClr val="accent1"/>
          </a:solidFill>
        </a:ln>
      </dgm:spPr>
    </dgm:pt>
    <dgm:pt modelId="{CC0B5F15-F525-4EF8-AAA0-506E3AD85422}" type="pres">
      <dgm:prSet presAssocID="{2B7B9AE9-3720-4AFF-BDE9-534CF45C55A6}" presName="iconRect" presStyleLbl="node1" presStyleIdx="1" presStyleCnt="5"/>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Harvey Balls 100% with solid fill"/>
        </a:ext>
      </dgm:extLst>
    </dgm:pt>
    <dgm:pt modelId="{28C64891-FDBF-44F7-9B95-1DB0EA82E50D}" type="pres">
      <dgm:prSet presAssocID="{2B7B9AE9-3720-4AFF-BDE9-534CF45C55A6}" presName="spaceRect" presStyleCnt="0"/>
      <dgm:spPr/>
    </dgm:pt>
    <dgm:pt modelId="{05C78A39-5836-45C1-A6B4-C2A1934FF452}" type="pres">
      <dgm:prSet presAssocID="{2B7B9AE9-3720-4AFF-BDE9-534CF45C55A6}" presName="parTx" presStyleLbl="revTx" presStyleIdx="1" presStyleCnt="5">
        <dgm:presLayoutVars>
          <dgm:chMax val="0"/>
          <dgm:chPref val="0"/>
        </dgm:presLayoutVars>
      </dgm:prSet>
      <dgm:spPr/>
    </dgm:pt>
    <dgm:pt modelId="{0E51A4A2-424D-4E80-A018-14F0A72E44C3}" type="pres">
      <dgm:prSet presAssocID="{1945DB86-09A3-4562-BEAE-106DF88A720D}" presName="sibTrans" presStyleCnt="0"/>
      <dgm:spPr/>
    </dgm:pt>
    <dgm:pt modelId="{EE4E163F-AD0C-433B-A382-5BED14D63262}" type="pres">
      <dgm:prSet presAssocID="{2B0F3E5A-2861-49CC-B3F0-9296DD3D20C2}" presName="compNode" presStyleCnt="0"/>
      <dgm:spPr/>
    </dgm:pt>
    <dgm:pt modelId="{21612483-CDEF-40EF-B7C0-92042CCDF236}" type="pres">
      <dgm:prSet presAssocID="{2B0F3E5A-2861-49CC-B3F0-9296DD3D20C2}" presName="bgRect" presStyleLbl="bgShp" presStyleIdx="2" presStyleCnt="5"/>
      <dgm:spPr>
        <a:noFill/>
        <a:ln w="28575">
          <a:solidFill>
            <a:schemeClr val="accent1"/>
          </a:solidFill>
        </a:ln>
      </dgm:spPr>
    </dgm:pt>
    <dgm:pt modelId="{2CABD004-2939-42D8-8606-EFD295ADC097}" type="pres">
      <dgm:prSet presAssocID="{2B0F3E5A-2861-49CC-B3F0-9296DD3D20C2}" presName="iconRect" presStyleLbl="nod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Steering Wheel with solid fill"/>
        </a:ext>
      </dgm:extLst>
    </dgm:pt>
    <dgm:pt modelId="{72211E8E-F613-4BD3-8826-A3FE8FA05F9C}" type="pres">
      <dgm:prSet presAssocID="{2B0F3E5A-2861-49CC-B3F0-9296DD3D20C2}" presName="spaceRect" presStyleCnt="0"/>
      <dgm:spPr/>
    </dgm:pt>
    <dgm:pt modelId="{F5D03D9F-4C8A-4F22-980C-72AA48D84486}" type="pres">
      <dgm:prSet presAssocID="{2B0F3E5A-2861-49CC-B3F0-9296DD3D20C2}" presName="parTx" presStyleLbl="revTx" presStyleIdx="2" presStyleCnt="5">
        <dgm:presLayoutVars>
          <dgm:chMax val="0"/>
          <dgm:chPref val="0"/>
        </dgm:presLayoutVars>
      </dgm:prSet>
      <dgm:spPr/>
    </dgm:pt>
    <dgm:pt modelId="{32F81815-582D-413C-8E60-487E01979A39}" type="pres">
      <dgm:prSet presAssocID="{DEC96C6D-75D3-4027-9BF3-C96A58B77B22}" presName="sibTrans" presStyleCnt="0"/>
      <dgm:spPr/>
    </dgm:pt>
    <dgm:pt modelId="{DDC15C2C-717B-4225-AEBC-8FF8786B482C}" type="pres">
      <dgm:prSet presAssocID="{3E981F0C-41B8-428D-922C-6A7E0C1121A9}" presName="compNode" presStyleCnt="0"/>
      <dgm:spPr/>
    </dgm:pt>
    <dgm:pt modelId="{BFF606F4-4881-4EF7-8733-A5C4B392D311}" type="pres">
      <dgm:prSet presAssocID="{3E981F0C-41B8-428D-922C-6A7E0C1121A9}" presName="bgRect" presStyleLbl="bgShp" presStyleIdx="3" presStyleCnt="5"/>
      <dgm:spPr>
        <a:noFill/>
        <a:ln w="28575">
          <a:solidFill>
            <a:schemeClr val="accent1"/>
          </a:solidFill>
        </a:ln>
      </dgm:spPr>
    </dgm:pt>
    <dgm:pt modelId="{D1630B8A-748E-4458-9F8C-179A6B090759}" type="pres">
      <dgm:prSet presAssocID="{3E981F0C-41B8-428D-922C-6A7E0C1121A9}"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andshake"/>
        </a:ext>
      </dgm:extLst>
    </dgm:pt>
    <dgm:pt modelId="{69A1D500-A778-48E6-83FE-36E95208539A}" type="pres">
      <dgm:prSet presAssocID="{3E981F0C-41B8-428D-922C-6A7E0C1121A9}" presName="spaceRect" presStyleCnt="0"/>
      <dgm:spPr/>
    </dgm:pt>
    <dgm:pt modelId="{7BA78B96-56A9-4BA3-9367-E51E872DA759}" type="pres">
      <dgm:prSet presAssocID="{3E981F0C-41B8-428D-922C-6A7E0C1121A9}" presName="parTx" presStyleLbl="revTx" presStyleIdx="3" presStyleCnt="5">
        <dgm:presLayoutVars>
          <dgm:chMax val="0"/>
          <dgm:chPref val="0"/>
        </dgm:presLayoutVars>
      </dgm:prSet>
      <dgm:spPr/>
    </dgm:pt>
    <dgm:pt modelId="{674E7BBB-623E-4B0F-8B51-057162152A73}" type="pres">
      <dgm:prSet presAssocID="{1C332720-366E-435B-891E-C39F9CE7EAC0}" presName="sibTrans" presStyleCnt="0"/>
      <dgm:spPr/>
    </dgm:pt>
    <dgm:pt modelId="{A4E9A22D-7CCE-43B1-9ED2-04086B70AB6A}" type="pres">
      <dgm:prSet presAssocID="{52AA4A29-3B0B-48BB-A1EE-843BB5DDBACA}" presName="compNode" presStyleCnt="0"/>
      <dgm:spPr/>
    </dgm:pt>
    <dgm:pt modelId="{E4B207D3-8275-496D-9E03-339C5D3E1E6E}" type="pres">
      <dgm:prSet presAssocID="{52AA4A29-3B0B-48BB-A1EE-843BB5DDBACA}" presName="bgRect" presStyleLbl="bgShp" presStyleIdx="4" presStyleCnt="5"/>
      <dgm:spPr>
        <a:noFill/>
        <a:ln w="28575">
          <a:solidFill>
            <a:schemeClr val="accent1"/>
          </a:solidFill>
        </a:ln>
      </dgm:spPr>
    </dgm:pt>
    <dgm:pt modelId="{DEB0A692-2535-41D2-893E-DDBDFA46484C}" type="pres">
      <dgm:prSet presAssocID="{52AA4A29-3B0B-48BB-A1EE-843BB5DDBACA}"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Scales of Justice"/>
        </a:ext>
      </dgm:extLst>
    </dgm:pt>
    <dgm:pt modelId="{A7CCB9C1-2DF6-4E0B-89F9-AC89E71DEA4F}" type="pres">
      <dgm:prSet presAssocID="{52AA4A29-3B0B-48BB-A1EE-843BB5DDBACA}" presName="spaceRect" presStyleCnt="0"/>
      <dgm:spPr/>
    </dgm:pt>
    <dgm:pt modelId="{5E99D030-A7A1-4E3F-94F2-C764C8B15D99}" type="pres">
      <dgm:prSet presAssocID="{52AA4A29-3B0B-48BB-A1EE-843BB5DDBACA}" presName="parTx" presStyleLbl="revTx" presStyleIdx="4" presStyleCnt="5">
        <dgm:presLayoutVars>
          <dgm:chMax val="0"/>
          <dgm:chPref val="0"/>
        </dgm:presLayoutVars>
      </dgm:prSet>
      <dgm:spPr/>
    </dgm:pt>
  </dgm:ptLst>
  <dgm:cxnLst>
    <dgm:cxn modelId="{D5BAC216-A26F-43B6-AD58-DCA52A54976B}" srcId="{B386CE48-8CFF-4D60-AA70-7A3F23720263}" destId="{2F438BC0-6B78-4021-BAB3-D09F67E71803}" srcOrd="0" destOrd="0" parTransId="{F22DF23E-3A8F-4E7A-8D8F-3A03557F7E31}" sibTransId="{9D0F23E2-78E0-4C5F-898E-92BC657C094C}"/>
    <dgm:cxn modelId="{73B7791C-3BE9-47A9-9E65-FC1D4B33A75E}" type="presOf" srcId="{B386CE48-8CFF-4D60-AA70-7A3F23720263}" destId="{39F71D63-5ECE-439C-A50D-B27AE9D0C304}" srcOrd="0" destOrd="0" presId="urn:microsoft.com/office/officeart/2018/2/layout/IconVerticalSolidList"/>
    <dgm:cxn modelId="{D295B031-F82E-4B1D-8D42-EB72143275BD}" srcId="{B386CE48-8CFF-4D60-AA70-7A3F23720263}" destId="{2B7B9AE9-3720-4AFF-BDE9-534CF45C55A6}" srcOrd="1" destOrd="0" parTransId="{A4C144D0-359F-401E-8023-D3246864947D}" sibTransId="{1945DB86-09A3-4562-BEAE-106DF88A720D}"/>
    <dgm:cxn modelId="{7012CE6D-2351-4D0B-83BF-67C5DCE3C5FC}" type="presOf" srcId="{2B7B9AE9-3720-4AFF-BDE9-534CF45C55A6}" destId="{05C78A39-5836-45C1-A6B4-C2A1934FF452}" srcOrd="0" destOrd="0" presId="urn:microsoft.com/office/officeart/2018/2/layout/IconVerticalSolidList"/>
    <dgm:cxn modelId="{D5348677-EB4E-4F85-A99C-00A5FB8A1676}" srcId="{B386CE48-8CFF-4D60-AA70-7A3F23720263}" destId="{3E981F0C-41B8-428D-922C-6A7E0C1121A9}" srcOrd="3" destOrd="0" parTransId="{5668B1F6-F1B4-4D35-81AB-FCC534B84435}" sibTransId="{1C332720-366E-435B-891E-C39F9CE7EAC0}"/>
    <dgm:cxn modelId="{2162A882-4FF8-4BAC-BC8C-29AC43C2AFB0}" srcId="{B386CE48-8CFF-4D60-AA70-7A3F23720263}" destId="{2B0F3E5A-2861-49CC-B3F0-9296DD3D20C2}" srcOrd="2" destOrd="0" parTransId="{C9EFDF1F-CB35-4C4F-ABD5-E9A784AB5AD7}" sibTransId="{DEC96C6D-75D3-4027-9BF3-C96A58B77B22}"/>
    <dgm:cxn modelId="{533EC382-24E5-4833-916D-D625A0CE9B2C}" type="presOf" srcId="{3E981F0C-41B8-428D-922C-6A7E0C1121A9}" destId="{7BA78B96-56A9-4BA3-9367-E51E872DA759}" srcOrd="0" destOrd="0" presId="urn:microsoft.com/office/officeart/2018/2/layout/IconVerticalSolidList"/>
    <dgm:cxn modelId="{9E20F184-9883-44F9-90D6-13D249D002E5}" type="presOf" srcId="{2F438BC0-6B78-4021-BAB3-D09F67E71803}" destId="{B6BB415E-D7CA-4C7C-ADA7-67C461AA3C83}" srcOrd="0" destOrd="0" presId="urn:microsoft.com/office/officeart/2018/2/layout/IconVerticalSolidList"/>
    <dgm:cxn modelId="{D3916296-DDED-4183-BE99-7AC656DAC815}" type="presOf" srcId="{2B0F3E5A-2861-49CC-B3F0-9296DD3D20C2}" destId="{F5D03D9F-4C8A-4F22-980C-72AA48D84486}" srcOrd="0" destOrd="0" presId="urn:microsoft.com/office/officeart/2018/2/layout/IconVerticalSolidList"/>
    <dgm:cxn modelId="{0F90FCC8-E3D3-4497-8953-54E505E1A3ED}" type="presOf" srcId="{52AA4A29-3B0B-48BB-A1EE-843BB5DDBACA}" destId="{5E99D030-A7A1-4E3F-94F2-C764C8B15D99}" srcOrd="0" destOrd="0" presId="urn:microsoft.com/office/officeart/2018/2/layout/IconVerticalSolidList"/>
    <dgm:cxn modelId="{BF232FD1-F28E-4EC5-8FA4-232F51AE5C62}" srcId="{B386CE48-8CFF-4D60-AA70-7A3F23720263}" destId="{52AA4A29-3B0B-48BB-A1EE-843BB5DDBACA}" srcOrd="4" destOrd="0" parTransId="{02E2E251-F706-4CD7-807E-D95A48C8E0E4}" sibTransId="{99A401F5-55BF-47BA-9914-CAB4A66B94B3}"/>
    <dgm:cxn modelId="{CD07E2EC-76FE-4A57-ACE2-151FA7BCA8EC}" type="presParOf" srcId="{39F71D63-5ECE-439C-A50D-B27AE9D0C304}" destId="{803CB7A1-247A-4F3A-9160-2F7887C80335}" srcOrd="0" destOrd="0" presId="urn:microsoft.com/office/officeart/2018/2/layout/IconVerticalSolidList"/>
    <dgm:cxn modelId="{7739BA1A-C6C0-44AD-9FEB-46A13CD990DC}" type="presParOf" srcId="{803CB7A1-247A-4F3A-9160-2F7887C80335}" destId="{6BDF30A4-1D22-4FB3-86B0-3B44D98DB198}" srcOrd="0" destOrd="0" presId="urn:microsoft.com/office/officeart/2018/2/layout/IconVerticalSolidList"/>
    <dgm:cxn modelId="{801C218B-9EA9-40EA-84D1-B635E82AE5EB}" type="presParOf" srcId="{803CB7A1-247A-4F3A-9160-2F7887C80335}" destId="{AD8ECECE-22A6-421A-B1D7-AAEA7452FBE5}" srcOrd="1" destOrd="0" presId="urn:microsoft.com/office/officeart/2018/2/layout/IconVerticalSolidList"/>
    <dgm:cxn modelId="{EE4AE8CB-9B6A-403E-AFBB-0FD909E948A6}" type="presParOf" srcId="{803CB7A1-247A-4F3A-9160-2F7887C80335}" destId="{AB9729D0-3858-44AE-B087-8447F1BF4E30}" srcOrd="2" destOrd="0" presId="urn:microsoft.com/office/officeart/2018/2/layout/IconVerticalSolidList"/>
    <dgm:cxn modelId="{EB636628-DCF6-4787-8318-CF8D826A62B6}" type="presParOf" srcId="{803CB7A1-247A-4F3A-9160-2F7887C80335}" destId="{B6BB415E-D7CA-4C7C-ADA7-67C461AA3C83}" srcOrd="3" destOrd="0" presId="urn:microsoft.com/office/officeart/2018/2/layout/IconVerticalSolidList"/>
    <dgm:cxn modelId="{A31CD5E6-99C5-4C75-88C7-98FD123F239C}" type="presParOf" srcId="{39F71D63-5ECE-439C-A50D-B27AE9D0C304}" destId="{558D7F90-2FA8-4937-96DD-79FDBEA48DA5}" srcOrd="1" destOrd="0" presId="urn:microsoft.com/office/officeart/2018/2/layout/IconVerticalSolidList"/>
    <dgm:cxn modelId="{C5514E79-FD20-4DE3-9357-432DFD1F910B}" type="presParOf" srcId="{39F71D63-5ECE-439C-A50D-B27AE9D0C304}" destId="{88CDF180-C4EA-4829-B5F2-9FBE10F78CED}" srcOrd="2" destOrd="0" presId="urn:microsoft.com/office/officeart/2018/2/layout/IconVerticalSolidList"/>
    <dgm:cxn modelId="{9E61B0A2-8348-4C1B-82F7-9980A7C223A6}" type="presParOf" srcId="{88CDF180-C4EA-4829-B5F2-9FBE10F78CED}" destId="{A7850056-FEED-48A3-A46C-EC9D9D111B52}" srcOrd="0" destOrd="0" presId="urn:microsoft.com/office/officeart/2018/2/layout/IconVerticalSolidList"/>
    <dgm:cxn modelId="{BB6E90BD-85BD-4ED9-8678-192F554C6098}" type="presParOf" srcId="{88CDF180-C4EA-4829-B5F2-9FBE10F78CED}" destId="{CC0B5F15-F525-4EF8-AAA0-506E3AD85422}" srcOrd="1" destOrd="0" presId="urn:microsoft.com/office/officeart/2018/2/layout/IconVerticalSolidList"/>
    <dgm:cxn modelId="{84F1774A-E143-4788-A3F8-176EC3B859A8}" type="presParOf" srcId="{88CDF180-C4EA-4829-B5F2-9FBE10F78CED}" destId="{28C64891-FDBF-44F7-9B95-1DB0EA82E50D}" srcOrd="2" destOrd="0" presId="urn:microsoft.com/office/officeart/2018/2/layout/IconVerticalSolidList"/>
    <dgm:cxn modelId="{B8438E38-4039-4E97-9576-59D7BA250271}" type="presParOf" srcId="{88CDF180-C4EA-4829-B5F2-9FBE10F78CED}" destId="{05C78A39-5836-45C1-A6B4-C2A1934FF452}" srcOrd="3" destOrd="0" presId="urn:microsoft.com/office/officeart/2018/2/layout/IconVerticalSolidList"/>
    <dgm:cxn modelId="{7E22D624-CB47-4D5C-99EE-131AD1351500}" type="presParOf" srcId="{39F71D63-5ECE-439C-A50D-B27AE9D0C304}" destId="{0E51A4A2-424D-4E80-A018-14F0A72E44C3}" srcOrd="3" destOrd="0" presId="urn:microsoft.com/office/officeart/2018/2/layout/IconVerticalSolidList"/>
    <dgm:cxn modelId="{13666FA5-0049-4A3C-9453-1E5D64B9CCFA}" type="presParOf" srcId="{39F71D63-5ECE-439C-A50D-B27AE9D0C304}" destId="{EE4E163F-AD0C-433B-A382-5BED14D63262}" srcOrd="4" destOrd="0" presId="urn:microsoft.com/office/officeart/2018/2/layout/IconVerticalSolidList"/>
    <dgm:cxn modelId="{946B1954-B1CB-40EA-9E96-B2A990E4EC39}" type="presParOf" srcId="{EE4E163F-AD0C-433B-A382-5BED14D63262}" destId="{21612483-CDEF-40EF-B7C0-92042CCDF236}" srcOrd="0" destOrd="0" presId="urn:microsoft.com/office/officeart/2018/2/layout/IconVerticalSolidList"/>
    <dgm:cxn modelId="{05D9CE4B-C3D9-45D9-941F-27BBAEDDD0B8}" type="presParOf" srcId="{EE4E163F-AD0C-433B-A382-5BED14D63262}" destId="{2CABD004-2939-42D8-8606-EFD295ADC097}" srcOrd="1" destOrd="0" presId="urn:microsoft.com/office/officeart/2018/2/layout/IconVerticalSolidList"/>
    <dgm:cxn modelId="{ACA04E70-E774-430C-BC67-5CB7CC8E485F}" type="presParOf" srcId="{EE4E163F-AD0C-433B-A382-5BED14D63262}" destId="{72211E8E-F613-4BD3-8826-A3FE8FA05F9C}" srcOrd="2" destOrd="0" presId="urn:microsoft.com/office/officeart/2018/2/layout/IconVerticalSolidList"/>
    <dgm:cxn modelId="{FE1104C0-2433-4E6C-9FDF-8A172D7919A8}" type="presParOf" srcId="{EE4E163F-AD0C-433B-A382-5BED14D63262}" destId="{F5D03D9F-4C8A-4F22-980C-72AA48D84486}" srcOrd="3" destOrd="0" presId="urn:microsoft.com/office/officeart/2018/2/layout/IconVerticalSolidList"/>
    <dgm:cxn modelId="{934AB82C-02A6-42AB-BA18-3E14101629E0}" type="presParOf" srcId="{39F71D63-5ECE-439C-A50D-B27AE9D0C304}" destId="{32F81815-582D-413C-8E60-487E01979A39}" srcOrd="5" destOrd="0" presId="urn:microsoft.com/office/officeart/2018/2/layout/IconVerticalSolidList"/>
    <dgm:cxn modelId="{F5192EBD-8551-4177-966D-F06622C47706}" type="presParOf" srcId="{39F71D63-5ECE-439C-A50D-B27AE9D0C304}" destId="{DDC15C2C-717B-4225-AEBC-8FF8786B482C}" srcOrd="6" destOrd="0" presId="urn:microsoft.com/office/officeart/2018/2/layout/IconVerticalSolidList"/>
    <dgm:cxn modelId="{0950F063-A816-45F3-90E0-A412336454D2}" type="presParOf" srcId="{DDC15C2C-717B-4225-AEBC-8FF8786B482C}" destId="{BFF606F4-4881-4EF7-8733-A5C4B392D311}" srcOrd="0" destOrd="0" presId="urn:microsoft.com/office/officeart/2018/2/layout/IconVerticalSolidList"/>
    <dgm:cxn modelId="{C4DDA32B-DEDF-4046-A4E3-B0971816999A}" type="presParOf" srcId="{DDC15C2C-717B-4225-AEBC-8FF8786B482C}" destId="{D1630B8A-748E-4458-9F8C-179A6B090759}" srcOrd="1" destOrd="0" presId="urn:microsoft.com/office/officeart/2018/2/layout/IconVerticalSolidList"/>
    <dgm:cxn modelId="{16E6998A-805B-449C-BE23-3D390FD6D7DC}" type="presParOf" srcId="{DDC15C2C-717B-4225-AEBC-8FF8786B482C}" destId="{69A1D500-A778-48E6-83FE-36E95208539A}" srcOrd="2" destOrd="0" presId="urn:microsoft.com/office/officeart/2018/2/layout/IconVerticalSolidList"/>
    <dgm:cxn modelId="{78432F07-BCDC-48CE-8A0C-A4BF889FD895}" type="presParOf" srcId="{DDC15C2C-717B-4225-AEBC-8FF8786B482C}" destId="{7BA78B96-56A9-4BA3-9367-E51E872DA759}" srcOrd="3" destOrd="0" presId="urn:microsoft.com/office/officeart/2018/2/layout/IconVerticalSolidList"/>
    <dgm:cxn modelId="{E09E8D51-2128-415B-9F9A-C5DA0021E921}" type="presParOf" srcId="{39F71D63-5ECE-439C-A50D-B27AE9D0C304}" destId="{674E7BBB-623E-4B0F-8B51-057162152A73}" srcOrd="7" destOrd="0" presId="urn:microsoft.com/office/officeart/2018/2/layout/IconVerticalSolidList"/>
    <dgm:cxn modelId="{20A46292-E86D-42C6-BF9A-493EEA4C1533}" type="presParOf" srcId="{39F71D63-5ECE-439C-A50D-B27AE9D0C304}" destId="{A4E9A22D-7CCE-43B1-9ED2-04086B70AB6A}" srcOrd="8" destOrd="0" presId="urn:microsoft.com/office/officeart/2018/2/layout/IconVerticalSolidList"/>
    <dgm:cxn modelId="{402754A8-0288-4299-995A-6FFEEAC54597}" type="presParOf" srcId="{A4E9A22D-7CCE-43B1-9ED2-04086B70AB6A}" destId="{E4B207D3-8275-496D-9E03-339C5D3E1E6E}" srcOrd="0" destOrd="0" presId="urn:microsoft.com/office/officeart/2018/2/layout/IconVerticalSolidList"/>
    <dgm:cxn modelId="{92C02A2D-A009-4538-9587-0525DE08A09E}" type="presParOf" srcId="{A4E9A22D-7CCE-43B1-9ED2-04086B70AB6A}" destId="{DEB0A692-2535-41D2-893E-DDBDFA46484C}" srcOrd="1" destOrd="0" presId="urn:microsoft.com/office/officeart/2018/2/layout/IconVerticalSolidList"/>
    <dgm:cxn modelId="{16333356-76EC-4C5D-96E5-427247B22479}" type="presParOf" srcId="{A4E9A22D-7CCE-43B1-9ED2-04086B70AB6A}" destId="{A7CCB9C1-2DF6-4E0B-89F9-AC89E71DEA4F}" srcOrd="2" destOrd="0" presId="urn:microsoft.com/office/officeart/2018/2/layout/IconVerticalSolidList"/>
    <dgm:cxn modelId="{9128F3BE-DE51-4BBF-9BC3-8A1B8DF72DB7}" type="presParOf" srcId="{A4E9A22D-7CCE-43B1-9ED2-04086B70AB6A}" destId="{5E99D030-A7A1-4E3F-94F2-C764C8B15D99}" srcOrd="3" destOrd="0" presId="urn:microsoft.com/office/officeart/2018/2/layout/IconVerticalSolidList"/>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68CDCE-6A21-4C82-9D8F-8685A37997D3}"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44859B64-A866-4595-8CB2-1C33CEB29E3F}">
      <dgm:prSet/>
      <dgm:spPr/>
      <dgm:t>
        <a:bodyPr/>
        <a:lstStyle/>
        <a:p>
          <a:r>
            <a:rPr lang="en-US"/>
            <a:t>Fight</a:t>
          </a:r>
        </a:p>
      </dgm:t>
    </dgm:pt>
    <dgm:pt modelId="{22D60435-67FB-4FD5-AB22-C1C40AC3E958}" type="parTrans" cxnId="{28677658-01F7-464C-92D0-AF651BEA9A18}">
      <dgm:prSet/>
      <dgm:spPr/>
      <dgm:t>
        <a:bodyPr/>
        <a:lstStyle/>
        <a:p>
          <a:endParaRPr lang="en-US"/>
        </a:p>
      </dgm:t>
    </dgm:pt>
    <dgm:pt modelId="{88A48272-7CDE-4E4B-8031-F397894883F0}" type="sibTrans" cxnId="{28677658-01F7-464C-92D0-AF651BEA9A18}">
      <dgm:prSet/>
      <dgm:spPr/>
      <dgm:t>
        <a:bodyPr/>
        <a:lstStyle/>
        <a:p>
          <a:endParaRPr lang="en-US"/>
        </a:p>
      </dgm:t>
    </dgm:pt>
    <dgm:pt modelId="{ECECED47-5112-44A7-A0EA-956677D5A162}">
      <dgm:prSet/>
      <dgm:spPr/>
      <dgm:t>
        <a:bodyPr/>
        <a:lstStyle/>
        <a:p>
          <a:r>
            <a:rPr lang="en-US"/>
            <a:t>Flight</a:t>
          </a:r>
        </a:p>
      </dgm:t>
    </dgm:pt>
    <dgm:pt modelId="{BFDD2CCC-524E-4B0A-A107-D66AACC3B79E}" type="parTrans" cxnId="{08948600-F438-4EC9-8F77-0B6EFFA91F21}">
      <dgm:prSet/>
      <dgm:spPr/>
      <dgm:t>
        <a:bodyPr/>
        <a:lstStyle/>
        <a:p>
          <a:endParaRPr lang="en-US"/>
        </a:p>
      </dgm:t>
    </dgm:pt>
    <dgm:pt modelId="{41AD493B-079C-487F-9D3C-F559EF454372}" type="sibTrans" cxnId="{08948600-F438-4EC9-8F77-0B6EFFA91F21}">
      <dgm:prSet/>
      <dgm:spPr/>
      <dgm:t>
        <a:bodyPr/>
        <a:lstStyle/>
        <a:p>
          <a:endParaRPr lang="en-US"/>
        </a:p>
      </dgm:t>
    </dgm:pt>
    <dgm:pt modelId="{08230647-D7EF-486F-B201-D488FCD638BD}" type="pres">
      <dgm:prSet presAssocID="{6868CDCE-6A21-4C82-9D8F-8685A37997D3}" presName="root" presStyleCnt="0">
        <dgm:presLayoutVars>
          <dgm:dir/>
          <dgm:resizeHandles val="exact"/>
        </dgm:presLayoutVars>
      </dgm:prSet>
      <dgm:spPr/>
    </dgm:pt>
    <dgm:pt modelId="{3D93C366-C08F-4905-99EF-0D0E33CBC105}" type="pres">
      <dgm:prSet presAssocID="{44859B64-A866-4595-8CB2-1C33CEB29E3F}" presName="compNode" presStyleCnt="0"/>
      <dgm:spPr/>
    </dgm:pt>
    <dgm:pt modelId="{766C98D0-FBA4-4E18-A52E-F918B2D37C43}" type="pres">
      <dgm:prSet presAssocID="{44859B64-A866-4595-8CB2-1C33CEB29E3F}" presName="iconRect" presStyleLbl="nod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Martial Arts with solid fill"/>
        </a:ext>
      </dgm:extLst>
    </dgm:pt>
    <dgm:pt modelId="{9D75F6AC-E61A-43DB-8452-38B302F0BE50}" type="pres">
      <dgm:prSet presAssocID="{44859B64-A866-4595-8CB2-1C33CEB29E3F}" presName="spaceRect" presStyleCnt="0"/>
      <dgm:spPr/>
    </dgm:pt>
    <dgm:pt modelId="{C6EF919E-A4BA-49BA-8424-E5AC852B3DDD}" type="pres">
      <dgm:prSet presAssocID="{44859B64-A866-4595-8CB2-1C33CEB29E3F}" presName="textRect" presStyleLbl="revTx" presStyleIdx="0" presStyleCnt="2">
        <dgm:presLayoutVars>
          <dgm:chMax val="1"/>
          <dgm:chPref val="1"/>
        </dgm:presLayoutVars>
      </dgm:prSet>
      <dgm:spPr/>
    </dgm:pt>
    <dgm:pt modelId="{4140F7DB-476B-4C94-BD44-2817E3DA6B8D}" type="pres">
      <dgm:prSet presAssocID="{88A48272-7CDE-4E4B-8031-F397894883F0}" presName="sibTrans" presStyleCnt="0"/>
      <dgm:spPr/>
    </dgm:pt>
    <dgm:pt modelId="{3B36904C-F308-4F2A-A43F-EFE0A05495AA}" type="pres">
      <dgm:prSet presAssocID="{ECECED47-5112-44A7-A0EA-956677D5A162}" presName="compNode" presStyleCnt="0"/>
      <dgm:spPr/>
    </dgm:pt>
    <dgm:pt modelId="{367D618F-3133-4124-BD16-956710480B38}" type="pres">
      <dgm:prSet presAssocID="{ECECED47-5112-44A7-A0EA-956677D5A162}" presName="iconRect" presStyleLbl="node1" presStyleIdx="1" presStyleCnt="2"/>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Run with solid fill"/>
        </a:ext>
      </dgm:extLst>
    </dgm:pt>
    <dgm:pt modelId="{C0DD4D20-BB68-4F93-9ECD-681DF8623346}" type="pres">
      <dgm:prSet presAssocID="{ECECED47-5112-44A7-A0EA-956677D5A162}" presName="spaceRect" presStyleCnt="0"/>
      <dgm:spPr/>
    </dgm:pt>
    <dgm:pt modelId="{AA147AB0-50C0-4DE3-A37D-47D1E58696DF}" type="pres">
      <dgm:prSet presAssocID="{ECECED47-5112-44A7-A0EA-956677D5A162}" presName="textRect" presStyleLbl="revTx" presStyleIdx="1" presStyleCnt="2">
        <dgm:presLayoutVars>
          <dgm:chMax val="1"/>
          <dgm:chPref val="1"/>
        </dgm:presLayoutVars>
      </dgm:prSet>
      <dgm:spPr/>
    </dgm:pt>
  </dgm:ptLst>
  <dgm:cxnLst>
    <dgm:cxn modelId="{08948600-F438-4EC9-8F77-0B6EFFA91F21}" srcId="{6868CDCE-6A21-4C82-9D8F-8685A37997D3}" destId="{ECECED47-5112-44A7-A0EA-956677D5A162}" srcOrd="1" destOrd="0" parTransId="{BFDD2CCC-524E-4B0A-A107-D66AACC3B79E}" sibTransId="{41AD493B-079C-487F-9D3C-F559EF454372}"/>
    <dgm:cxn modelId="{69411C54-B9F7-46D1-B872-A720F390C656}" type="presOf" srcId="{ECECED47-5112-44A7-A0EA-956677D5A162}" destId="{AA147AB0-50C0-4DE3-A37D-47D1E58696DF}" srcOrd="0" destOrd="0" presId="urn:microsoft.com/office/officeart/2018/2/layout/IconLabelList"/>
    <dgm:cxn modelId="{28677658-01F7-464C-92D0-AF651BEA9A18}" srcId="{6868CDCE-6A21-4C82-9D8F-8685A37997D3}" destId="{44859B64-A866-4595-8CB2-1C33CEB29E3F}" srcOrd="0" destOrd="0" parTransId="{22D60435-67FB-4FD5-AB22-C1C40AC3E958}" sibTransId="{88A48272-7CDE-4E4B-8031-F397894883F0}"/>
    <dgm:cxn modelId="{C15198A9-D872-4B6E-8B5A-2B46D8CF4B8E}" type="presOf" srcId="{44859B64-A866-4595-8CB2-1C33CEB29E3F}" destId="{C6EF919E-A4BA-49BA-8424-E5AC852B3DDD}" srcOrd="0" destOrd="0" presId="urn:microsoft.com/office/officeart/2018/2/layout/IconLabelList"/>
    <dgm:cxn modelId="{F568E6D0-E896-4C45-98C6-05835D905597}" type="presOf" srcId="{6868CDCE-6A21-4C82-9D8F-8685A37997D3}" destId="{08230647-D7EF-486F-B201-D488FCD638BD}" srcOrd="0" destOrd="0" presId="urn:microsoft.com/office/officeart/2018/2/layout/IconLabelList"/>
    <dgm:cxn modelId="{FFA8A579-7D37-4F31-A313-A726143B20D4}" type="presParOf" srcId="{08230647-D7EF-486F-B201-D488FCD638BD}" destId="{3D93C366-C08F-4905-99EF-0D0E33CBC105}" srcOrd="0" destOrd="0" presId="urn:microsoft.com/office/officeart/2018/2/layout/IconLabelList"/>
    <dgm:cxn modelId="{1C3577A2-D1B5-4F7F-A78F-D476852245A7}" type="presParOf" srcId="{3D93C366-C08F-4905-99EF-0D0E33CBC105}" destId="{766C98D0-FBA4-4E18-A52E-F918B2D37C43}" srcOrd="0" destOrd="0" presId="urn:microsoft.com/office/officeart/2018/2/layout/IconLabelList"/>
    <dgm:cxn modelId="{F30563F9-9ADC-4191-9594-52B5334A05E3}" type="presParOf" srcId="{3D93C366-C08F-4905-99EF-0D0E33CBC105}" destId="{9D75F6AC-E61A-43DB-8452-38B302F0BE50}" srcOrd="1" destOrd="0" presId="urn:microsoft.com/office/officeart/2018/2/layout/IconLabelList"/>
    <dgm:cxn modelId="{0C4A582D-BEA3-4585-B33C-438973C6AEE3}" type="presParOf" srcId="{3D93C366-C08F-4905-99EF-0D0E33CBC105}" destId="{C6EF919E-A4BA-49BA-8424-E5AC852B3DDD}" srcOrd="2" destOrd="0" presId="urn:microsoft.com/office/officeart/2018/2/layout/IconLabelList"/>
    <dgm:cxn modelId="{8CF18C43-034A-4FA8-AF01-B49CB3278CCA}" type="presParOf" srcId="{08230647-D7EF-486F-B201-D488FCD638BD}" destId="{4140F7DB-476B-4C94-BD44-2817E3DA6B8D}" srcOrd="1" destOrd="0" presId="urn:microsoft.com/office/officeart/2018/2/layout/IconLabelList"/>
    <dgm:cxn modelId="{B26A0D58-8102-4906-B18D-7A5A8A108947}" type="presParOf" srcId="{08230647-D7EF-486F-B201-D488FCD638BD}" destId="{3B36904C-F308-4F2A-A43F-EFE0A05495AA}" srcOrd="2" destOrd="0" presId="urn:microsoft.com/office/officeart/2018/2/layout/IconLabelList"/>
    <dgm:cxn modelId="{F98ED01B-A9BF-4C37-A592-02FF6E518235}" type="presParOf" srcId="{3B36904C-F308-4F2A-A43F-EFE0A05495AA}" destId="{367D618F-3133-4124-BD16-956710480B38}" srcOrd="0" destOrd="0" presId="urn:microsoft.com/office/officeart/2018/2/layout/IconLabelList"/>
    <dgm:cxn modelId="{635F9E78-8E52-4242-ACDA-965A33F26D05}" type="presParOf" srcId="{3B36904C-F308-4F2A-A43F-EFE0A05495AA}" destId="{C0DD4D20-BB68-4F93-9ECD-681DF8623346}" srcOrd="1" destOrd="0" presId="urn:microsoft.com/office/officeart/2018/2/layout/IconLabelList"/>
    <dgm:cxn modelId="{E3E8E82F-9052-46EF-8B37-A84487AE3D5E}" type="presParOf" srcId="{3B36904C-F308-4F2A-A43F-EFE0A05495AA}" destId="{AA147AB0-50C0-4DE3-A37D-47D1E58696DF}"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6B6A272-EA05-5149-832E-82AFC4DEA881}" type="doc">
      <dgm:prSet loTypeId="urn:microsoft.com/office/officeart/2018/2/layout/IconLabelList" loCatId="icon" qsTypeId="urn:microsoft.com/office/officeart/2005/8/quickstyle/simple1" qsCatId="simple" csTypeId="urn:microsoft.com/office/officeart/2005/8/colors/accent2_2" csCatId="accent2" phldr="1"/>
      <dgm:spPr/>
    </dgm:pt>
    <dgm:pt modelId="{7A50A2FD-73CF-6041-8D7A-99D9952359BD}">
      <dgm:prSet phldrT="[Text]" custT="1"/>
      <dgm:spPr/>
      <dgm:t>
        <a:bodyPr/>
        <a:lstStyle/>
        <a:p>
          <a:pPr>
            <a:lnSpc>
              <a:spcPct val="100000"/>
            </a:lnSpc>
          </a:pPr>
          <a:r>
            <a:rPr lang="en-GB" sz="3200" dirty="0">
              <a:solidFill>
                <a:schemeClr val="tx2"/>
              </a:solidFill>
              <a:latin typeface="Arial" panose="020B0604020202020204" pitchFamily="34" charset="0"/>
              <a:cs typeface="Arial" panose="020B0604020202020204" pitchFamily="34" charset="0"/>
            </a:rPr>
            <a:t>Personal Ambitions</a:t>
          </a:r>
        </a:p>
      </dgm:t>
    </dgm:pt>
    <dgm:pt modelId="{5B1904BF-6F71-2647-810F-C92D05930DF9}" type="parTrans" cxnId="{62F9EDE7-AD72-B646-9D7F-5B44FD97623A}">
      <dgm:prSet/>
      <dgm:spPr/>
      <dgm:t>
        <a:bodyPr/>
        <a:lstStyle/>
        <a:p>
          <a:endParaRPr lang="en-GB" sz="3200">
            <a:solidFill>
              <a:schemeClr val="tx2"/>
            </a:solidFill>
            <a:latin typeface="Arial" panose="020B0604020202020204" pitchFamily="34" charset="0"/>
            <a:cs typeface="Arial" panose="020B0604020202020204" pitchFamily="34" charset="0"/>
          </a:endParaRPr>
        </a:p>
      </dgm:t>
    </dgm:pt>
    <dgm:pt modelId="{1F51D114-DE54-A148-96B0-0213110934C7}" type="sibTrans" cxnId="{62F9EDE7-AD72-B646-9D7F-5B44FD97623A}">
      <dgm:prSet/>
      <dgm:spPr/>
      <dgm:t>
        <a:bodyPr/>
        <a:lstStyle/>
        <a:p>
          <a:endParaRPr lang="en-GB" sz="3200">
            <a:solidFill>
              <a:schemeClr val="tx2"/>
            </a:solidFill>
            <a:latin typeface="Arial" panose="020B0604020202020204" pitchFamily="34" charset="0"/>
            <a:cs typeface="Arial" panose="020B0604020202020204" pitchFamily="34" charset="0"/>
          </a:endParaRPr>
        </a:p>
      </dgm:t>
    </dgm:pt>
    <dgm:pt modelId="{426095F0-34BD-644E-AD1D-78E930B0D38E}">
      <dgm:prSet phldrT="[Text]" custT="1"/>
      <dgm:spPr/>
      <dgm:t>
        <a:bodyPr/>
        <a:lstStyle/>
        <a:p>
          <a:pPr>
            <a:lnSpc>
              <a:spcPct val="100000"/>
            </a:lnSpc>
          </a:pPr>
          <a:r>
            <a:rPr lang="en-GB" sz="3200" dirty="0">
              <a:solidFill>
                <a:schemeClr val="tx2"/>
              </a:solidFill>
              <a:latin typeface="Arial" panose="020B0604020202020204" pitchFamily="34" charset="0"/>
              <a:cs typeface="Arial" panose="020B0604020202020204" pitchFamily="34" charset="0"/>
            </a:rPr>
            <a:t>Prior Experiences</a:t>
          </a:r>
        </a:p>
      </dgm:t>
    </dgm:pt>
    <dgm:pt modelId="{9C594267-DBD2-5148-A839-FB4C65760615}" type="parTrans" cxnId="{E59DDAD5-0182-E54E-98B8-2B05A85E0114}">
      <dgm:prSet/>
      <dgm:spPr/>
      <dgm:t>
        <a:bodyPr/>
        <a:lstStyle/>
        <a:p>
          <a:endParaRPr lang="en-GB" sz="3200">
            <a:solidFill>
              <a:schemeClr val="tx2"/>
            </a:solidFill>
            <a:latin typeface="Arial" panose="020B0604020202020204" pitchFamily="34" charset="0"/>
            <a:cs typeface="Arial" panose="020B0604020202020204" pitchFamily="34" charset="0"/>
          </a:endParaRPr>
        </a:p>
      </dgm:t>
    </dgm:pt>
    <dgm:pt modelId="{C9FB8978-3BC2-604C-96AA-D580510EC4C8}" type="sibTrans" cxnId="{E59DDAD5-0182-E54E-98B8-2B05A85E0114}">
      <dgm:prSet/>
      <dgm:spPr/>
      <dgm:t>
        <a:bodyPr/>
        <a:lstStyle/>
        <a:p>
          <a:endParaRPr lang="en-GB" sz="3200">
            <a:solidFill>
              <a:schemeClr val="tx2"/>
            </a:solidFill>
            <a:latin typeface="Arial" panose="020B0604020202020204" pitchFamily="34" charset="0"/>
            <a:cs typeface="Arial" panose="020B0604020202020204" pitchFamily="34" charset="0"/>
          </a:endParaRPr>
        </a:p>
      </dgm:t>
    </dgm:pt>
    <dgm:pt modelId="{8264A9BC-C2A5-4BB8-9141-D743CE84E293}" type="pres">
      <dgm:prSet presAssocID="{76B6A272-EA05-5149-832E-82AFC4DEA881}" presName="root" presStyleCnt="0">
        <dgm:presLayoutVars>
          <dgm:dir/>
          <dgm:resizeHandles val="exact"/>
        </dgm:presLayoutVars>
      </dgm:prSet>
      <dgm:spPr/>
    </dgm:pt>
    <dgm:pt modelId="{2D695148-7CCC-4C2A-B04F-75200466409A}" type="pres">
      <dgm:prSet presAssocID="{7A50A2FD-73CF-6041-8D7A-99D9952359BD}" presName="compNode" presStyleCnt="0"/>
      <dgm:spPr/>
    </dgm:pt>
    <dgm:pt modelId="{9C02C65F-96CD-4C35-BAE9-41AB43C0795A}" type="pres">
      <dgm:prSet presAssocID="{7A50A2FD-73CF-6041-8D7A-99D9952359BD}" presName="iconRect" presStyleLbl="node1" presStyleIdx="0" presStyleCnt="2"/>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Aspiration with solid fill"/>
        </a:ext>
      </dgm:extLst>
    </dgm:pt>
    <dgm:pt modelId="{AC49B958-FB0C-4D06-87D7-E86D5CD8779E}" type="pres">
      <dgm:prSet presAssocID="{7A50A2FD-73CF-6041-8D7A-99D9952359BD}" presName="spaceRect" presStyleCnt="0"/>
      <dgm:spPr/>
    </dgm:pt>
    <dgm:pt modelId="{D8FD987D-AC67-4814-905E-8AA020DE24C8}" type="pres">
      <dgm:prSet presAssocID="{7A50A2FD-73CF-6041-8D7A-99D9952359BD}" presName="textRect" presStyleLbl="revTx" presStyleIdx="0" presStyleCnt="2">
        <dgm:presLayoutVars>
          <dgm:chMax val="1"/>
          <dgm:chPref val="1"/>
        </dgm:presLayoutVars>
      </dgm:prSet>
      <dgm:spPr/>
    </dgm:pt>
    <dgm:pt modelId="{FE84CE32-E518-45DB-A52C-41AD2162A1ED}" type="pres">
      <dgm:prSet presAssocID="{1F51D114-DE54-A148-96B0-0213110934C7}" presName="sibTrans" presStyleCnt="0"/>
      <dgm:spPr/>
    </dgm:pt>
    <dgm:pt modelId="{9EC64B0E-2CB8-4881-B273-A56F16923ECF}" type="pres">
      <dgm:prSet presAssocID="{426095F0-34BD-644E-AD1D-78E930B0D38E}" presName="compNode" presStyleCnt="0"/>
      <dgm:spPr/>
    </dgm:pt>
    <dgm:pt modelId="{F98DF492-E081-4658-97B8-2C3195BB4D21}" type="pres">
      <dgm:prSet presAssocID="{426095F0-34BD-644E-AD1D-78E930B0D38E}"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Polaroid Pictures with solid fill"/>
        </a:ext>
      </dgm:extLst>
    </dgm:pt>
    <dgm:pt modelId="{27CE47C9-14DA-4015-AD35-F2F37C515131}" type="pres">
      <dgm:prSet presAssocID="{426095F0-34BD-644E-AD1D-78E930B0D38E}" presName="spaceRect" presStyleCnt="0"/>
      <dgm:spPr/>
    </dgm:pt>
    <dgm:pt modelId="{29F76430-D5E9-4A1D-8084-59801879FF5D}" type="pres">
      <dgm:prSet presAssocID="{426095F0-34BD-644E-AD1D-78E930B0D38E}" presName="textRect" presStyleLbl="revTx" presStyleIdx="1" presStyleCnt="2">
        <dgm:presLayoutVars>
          <dgm:chMax val="1"/>
          <dgm:chPref val="1"/>
        </dgm:presLayoutVars>
      </dgm:prSet>
      <dgm:spPr/>
    </dgm:pt>
  </dgm:ptLst>
  <dgm:cxnLst>
    <dgm:cxn modelId="{C74BBF3C-5EE5-D142-AE21-37234704C740}" type="presOf" srcId="{7A50A2FD-73CF-6041-8D7A-99D9952359BD}" destId="{D8FD987D-AC67-4814-905E-8AA020DE24C8}" srcOrd="0" destOrd="0" presId="urn:microsoft.com/office/officeart/2018/2/layout/IconLabelList"/>
    <dgm:cxn modelId="{E391697D-E487-9B44-A223-8E81DF0800D6}" type="presOf" srcId="{426095F0-34BD-644E-AD1D-78E930B0D38E}" destId="{29F76430-D5E9-4A1D-8084-59801879FF5D}" srcOrd="0" destOrd="0" presId="urn:microsoft.com/office/officeart/2018/2/layout/IconLabelList"/>
    <dgm:cxn modelId="{E59DDAD5-0182-E54E-98B8-2B05A85E0114}" srcId="{76B6A272-EA05-5149-832E-82AFC4DEA881}" destId="{426095F0-34BD-644E-AD1D-78E930B0D38E}" srcOrd="1" destOrd="0" parTransId="{9C594267-DBD2-5148-A839-FB4C65760615}" sibTransId="{C9FB8978-3BC2-604C-96AA-D580510EC4C8}"/>
    <dgm:cxn modelId="{5FB59CD8-30C0-7742-A1E3-4D6811BDC212}" type="presOf" srcId="{76B6A272-EA05-5149-832E-82AFC4DEA881}" destId="{8264A9BC-C2A5-4BB8-9141-D743CE84E293}" srcOrd="0" destOrd="0" presId="urn:microsoft.com/office/officeart/2018/2/layout/IconLabelList"/>
    <dgm:cxn modelId="{62F9EDE7-AD72-B646-9D7F-5B44FD97623A}" srcId="{76B6A272-EA05-5149-832E-82AFC4DEA881}" destId="{7A50A2FD-73CF-6041-8D7A-99D9952359BD}" srcOrd="0" destOrd="0" parTransId="{5B1904BF-6F71-2647-810F-C92D05930DF9}" sibTransId="{1F51D114-DE54-A148-96B0-0213110934C7}"/>
    <dgm:cxn modelId="{1CABD2C2-5458-D043-A8AF-EE80D9BCDBD8}" type="presParOf" srcId="{8264A9BC-C2A5-4BB8-9141-D743CE84E293}" destId="{2D695148-7CCC-4C2A-B04F-75200466409A}" srcOrd="0" destOrd="0" presId="urn:microsoft.com/office/officeart/2018/2/layout/IconLabelList"/>
    <dgm:cxn modelId="{F8AEAEB5-A6C9-C14B-B703-EA974621C7D1}" type="presParOf" srcId="{2D695148-7CCC-4C2A-B04F-75200466409A}" destId="{9C02C65F-96CD-4C35-BAE9-41AB43C0795A}" srcOrd="0" destOrd="0" presId="urn:microsoft.com/office/officeart/2018/2/layout/IconLabelList"/>
    <dgm:cxn modelId="{88093574-52EF-E14B-9431-757F76F9AB31}" type="presParOf" srcId="{2D695148-7CCC-4C2A-B04F-75200466409A}" destId="{AC49B958-FB0C-4D06-87D7-E86D5CD8779E}" srcOrd="1" destOrd="0" presId="urn:microsoft.com/office/officeart/2018/2/layout/IconLabelList"/>
    <dgm:cxn modelId="{E6D2CDB6-9D41-5D4A-8685-469ED9DB5D54}" type="presParOf" srcId="{2D695148-7CCC-4C2A-B04F-75200466409A}" destId="{D8FD987D-AC67-4814-905E-8AA020DE24C8}" srcOrd="2" destOrd="0" presId="urn:microsoft.com/office/officeart/2018/2/layout/IconLabelList"/>
    <dgm:cxn modelId="{270A6CDE-DFC6-A746-99E2-9B15753B1C16}" type="presParOf" srcId="{8264A9BC-C2A5-4BB8-9141-D743CE84E293}" destId="{FE84CE32-E518-45DB-A52C-41AD2162A1ED}" srcOrd="1" destOrd="0" presId="urn:microsoft.com/office/officeart/2018/2/layout/IconLabelList"/>
    <dgm:cxn modelId="{0E8EBE8D-D034-184C-B8B0-5E285A4F0F98}" type="presParOf" srcId="{8264A9BC-C2A5-4BB8-9141-D743CE84E293}" destId="{9EC64B0E-2CB8-4881-B273-A56F16923ECF}" srcOrd="2" destOrd="0" presId="urn:microsoft.com/office/officeart/2018/2/layout/IconLabelList"/>
    <dgm:cxn modelId="{59CF33BB-F61A-F643-9D2E-BBDD980B2513}" type="presParOf" srcId="{9EC64B0E-2CB8-4881-B273-A56F16923ECF}" destId="{F98DF492-E081-4658-97B8-2C3195BB4D21}" srcOrd="0" destOrd="0" presId="urn:microsoft.com/office/officeart/2018/2/layout/IconLabelList"/>
    <dgm:cxn modelId="{8B98DD46-235F-EE49-9EE8-591F6EEF34A9}" type="presParOf" srcId="{9EC64B0E-2CB8-4881-B273-A56F16923ECF}" destId="{27CE47C9-14DA-4015-AD35-F2F37C515131}" srcOrd="1" destOrd="0" presId="urn:microsoft.com/office/officeart/2018/2/layout/IconLabelList"/>
    <dgm:cxn modelId="{2C5CA546-547B-204E-90D4-7666F3F9A954}" type="presParOf" srcId="{9EC64B0E-2CB8-4881-B273-A56F16923ECF}" destId="{29F76430-D5E9-4A1D-8084-59801879FF5D}"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1ED1B17-DE91-4B94-AB51-CFB75D2F8C8E}"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8183B4CF-DE5A-4C2D-802C-C7EE091EE908}">
      <dgm:prSet/>
      <dgm:spPr/>
      <dgm:t>
        <a:bodyPr/>
        <a:lstStyle/>
        <a:p>
          <a:pPr>
            <a:lnSpc>
              <a:spcPct val="100000"/>
            </a:lnSpc>
          </a:pPr>
          <a:r>
            <a:rPr lang="en-US"/>
            <a:t>Budget</a:t>
          </a:r>
        </a:p>
      </dgm:t>
    </dgm:pt>
    <dgm:pt modelId="{3F280CF9-16B9-46E1-A4CF-1DD8FEA140F1}" type="parTrans" cxnId="{82CE422C-DFD3-4E01-87E6-46DA21EF75F0}">
      <dgm:prSet/>
      <dgm:spPr/>
      <dgm:t>
        <a:bodyPr/>
        <a:lstStyle/>
        <a:p>
          <a:endParaRPr lang="en-US"/>
        </a:p>
      </dgm:t>
    </dgm:pt>
    <dgm:pt modelId="{1BA56A10-5826-4329-83DF-1871F522E505}" type="sibTrans" cxnId="{82CE422C-DFD3-4E01-87E6-46DA21EF75F0}">
      <dgm:prSet/>
      <dgm:spPr/>
      <dgm:t>
        <a:bodyPr/>
        <a:lstStyle/>
        <a:p>
          <a:endParaRPr lang="en-US"/>
        </a:p>
      </dgm:t>
    </dgm:pt>
    <dgm:pt modelId="{914FB57C-C615-46A0-A080-B403332B2408}">
      <dgm:prSet/>
      <dgm:spPr/>
      <dgm:t>
        <a:bodyPr/>
        <a:lstStyle/>
        <a:p>
          <a:pPr>
            <a:lnSpc>
              <a:spcPct val="100000"/>
            </a:lnSpc>
          </a:pPr>
          <a:r>
            <a:rPr lang="en-US" dirty="0"/>
            <a:t>Timeline</a:t>
          </a:r>
        </a:p>
      </dgm:t>
    </dgm:pt>
    <dgm:pt modelId="{03069356-BA71-4868-9CE5-D95BBAF4063E}" type="parTrans" cxnId="{05D6B341-9387-4E85-8431-00319FCFB3F8}">
      <dgm:prSet/>
      <dgm:spPr/>
      <dgm:t>
        <a:bodyPr/>
        <a:lstStyle/>
        <a:p>
          <a:endParaRPr lang="en-US"/>
        </a:p>
      </dgm:t>
    </dgm:pt>
    <dgm:pt modelId="{1C4159A8-E204-40E0-B4E6-737E51738B44}" type="sibTrans" cxnId="{05D6B341-9387-4E85-8431-00319FCFB3F8}">
      <dgm:prSet/>
      <dgm:spPr/>
      <dgm:t>
        <a:bodyPr/>
        <a:lstStyle/>
        <a:p>
          <a:endParaRPr lang="en-US"/>
        </a:p>
      </dgm:t>
    </dgm:pt>
    <dgm:pt modelId="{DCB9B0EC-223D-BB48-AF78-0B980E2EBC3E}">
      <dgm:prSet/>
      <dgm:spPr/>
      <dgm:t>
        <a:bodyPr/>
        <a:lstStyle/>
        <a:p>
          <a:pPr>
            <a:lnSpc>
              <a:spcPct val="100000"/>
            </a:lnSpc>
          </a:pPr>
          <a:r>
            <a:rPr lang="en-US" dirty="0"/>
            <a:t>Scope</a:t>
          </a:r>
        </a:p>
      </dgm:t>
    </dgm:pt>
    <dgm:pt modelId="{CF9B3E12-337F-1E41-8A55-A5C11B5E16B3}" type="parTrans" cxnId="{5138AFAB-84FA-384D-BB45-C4FC71C87493}">
      <dgm:prSet/>
      <dgm:spPr/>
      <dgm:t>
        <a:bodyPr/>
        <a:lstStyle/>
        <a:p>
          <a:endParaRPr lang="en-GB"/>
        </a:p>
      </dgm:t>
    </dgm:pt>
    <dgm:pt modelId="{16BCD59A-160B-F047-8CBB-5D4C69D143AA}" type="sibTrans" cxnId="{5138AFAB-84FA-384D-BB45-C4FC71C87493}">
      <dgm:prSet/>
      <dgm:spPr/>
      <dgm:t>
        <a:bodyPr/>
        <a:lstStyle/>
        <a:p>
          <a:endParaRPr lang="en-GB"/>
        </a:p>
      </dgm:t>
    </dgm:pt>
    <dgm:pt modelId="{E2B7E070-C29E-479D-BF80-A25EAAF2D25C}" type="pres">
      <dgm:prSet presAssocID="{A1ED1B17-DE91-4B94-AB51-CFB75D2F8C8E}" presName="root" presStyleCnt="0">
        <dgm:presLayoutVars>
          <dgm:dir/>
          <dgm:resizeHandles val="exact"/>
        </dgm:presLayoutVars>
      </dgm:prSet>
      <dgm:spPr/>
    </dgm:pt>
    <dgm:pt modelId="{6EBF72E8-6E99-45F4-AF98-FA638F967C8B}" type="pres">
      <dgm:prSet presAssocID="{8183B4CF-DE5A-4C2D-802C-C7EE091EE908}" presName="compNode" presStyleCnt="0"/>
      <dgm:spPr/>
    </dgm:pt>
    <dgm:pt modelId="{60C0DD99-35FF-432B-8623-BC737E94BB19}" type="pres">
      <dgm:prSet presAssocID="{8183B4CF-DE5A-4C2D-802C-C7EE091EE90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BD0A037D-7793-408C-B1FC-2A7188BC15F8}" type="pres">
      <dgm:prSet presAssocID="{8183B4CF-DE5A-4C2D-802C-C7EE091EE908}" presName="spaceRect" presStyleCnt="0"/>
      <dgm:spPr/>
    </dgm:pt>
    <dgm:pt modelId="{F7A3A747-2175-4F0F-BC68-C8A812D98087}" type="pres">
      <dgm:prSet presAssocID="{8183B4CF-DE5A-4C2D-802C-C7EE091EE908}" presName="textRect" presStyleLbl="revTx" presStyleIdx="0" presStyleCnt="3">
        <dgm:presLayoutVars>
          <dgm:chMax val="1"/>
          <dgm:chPref val="1"/>
        </dgm:presLayoutVars>
      </dgm:prSet>
      <dgm:spPr/>
    </dgm:pt>
    <dgm:pt modelId="{400DE954-3C38-45C6-BC70-33D9C031DE04}" type="pres">
      <dgm:prSet presAssocID="{1BA56A10-5826-4329-83DF-1871F522E505}" presName="sibTrans" presStyleCnt="0"/>
      <dgm:spPr/>
    </dgm:pt>
    <dgm:pt modelId="{5B5B60F7-D4BE-4789-A2DD-207BB81BAE06}" type="pres">
      <dgm:prSet presAssocID="{914FB57C-C615-46A0-A080-B403332B2408}" presName="compNode" presStyleCnt="0"/>
      <dgm:spPr/>
    </dgm:pt>
    <dgm:pt modelId="{E32953FE-13D0-42A4-8369-48EABA324BB7}" type="pres">
      <dgm:prSet presAssocID="{914FB57C-C615-46A0-A080-B403332B2408}" presName="iconRect" presStyleLbl="node1" presStyleIdx="1"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Daily calendar with solid fill"/>
        </a:ext>
      </dgm:extLst>
    </dgm:pt>
    <dgm:pt modelId="{22819C69-FE83-4683-A349-A9A5DBF68C8B}" type="pres">
      <dgm:prSet presAssocID="{914FB57C-C615-46A0-A080-B403332B2408}" presName="spaceRect" presStyleCnt="0"/>
      <dgm:spPr/>
    </dgm:pt>
    <dgm:pt modelId="{3718D3AA-D554-4B68-A704-46C3B2679AF5}" type="pres">
      <dgm:prSet presAssocID="{914FB57C-C615-46A0-A080-B403332B2408}" presName="textRect" presStyleLbl="revTx" presStyleIdx="1" presStyleCnt="3">
        <dgm:presLayoutVars>
          <dgm:chMax val="1"/>
          <dgm:chPref val="1"/>
        </dgm:presLayoutVars>
      </dgm:prSet>
      <dgm:spPr/>
    </dgm:pt>
    <dgm:pt modelId="{8982978B-C7A5-4547-9B17-99A721BE68AD}" type="pres">
      <dgm:prSet presAssocID="{1C4159A8-E204-40E0-B4E6-737E51738B44}" presName="sibTrans" presStyleCnt="0"/>
      <dgm:spPr/>
    </dgm:pt>
    <dgm:pt modelId="{09024AA4-69F0-A448-84A9-9B3E4B160D20}" type="pres">
      <dgm:prSet presAssocID="{DCB9B0EC-223D-BB48-AF78-0B980E2EBC3E}" presName="compNode" presStyleCnt="0"/>
      <dgm:spPr/>
    </dgm:pt>
    <dgm:pt modelId="{7402B0B7-793E-4843-AF28-0817558F71E7}" type="pres">
      <dgm:prSet presAssocID="{DCB9B0EC-223D-BB48-AF78-0B980E2EBC3E}" presName="iconRect" presStyleLbl="node1" presStyleIdx="2"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Clipboard Mixed with solid fill"/>
        </a:ext>
      </dgm:extLst>
    </dgm:pt>
    <dgm:pt modelId="{6BBDF3B5-F189-6D4D-A783-0C14EF8C9251}" type="pres">
      <dgm:prSet presAssocID="{DCB9B0EC-223D-BB48-AF78-0B980E2EBC3E}" presName="spaceRect" presStyleCnt="0"/>
      <dgm:spPr/>
    </dgm:pt>
    <dgm:pt modelId="{E945AD4F-CD1D-1C46-A4C2-C5DCAB798E60}" type="pres">
      <dgm:prSet presAssocID="{DCB9B0EC-223D-BB48-AF78-0B980E2EBC3E}" presName="textRect" presStyleLbl="revTx" presStyleIdx="2" presStyleCnt="3">
        <dgm:presLayoutVars>
          <dgm:chMax val="1"/>
          <dgm:chPref val="1"/>
        </dgm:presLayoutVars>
      </dgm:prSet>
      <dgm:spPr/>
    </dgm:pt>
  </dgm:ptLst>
  <dgm:cxnLst>
    <dgm:cxn modelId="{C510CE14-B502-4BFA-B6F6-6815E8B17AAE}" type="presOf" srcId="{8183B4CF-DE5A-4C2D-802C-C7EE091EE908}" destId="{F7A3A747-2175-4F0F-BC68-C8A812D98087}" srcOrd="0" destOrd="0" presId="urn:microsoft.com/office/officeart/2018/2/layout/IconLabelList"/>
    <dgm:cxn modelId="{82CE422C-DFD3-4E01-87E6-46DA21EF75F0}" srcId="{A1ED1B17-DE91-4B94-AB51-CFB75D2F8C8E}" destId="{8183B4CF-DE5A-4C2D-802C-C7EE091EE908}" srcOrd="0" destOrd="0" parTransId="{3F280CF9-16B9-46E1-A4CF-1DD8FEA140F1}" sibTransId="{1BA56A10-5826-4329-83DF-1871F522E505}"/>
    <dgm:cxn modelId="{F1AF6331-20A4-E640-9F7C-1DB31C7D8EFD}" type="presOf" srcId="{DCB9B0EC-223D-BB48-AF78-0B980E2EBC3E}" destId="{E945AD4F-CD1D-1C46-A4C2-C5DCAB798E60}" srcOrd="0" destOrd="0" presId="urn:microsoft.com/office/officeart/2018/2/layout/IconLabelList"/>
    <dgm:cxn modelId="{05D6B341-9387-4E85-8431-00319FCFB3F8}" srcId="{A1ED1B17-DE91-4B94-AB51-CFB75D2F8C8E}" destId="{914FB57C-C615-46A0-A080-B403332B2408}" srcOrd="1" destOrd="0" parTransId="{03069356-BA71-4868-9CE5-D95BBAF4063E}" sibTransId="{1C4159A8-E204-40E0-B4E6-737E51738B44}"/>
    <dgm:cxn modelId="{0138695B-F8CA-4D75-BB92-F9DF24CB227C}" type="presOf" srcId="{A1ED1B17-DE91-4B94-AB51-CFB75D2F8C8E}" destId="{E2B7E070-C29E-479D-BF80-A25EAAF2D25C}" srcOrd="0" destOrd="0" presId="urn:microsoft.com/office/officeart/2018/2/layout/IconLabelList"/>
    <dgm:cxn modelId="{5138AFAB-84FA-384D-BB45-C4FC71C87493}" srcId="{A1ED1B17-DE91-4B94-AB51-CFB75D2F8C8E}" destId="{DCB9B0EC-223D-BB48-AF78-0B980E2EBC3E}" srcOrd="2" destOrd="0" parTransId="{CF9B3E12-337F-1E41-8A55-A5C11B5E16B3}" sibTransId="{16BCD59A-160B-F047-8CBB-5D4C69D143AA}"/>
    <dgm:cxn modelId="{133780B0-686E-4202-BFBE-242CAD8573B2}" type="presOf" srcId="{914FB57C-C615-46A0-A080-B403332B2408}" destId="{3718D3AA-D554-4B68-A704-46C3B2679AF5}" srcOrd="0" destOrd="0" presId="urn:microsoft.com/office/officeart/2018/2/layout/IconLabelList"/>
    <dgm:cxn modelId="{723DA1F6-20B2-4441-8094-58BDF9817E52}" type="presParOf" srcId="{E2B7E070-C29E-479D-BF80-A25EAAF2D25C}" destId="{6EBF72E8-6E99-45F4-AF98-FA638F967C8B}" srcOrd="0" destOrd="0" presId="urn:microsoft.com/office/officeart/2018/2/layout/IconLabelList"/>
    <dgm:cxn modelId="{EF077DE7-56D7-475A-A8D2-A12BF2810948}" type="presParOf" srcId="{6EBF72E8-6E99-45F4-AF98-FA638F967C8B}" destId="{60C0DD99-35FF-432B-8623-BC737E94BB19}" srcOrd="0" destOrd="0" presId="urn:microsoft.com/office/officeart/2018/2/layout/IconLabelList"/>
    <dgm:cxn modelId="{4C2E5597-D72A-4E1B-B88C-2BCF175B1E36}" type="presParOf" srcId="{6EBF72E8-6E99-45F4-AF98-FA638F967C8B}" destId="{BD0A037D-7793-408C-B1FC-2A7188BC15F8}" srcOrd="1" destOrd="0" presId="urn:microsoft.com/office/officeart/2018/2/layout/IconLabelList"/>
    <dgm:cxn modelId="{5C7189F1-BE07-4F98-B823-F3649D72264D}" type="presParOf" srcId="{6EBF72E8-6E99-45F4-AF98-FA638F967C8B}" destId="{F7A3A747-2175-4F0F-BC68-C8A812D98087}" srcOrd="2" destOrd="0" presId="urn:microsoft.com/office/officeart/2018/2/layout/IconLabelList"/>
    <dgm:cxn modelId="{AEF52E56-F72D-4B1E-85FE-A13832B3A170}" type="presParOf" srcId="{E2B7E070-C29E-479D-BF80-A25EAAF2D25C}" destId="{400DE954-3C38-45C6-BC70-33D9C031DE04}" srcOrd="1" destOrd="0" presId="urn:microsoft.com/office/officeart/2018/2/layout/IconLabelList"/>
    <dgm:cxn modelId="{5ACB4395-E4D4-433C-A7B1-52A65C3B3396}" type="presParOf" srcId="{E2B7E070-C29E-479D-BF80-A25EAAF2D25C}" destId="{5B5B60F7-D4BE-4789-A2DD-207BB81BAE06}" srcOrd="2" destOrd="0" presId="urn:microsoft.com/office/officeart/2018/2/layout/IconLabelList"/>
    <dgm:cxn modelId="{251981D4-E85F-46AB-A086-F3E85EE268B8}" type="presParOf" srcId="{5B5B60F7-D4BE-4789-A2DD-207BB81BAE06}" destId="{E32953FE-13D0-42A4-8369-48EABA324BB7}" srcOrd="0" destOrd="0" presId="urn:microsoft.com/office/officeart/2018/2/layout/IconLabelList"/>
    <dgm:cxn modelId="{09AFE5E3-E5B0-49B8-9A6A-6B33959D5C4B}" type="presParOf" srcId="{5B5B60F7-D4BE-4789-A2DD-207BB81BAE06}" destId="{22819C69-FE83-4683-A349-A9A5DBF68C8B}" srcOrd="1" destOrd="0" presId="urn:microsoft.com/office/officeart/2018/2/layout/IconLabelList"/>
    <dgm:cxn modelId="{A0EA72E0-8808-4D52-80EB-E021E6FCC822}" type="presParOf" srcId="{5B5B60F7-D4BE-4789-A2DD-207BB81BAE06}" destId="{3718D3AA-D554-4B68-A704-46C3B2679AF5}" srcOrd="2" destOrd="0" presId="urn:microsoft.com/office/officeart/2018/2/layout/IconLabelList"/>
    <dgm:cxn modelId="{C82E1414-6050-D144-85A1-F4E417327F16}" type="presParOf" srcId="{E2B7E070-C29E-479D-BF80-A25EAAF2D25C}" destId="{8982978B-C7A5-4547-9B17-99A721BE68AD}" srcOrd="3" destOrd="0" presId="urn:microsoft.com/office/officeart/2018/2/layout/IconLabelList"/>
    <dgm:cxn modelId="{A218E9B9-C403-6144-ABF0-0FDC0D202A20}" type="presParOf" srcId="{E2B7E070-C29E-479D-BF80-A25EAAF2D25C}" destId="{09024AA4-69F0-A448-84A9-9B3E4B160D20}" srcOrd="4" destOrd="0" presId="urn:microsoft.com/office/officeart/2018/2/layout/IconLabelList"/>
    <dgm:cxn modelId="{C435D0F4-111E-CA4A-AB5D-D4C8ECEFCF42}" type="presParOf" srcId="{09024AA4-69F0-A448-84A9-9B3E4B160D20}" destId="{7402B0B7-793E-4843-AF28-0817558F71E7}" srcOrd="0" destOrd="0" presId="urn:microsoft.com/office/officeart/2018/2/layout/IconLabelList"/>
    <dgm:cxn modelId="{B0839FD4-7E2C-184B-B683-F1AD3875D16B}" type="presParOf" srcId="{09024AA4-69F0-A448-84A9-9B3E4B160D20}" destId="{6BBDF3B5-F189-6D4D-A783-0C14EF8C9251}" srcOrd="1" destOrd="0" presId="urn:microsoft.com/office/officeart/2018/2/layout/IconLabelList"/>
    <dgm:cxn modelId="{E9371FA3-C3A6-9046-BE1A-C81AC140F97D}" type="presParOf" srcId="{09024AA4-69F0-A448-84A9-9B3E4B160D20}" destId="{E945AD4F-CD1D-1C46-A4C2-C5DCAB798E60}"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DF30A4-1D22-4FB3-86B0-3B44D98DB198}">
      <dsp:nvSpPr>
        <dsp:cNvPr id="0" name=""/>
        <dsp:cNvSpPr/>
      </dsp:nvSpPr>
      <dsp:spPr>
        <a:xfrm>
          <a:off x="0" y="3535"/>
          <a:ext cx="6527800" cy="753148"/>
        </a:xfrm>
        <a:prstGeom prst="roundRect">
          <a:avLst>
            <a:gd name="adj" fmla="val 10000"/>
          </a:avLst>
        </a:prstGeom>
        <a:noFill/>
        <a:ln w="28575">
          <a:solidFill>
            <a:schemeClr val="accent1"/>
          </a:solidFill>
        </a:ln>
        <a:effectLst/>
      </dsp:spPr>
      <dsp:style>
        <a:lnRef idx="0">
          <a:scrgbClr r="0" g="0" b="0"/>
        </a:lnRef>
        <a:fillRef idx="1">
          <a:scrgbClr r="0" g="0" b="0"/>
        </a:fillRef>
        <a:effectRef idx="0">
          <a:scrgbClr r="0" g="0" b="0"/>
        </a:effectRef>
        <a:fontRef idx="minor"/>
      </dsp:style>
    </dsp:sp>
    <dsp:sp modelId="{AD8ECECE-22A6-421A-B1D7-AAEA7452FBE5}">
      <dsp:nvSpPr>
        <dsp:cNvPr id="0" name=""/>
        <dsp:cNvSpPr/>
      </dsp:nvSpPr>
      <dsp:spPr>
        <a:xfrm>
          <a:off x="227827" y="172994"/>
          <a:ext cx="414231" cy="41423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6BB415E-D7CA-4C7C-ADA7-67C461AA3C83}">
      <dsp:nvSpPr>
        <dsp:cNvPr id="0" name=""/>
        <dsp:cNvSpPr/>
      </dsp:nvSpPr>
      <dsp:spPr>
        <a:xfrm>
          <a:off x="869886" y="3535"/>
          <a:ext cx="56579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90000"/>
            </a:lnSpc>
            <a:spcBef>
              <a:spcPct val="0"/>
            </a:spcBef>
            <a:spcAft>
              <a:spcPct val="35000"/>
            </a:spcAft>
            <a:buNone/>
          </a:pPr>
          <a:r>
            <a:rPr lang="en-US" sz="1900" b="1" u="sng" kern="1200" dirty="0"/>
            <a:t>S</a:t>
          </a:r>
          <a:r>
            <a:rPr lang="en-US" sz="1900" kern="1200" dirty="0"/>
            <a:t>tatus : desire for recognition/respect.</a:t>
          </a:r>
        </a:p>
      </dsp:txBody>
      <dsp:txXfrm>
        <a:off x="869886" y="3535"/>
        <a:ext cx="5657913" cy="753148"/>
      </dsp:txXfrm>
    </dsp:sp>
    <dsp:sp modelId="{A7850056-FEED-48A3-A46C-EC9D9D111B52}">
      <dsp:nvSpPr>
        <dsp:cNvPr id="0" name=""/>
        <dsp:cNvSpPr/>
      </dsp:nvSpPr>
      <dsp:spPr>
        <a:xfrm>
          <a:off x="0" y="944971"/>
          <a:ext cx="6527800" cy="753148"/>
        </a:xfrm>
        <a:prstGeom prst="roundRect">
          <a:avLst>
            <a:gd name="adj" fmla="val 10000"/>
          </a:avLst>
        </a:prstGeom>
        <a:noFill/>
        <a:ln w="28575">
          <a:solidFill>
            <a:schemeClr val="accent1"/>
          </a:solidFill>
        </a:ln>
        <a:effectLst/>
      </dsp:spPr>
      <dsp:style>
        <a:lnRef idx="0">
          <a:scrgbClr r="0" g="0" b="0"/>
        </a:lnRef>
        <a:fillRef idx="1">
          <a:scrgbClr r="0" g="0" b="0"/>
        </a:fillRef>
        <a:effectRef idx="0">
          <a:scrgbClr r="0" g="0" b="0"/>
        </a:effectRef>
        <a:fontRef idx="minor"/>
      </dsp:style>
    </dsp:sp>
    <dsp:sp modelId="{CC0B5F15-F525-4EF8-AAA0-506E3AD85422}">
      <dsp:nvSpPr>
        <dsp:cNvPr id="0" name=""/>
        <dsp:cNvSpPr/>
      </dsp:nvSpPr>
      <dsp:spPr>
        <a:xfrm>
          <a:off x="227827" y="1114429"/>
          <a:ext cx="414231" cy="414231"/>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5C78A39-5836-45C1-A6B4-C2A1934FF452}">
      <dsp:nvSpPr>
        <dsp:cNvPr id="0" name=""/>
        <dsp:cNvSpPr/>
      </dsp:nvSpPr>
      <dsp:spPr>
        <a:xfrm>
          <a:off x="869886" y="944971"/>
          <a:ext cx="56579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90000"/>
            </a:lnSpc>
            <a:spcBef>
              <a:spcPct val="0"/>
            </a:spcBef>
            <a:spcAft>
              <a:spcPct val="35000"/>
            </a:spcAft>
            <a:buNone/>
          </a:pPr>
          <a:r>
            <a:rPr lang="en-US" sz="1900" b="1" u="sng" kern="1200" dirty="0"/>
            <a:t>C</a:t>
          </a:r>
          <a:r>
            <a:rPr lang="en-US" sz="1900" kern="1200" dirty="0"/>
            <a:t>ertainty : need for predictability.</a:t>
          </a:r>
        </a:p>
      </dsp:txBody>
      <dsp:txXfrm>
        <a:off x="869886" y="944971"/>
        <a:ext cx="5657913" cy="753148"/>
      </dsp:txXfrm>
    </dsp:sp>
    <dsp:sp modelId="{21612483-CDEF-40EF-B7C0-92042CCDF236}">
      <dsp:nvSpPr>
        <dsp:cNvPr id="0" name=""/>
        <dsp:cNvSpPr/>
      </dsp:nvSpPr>
      <dsp:spPr>
        <a:xfrm>
          <a:off x="0" y="1886407"/>
          <a:ext cx="6527800" cy="753148"/>
        </a:xfrm>
        <a:prstGeom prst="roundRect">
          <a:avLst>
            <a:gd name="adj" fmla="val 10000"/>
          </a:avLst>
        </a:prstGeom>
        <a:noFill/>
        <a:ln w="28575">
          <a:solidFill>
            <a:schemeClr val="accent1"/>
          </a:solidFill>
        </a:ln>
        <a:effectLst/>
      </dsp:spPr>
      <dsp:style>
        <a:lnRef idx="0">
          <a:scrgbClr r="0" g="0" b="0"/>
        </a:lnRef>
        <a:fillRef idx="1">
          <a:scrgbClr r="0" g="0" b="0"/>
        </a:fillRef>
        <a:effectRef idx="0">
          <a:scrgbClr r="0" g="0" b="0"/>
        </a:effectRef>
        <a:fontRef idx="minor"/>
      </dsp:style>
    </dsp:sp>
    <dsp:sp modelId="{2CABD004-2939-42D8-8606-EFD295ADC097}">
      <dsp:nvSpPr>
        <dsp:cNvPr id="0" name=""/>
        <dsp:cNvSpPr/>
      </dsp:nvSpPr>
      <dsp:spPr>
        <a:xfrm>
          <a:off x="227827" y="2055865"/>
          <a:ext cx="414231" cy="414231"/>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5D03D9F-4C8A-4F22-980C-72AA48D84486}">
      <dsp:nvSpPr>
        <dsp:cNvPr id="0" name=""/>
        <dsp:cNvSpPr/>
      </dsp:nvSpPr>
      <dsp:spPr>
        <a:xfrm>
          <a:off x="869886" y="1886407"/>
          <a:ext cx="56579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90000"/>
            </a:lnSpc>
            <a:spcBef>
              <a:spcPct val="0"/>
            </a:spcBef>
            <a:spcAft>
              <a:spcPct val="35000"/>
            </a:spcAft>
            <a:buNone/>
          </a:pPr>
          <a:r>
            <a:rPr lang="en-US" sz="1900" b="1" u="sng" kern="1200" dirty="0"/>
            <a:t>A</a:t>
          </a:r>
          <a:r>
            <a:rPr lang="en-US" sz="1900" kern="1200" dirty="0"/>
            <a:t>utonomy : need for control.</a:t>
          </a:r>
        </a:p>
      </dsp:txBody>
      <dsp:txXfrm>
        <a:off x="869886" y="1886407"/>
        <a:ext cx="5657913" cy="753148"/>
      </dsp:txXfrm>
    </dsp:sp>
    <dsp:sp modelId="{BFF606F4-4881-4EF7-8733-A5C4B392D311}">
      <dsp:nvSpPr>
        <dsp:cNvPr id="0" name=""/>
        <dsp:cNvSpPr/>
      </dsp:nvSpPr>
      <dsp:spPr>
        <a:xfrm>
          <a:off x="0" y="2827842"/>
          <a:ext cx="6527800" cy="753148"/>
        </a:xfrm>
        <a:prstGeom prst="roundRect">
          <a:avLst>
            <a:gd name="adj" fmla="val 10000"/>
          </a:avLst>
        </a:prstGeom>
        <a:noFill/>
        <a:ln w="28575">
          <a:solidFill>
            <a:schemeClr val="accent1"/>
          </a:solidFill>
        </a:ln>
        <a:effectLst/>
      </dsp:spPr>
      <dsp:style>
        <a:lnRef idx="0">
          <a:scrgbClr r="0" g="0" b="0"/>
        </a:lnRef>
        <a:fillRef idx="1">
          <a:scrgbClr r="0" g="0" b="0"/>
        </a:fillRef>
        <a:effectRef idx="0">
          <a:scrgbClr r="0" g="0" b="0"/>
        </a:effectRef>
        <a:fontRef idx="minor"/>
      </dsp:style>
    </dsp:sp>
    <dsp:sp modelId="{D1630B8A-748E-4458-9F8C-179A6B090759}">
      <dsp:nvSpPr>
        <dsp:cNvPr id="0" name=""/>
        <dsp:cNvSpPr/>
      </dsp:nvSpPr>
      <dsp:spPr>
        <a:xfrm>
          <a:off x="227827" y="2997301"/>
          <a:ext cx="414231" cy="41423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BA78B96-56A9-4BA3-9367-E51E872DA759}">
      <dsp:nvSpPr>
        <dsp:cNvPr id="0" name=""/>
        <dsp:cNvSpPr/>
      </dsp:nvSpPr>
      <dsp:spPr>
        <a:xfrm>
          <a:off x="869886" y="2827842"/>
          <a:ext cx="56579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90000"/>
            </a:lnSpc>
            <a:spcBef>
              <a:spcPct val="0"/>
            </a:spcBef>
            <a:spcAft>
              <a:spcPct val="35000"/>
            </a:spcAft>
            <a:buNone/>
          </a:pPr>
          <a:r>
            <a:rPr lang="en-US" sz="1900" b="1" u="sng" kern="1200" dirty="0"/>
            <a:t>R</a:t>
          </a:r>
          <a:r>
            <a:rPr lang="en-US" sz="1900" kern="1200" dirty="0"/>
            <a:t>elatedness : desire to belong/trust.</a:t>
          </a:r>
        </a:p>
      </dsp:txBody>
      <dsp:txXfrm>
        <a:off x="869886" y="2827842"/>
        <a:ext cx="5657913" cy="753148"/>
      </dsp:txXfrm>
    </dsp:sp>
    <dsp:sp modelId="{E4B207D3-8275-496D-9E03-339C5D3E1E6E}">
      <dsp:nvSpPr>
        <dsp:cNvPr id="0" name=""/>
        <dsp:cNvSpPr/>
      </dsp:nvSpPr>
      <dsp:spPr>
        <a:xfrm>
          <a:off x="0" y="3769278"/>
          <a:ext cx="6527800" cy="753148"/>
        </a:xfrm>
        <a:prstGeom prst="roundRect">
          <a:avLst>
            <a:gd name="adj" fmla="val 10000"/>
          </a:avLst>
        </a:prstGeom>
        <a:noFill/>
        <a:ln w="28575">
          <a:solidFill>
            <a:schemeClr val="accent1"/>
          </a:solidFill>
        </a:ln>
        <a:effectLst/>
      </dsp:spPr>
      <dsp:style>
        <a:lnRef idx="0">
          <a:scrgbClr r="0" g="0" b="0"/>
        </a:lnRef>
        <a:fillRef idx="1">
          <a:scrgbClr r="0" g="0" b="0"/>
        </a:fillRef>
        <a:effectRef idx="0">
          <a:scrgbClr r="0" g="0" b="0"/>
        </a:effectRef>
        <a:fontRef idx="minor"/>
      </dsp:style>
    </dsp:sp>
    <dsp:sp modelId="{DEB0A692-2535-41D2-893E-DDBDFA46484C}">
      <dsp:nvSpPr>
        <dsp:cNvPr id="0" name=""/>
        <dsp:cNvSpPr/>
      </dsp:nvSpPr>
      <dsp:spPr>
        <a:xfrm>
          <a:off x="227827" y="3938736"/>
          <a:ext cx="414231" cy="41423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E99D030-A7A1-4E3F-94F2-C764C8B15D99}">
      <dsp:nvSpPr>
        <dsp:cNvPr id="0" name=""/>
        <dsp:cNvSpPr/>
      </dsp:nvSpPr>
      <dsp:spPr>
        <a:xfrm>
          <a:off x="869886" y="3769278"/>
          <a:ext cx="5657913" cy="7531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9708" tIns="79708" rIns="79708" bIns="79708" numCol="1" spcCol="1270" anchor="ctr" anchorCtr="0">
          <a:noAutofit/>
        </a:bodyPr>
        <a:lstStyle/>
        <a:p>
          <a:pPr marL="0" lvl="0" indent="0" algn="l" defTabSz="844550">
            <a:lnSpc>
              <a:spcPct val="90000"/>
            </a:lnSpc>
            <a:spcBef>
              <a:spcPct val="0"/>
            </a:spcBef>
            <a:spcAft>
              <a:spcPct val="35000"/>
            </a:spcAft>
            <a:buNone/>
          </a:pPr>
          <a:r>
            <a:rPr lang="en-US" sz="1900" b="1" u="sng" kern="1200" dirty="0"/>
            <a:t>F</a:t>
          </a:r>
          <a:r>
            <a:rPr lang="en-US" sz="1900" kern="1200" dirty="0"/>
            <a:t>airness : need for just treatment.</a:t>
          </a:r>
        </a:p>
      </dsp:txBody>
      <dsp:txXfrm>
        <a:off x="869886" y="3769278"/>
        <a:ext cx="5657913" cy="7531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6C98D0-FBA4-4E18-A52E-F918B2D37C43}">
      <dsp:nvSpPr>
        <dsp:cNvPr id="0" name=""/>
        <dsp:cNvSpPr/>
      </dsp:nvSpPr>
      <dsp:spPr>
        <a:xfrm>
          <a:off x="1976400" y="695887"/>
          <a:ext cx="1944000" cy="194400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6EF919E-A4BA-49BA-8424-E5AC852B3DDD}">
      <dsp:nvSpPr>
        <dsp:cNvPr id="0" name=""/>
        <dsp:cNvSpPr/>
      </dsp:nvSpPr>
      <dsp:spPr>
        <a:xfrm>
          <a:off x="788400" y="3110075"/>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90000"/>
            </a:lnSpc>
            <a:spcBef>
              <a:spcPct val="0"/>
            </a:spcBef>
            <a:spcAft>
              <a:spcPct val="35000"/>
            </a:spcAft>
            <a:buNone/>
          </a:pPr>
          <a:r>
            <a:rPr lang="en-US" sz="5000" kern="1200"/>
            <a:t>Fight</a:t>
          </a:r>
        </a:p>
      </dsp:txBody>
      <dsp:txXfrm>
        <a:off x="788400" y="3110075"/>
        <a:ext cx="4320000" cy="720000"/>
      </dsp:txXfrm>
    </dsp:sp>
    <dsp:sp modelId="{367D618F-3133-4124-BD16-956710480B38}">
      <dsp:nvSpPr>
        <dsp:cNvPr id="0" name=""/>
        <dsp:cNvSpPr/>
      </dsp:nvSpPr>
      <dsp:spPr>
        <a:xfrm>
          <a:off x="7052400" y="695887"/>
          <a:ext cx="1944000" cy="1944000"/>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A147AB0-50C0-4DE3-A37D-47D1E58696DF}">
      <dsp:nvSpPr>
        <dsp:cNvPr id="0" name=""/>
        <dsp:cNvSpPr/>
      </dsp:nvSpPr>
      <dsp:spPr>
        <a:xfrm>
          <a:off x="5864400" y="3110075"/>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2222500">
            <a:lnSpc>
              <a:spcPct val="90000"/>
            </a:lnSpc>
            <a:spcBef>
              <a:spcPct val="0"/>
            </a:spcBef>
            <a:spcAft>
              <a:spcPct val="35000"/>
            </a:spcAft>
            <a:buNone/>
          </a:pPr>
          <a:r>
            <a:rPr lang="en-US" sz="5000" kern="1200"/>
            <a:t>Flight</a:t>
          </a:r>
        </a:p>
      </dsp:txBody>
      <dsp:txXfrm>
        <a:off x="5864400" y="3110075"/>
        <a:ext cx="432000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02C65F-96CD-4C35-BAE9-41AB43C0795A}">
      <dsp:nvSpPr>
        <dsp:cNvPr id="0" name=""/>
        <dsp:cNvSpPr/>
      </dsp:nvSpPr>
      <dsp:spPr>
        <a:xfrm>
          <a:off x="1747800" y="437114"/>
          <a:ext cx="1944000" cy="194400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8FD987D-AC67-4814-905E-8AA020DE24C8}">
      <dsp:nvSpPr>
        <dsp:cNvPr id="0" name=""/>
        <dsp:cNvSpPr/>
      </dsp:nvSpPr>
      <dsp:spPr>
        <a:xfrm>
          <a:off x="559800" y="285132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pPr>
          <a:r>
            <a:rPr lang="en-GB" sz="3200" kern="1200" dirty="0">
              <a:solidFill>
                <a:schemeClr val="tx2"/>
              </a:solidFill>
              <a:latin typeface="Arial" panose="020B0604020202020204" pitchFamily="34" charset="0"/>
              <a:cs typeface="Arial" panose="020B0604020202020204" pitchFamily="34" charset="0"/>
            </a:rPr>
            <a:t>Personal Ambitions</a:t>
          </a:r>
        </a:p>
      </dsp:txBody>
      <dsp:txXfrm>
        <a:off x="559800" y="2851323"/>
        <a:ext cx="4320000" cy="720000"/>
      </dsp:txXfrm>
    </dsp:sp>
    <dsp:sp modelId="{F98DF492-E081-4658-97B8-2C3195BB4D21}">
      <dsp:nvSpPr>
        <dsp:cNvPr id="0" name=""/>
        <dsp:cNvSpPr/>
      </dsp:nvSpPr>
      <dsp:spPr>
        <a:xfrm>
          <a:off x="6823800" y="43711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9F76430-D5E9-4A1D-8084-59801879FF5D}">
      <dsp:nvSpPr>
        <dsp:cNvPr id="0" name=""/>
        <dsp:cNvSpPr/>
      </dsp:nvSpPr>
      <dsp:spPr>
        <a:xfrm>
          <a:off x="5635800" y="2851323"/>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pPr>
          <a:r>
            <a:rPr lang="en-GB" sz="3200" kern="1200" dirty="0">
              <a:solidFill>
                <a:schemeClr val="tx2"/>
              </a:solidFill>
              <a:latin typeface="Arial" panose="020B0604020202020204" pitchFamily="34" charset="0"/>
              <a:cs typeface="Arial" panose="020B0604020202020204" pitchFamily="34" charset="0"/>
            </a:rPr>
            <a:t>Prior Experiences</a:t>
          </a:r>
        </a:p>
      </dsp:txBody>
      <dsp:txXfrm>
        <a:off x="5635800" y="2851323"/>
        <a:ext cx="432000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C0DD99-35FF-432B-8623-BC737E94BB19}">
      <dsp:nvSpPr>
        <dsp:cNvPr id="0" name=""/>
        <dsp:cNvSpPr/>
      </dsp:nvSpPr>
      <dsp:spPr>
        <a:xfrm>
          <a:off x="959850" y="983500"/>
          <a:ext cx="1454962" cy="14549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7A3A747-2175-4F0F-BC68-C8A812D98087}">
      <dsp:nvSpPr>
        <dsp:cNvPr id="0" name=""/>
        <dsp:cNvSpPr/>
      </dsp:nvSpPr>
      <dsp:spPr>
        <a:xfrm>
          <a:off x="70706" y="2822462"/>
          <a:ext cx="32332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pPr>
          <a:r>
            <a:rPr lang="en-US" sz="3600" kern="1200"/>
            <a:t>Budget</a:t>
          </a:r>
        </a:p>
      </dsp:txBody>
      <dsp:txXfrm>
        <a:off x="70706" y="2822462"/>
        <a:ext cx="3233249" cy="720000"/>
      </dsp:txXfrm>
    </dsp:sp>
    <dsp:sp modelId="{E32953FE-13D0-42A4-8369-48EABA324BB7}">
      <dsp:nvSpPr>
        <dsp:cNvPr id="0" name=""/>
        <dsp:cNvSpPr/>
      </dsp:nvSpPr>
      <dsp:spPr>
        <a:xfrm>
          <a:off x="4758918" y="983500"/>
          <a:ext cx="1454962" cy="1454962"/>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718D3AA-D554-4B68-A704-46C3B2679AF5}">
      <dsp:nvSpPr>
        <dsp:cNvPr id="0" name=""/>
        <dsp:cNvSpPr/>
      </dsp:nvSpPr>
      <dsp:spPr>
        <a:xfrm>
          <a:off x="3869775" y="2822462"/>
          <a:ext cx="32332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pPr>
          <a:r>
            <a:rPr lang="en-US" sz="3600" kern="1200" dirty="0"/>
            <a:t>Timeline</a:t>
          </a:r>
        </a:p>
      </dsp:txBody>
      <dsp:txXfrm>
        <a:off x="3869775" y="2822462"/>
        <a:ext cx="3233249" cy="720000"/>
      </dsp:txXfrm>
    </dsp:sp>
    <dsp:sp modelId="{7402B0B7-793E-4843-AF28-0817558F71E7}">
      <dsp:nvSpPr>
        <dsp:cNvPr id="0" name=""/>
        <dsp:cNvSpPr/>
      </dsp:nvSpPr>
      <dsp:spPr>
        <a:xfrm>
          <a:off x="8557987" y="983500"/>
          <a:ext cx="1454962" cy="1454962"/>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945AD4F-CD1D-1C46-A4C2-C5DCAB798E60}">
      <dsp:nvSpPr>
        <dsp:cNvPr id="0" name=""/>
        <dsp:cNvSpPr/>
      </dsp:nvSpPr>
      <dsp:spPr>
        <a:xfrm>
          <a:off x="7668843" y="2822462"/>
          <a:ext cx="3233249"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pPr>
          <a:r>
            <a:rPr lang="en-US" sz="3600" kern="1200" dirty="0"/>
            <a:t>Scope</a:t>
          </a:r>
        </a:p>
      </dsp:txBody>
      <dsp:txXfrm>
        <a:off x="7668843" y="2822462"/>
        <a:ext cx="3233249"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716888-5FFD-474F-AD57-4AC70FF07A82}" type="datetimeFigureOut">
              <a:rPr lang="en-US" smtClean="0"/>
              <a:t>8/21/25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807901-BB8B-7E4D-8FB9-39CBADF67B3C}" type="slidenum">
              <a:rPr lang="en-US" smtClean="0"/>
              <a:t>‹#›</a:t>
            </a:fld>
            <a:endParaRPr lang="en-US"/>
          </a:p>
        </p:txBody>
      </p:sp>
    </p:spTree>
    <p:extLst>
      <p:ext uri="{BB962C8B-B14F-4D97-AF65-F5344CB8AC3E}">
        <p14:creationId xmlns:p14="http://schemas.microsoft.com/office/powerpoint/2010/main" val="2134162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807901-BB8B-7E4D-8FB9-39CBADF67B3C}" type="slidenum">
              <a:rPr lang="en-US" smtClean="0"/>
              <a:t>1</a:t>
            </a:fld>
            <a:endParaRPr lang="en-US"/>
          </a:p>
        </p:txBody>
      </p:sp>
    </p:spTree>
    <p:extLst>
      <p:ext uri="{BB962C8B-B14F-4D97-AF65-F5344CB8AC3E}">
        <p14:creationId xmlns:p14="http://schemas.microsoft.com/office/powerpoint/2010/main" val="33268274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dirty="0">
                <a:solidFill>
                  <a:schemeClr val="tx1"/>
                </a:solidFill>
                <a:effectLst/>
                <a:latin typeface="+mn-lt"/>
                <a:ea typeface="+mn-ea"/>
                <a:cs typeface="+mn-cs"/>
              </a:rPr>
              <a:t>from David Rock, </a:t>
            </a:r>
            <a:r>
              <a:rPr lang="en-US" sz="1200" b="0" i="0" u="none" strike="noStrike" kern="1200" dirty="0" err="1">
                <a:solidFill>
                  <a:schemeClr val="tx1"/>
                </a:solidFill>
                <a:effectLst/>
                <a:latin typeface="+mn-lt"/>
                <a:ea typeface="+mn-ea"/>
                <a:cs typeface="+mn-cs"/>
              </a:rPr>
              <a:t>NeuroLeadership</a:t>
            </a:r>
            <a:r>
              <a:rPr lang="en-US" sz="1200" b="0" i="0" u="none" strike="noStrike" kern="1200" dirty="0">
                <a:solidFill>
                  <a:schemeClr val="tx1"/>
                </a:solidFill>
                <a:effectLst/>
                <a:latin typeface="+mn-lt"/>
                <a:ea typeface="+mn-ea"/>
                <a:cs typeface="+mn-cs"/>
              </a:rPr>
              <a:t> Institute</a:t>
            </a:r>
          </a:p>
          <a:p>
            <a:endParaRPr lang="en-US" sz="1200" b="0" i="0" u="none" strike="noStrike" kern="1200" dirty="0">
              <a:solidFill>
                <a:schemeClr val="tx1"/>
              </a:solidFill>
              <a:effectLst/>
              <a:latin typeface="+mn-lt"/>
              <a:ea typeface="+mn-ea"/>
              <a:cs typeface="+mn-cs"/>
            </a:endParaRPr>
          </a:p>
          <a:p>
            <a:r>
              <a:rPr lang="en-US" sz="1200" b="0" i="0" u="none" strike="noStrike" kern="1200" dirty="0">
                <a:solidFill>
                  <a:schemeClr val="tx1"/>
                </a:solidFill>
                <a:effectLst/>
                <a:latin typeface="+mn-lt"/>
                <a:ea typeface="+mn-ea"/>
                <a:cs typeface="+mn-cs"/>
              </a:rPr>
              <a:t>SCARF identifies </a:t>
            </a:r>
            <a:r>
              <a:rPr lang="en-US" sz="1200" b="1" i="0" u="none" strike="noStrike" kern="1200" dirty="0">
                <a:solidFill>
                  <a:schemeClr val="tx1"/>
                </a:solidFill>
                <a:effectLst/>
                <a:latin typeface="+mn-lt"/>
                <a:ea typeface="+mn-ea"/>
                <a:cs typeface="+mn-cs"/>
              </a:rPr>
              <a:t>five social domains</a:t>
            </a:r>
            <a:r>
              <a:rPr lang="en-US" sz="1200" b="0" i="0" u="none" strike="noStrike" kern="1200" dirty="0">
                <a:solidFill>
                  <a:schemeClr val="tx1"/>
                </a:solidFill>
                <a:effectLst/>
                <a:latin typeface="+mn-lt"/>
                <a:ea typeface="+mn-ea"/>
                <a:cs typeface="+mn-cs"/>
              </a:rPr>
              <a:t> that drive human behavior in interactions. Each domain can trigger either a </a:t>
            </a:r>
            <a:r>
              <a:rPr lang="en-US" sz="1200" b="1" i="0" u="none" strike="noStrike" kern="1200" dirty="0">
                <a:solidFill>
                  <a:schemeClr val="tx1"/>
                </a:solidFill>
                <a:effectLst/>
                <a:latin typeface="+mn-lt"/>
                <a:ea typeface="+mn-ea"/>
                <a:cs typeface="+mn-cs"/>
              </a:rPr>
              <a:t>reward response</a:t>
            </a:r>
            <a:r>
              <a:rPr lang="en-US" sz="1200" b="0" i="0" u="none" strike="noStrike" kern="1200" dirty="0">
                <a:solidFill>
                  <a:schemeClr val="tx1"/>
                </a:solidFill>
                <a:effectLst/>
                <a:latin typeface="+mn-lt"/>
                <a:ea typeface="+mn-ea"/>
                <a:cs typeface="+mn-cs"/>
              </a:rPr>
              <a:t> (positive engagement) or a </a:t>
            </a:r>
            <a:r>
              <a:rPr lang="en-US" sz="1200" b="1" i="0" u="none" strike="noStrike" kern="1200" dirty="0">
                <a:solidFill>
                  <a:schemeClr val="tx1"/>
                </a:solidFill>
                <a:effectLst/>
                <a:latin typeface="+mn-lt"/>
                <a:ea typeface="+mn-ea"/>
                <a:cs typeface="+mn-cs"/>
              </a:rPr>
              <a:t>threat response</a:t>
            </a:r>
            <a:r>
              <a:rPr lang="en-US" sz="1200" b="0" i="0" u="none" strike="noStrike" kern="1200" dirty="0">
                <a:solidFill>
                  <a:schemeClr val="tx1"/>
                </a:solidFill>
                <a:effectLst/>
                <a:latin typeface="+mn-lt"/>
                <a:ea typeface="+mn-ea"/>
                <a:cs typeface="+mn-cs"/>
              </a:rPr>
              <a:t> (defensiveness, resistance).</a:t>
            </a:r>
          </a:p>
          <a:p>
            <a:endParaRPr lang="en-US" sz="1200" b="1"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Status</a:t>
            </a:r>
            <a:r>
              <a:rPr lang="en-US" sz="1200" b="0" i="0" u="none" strike="noStrike" kern="1200" dirty="0">
                <a:solidFill>
                  <a:schemeClr val="tx1"/>
                </a:solidFill>
                <a:effectLst/>
                <a:latin typeface="+mn-lt"/>
                <a:ea typeface="+mn-ea"/>
                <a:cs typeface="+mn-cs"/>
              </a:rPr>
              <a:t> – Our relative importance to others.</a:t>
            </a:r>
          </a:p>
          <a:p>
            <a:pPr lvl="1"/>
            <a:r>
              <a:rPr lang="en-US" sz="1200" b="0" i="0" u="none" strike="noStrike" kern="1200" dirty="0">
                <a:solidFill>
                  <a:schemeClr val="tx1"/>
                </a:solidFill>
                <a:effectLst/>
                <a:latin typeface="+mn-lt"/>
                <a:ea typeface="+mn-ea"/>
                <a:cs typeface="+mn-cs"/>
              </a:rPr>
              <a:t>Stakeholders are motivated when they feel </a:t>
            </a:r>
            <a:r>
              <a:rPr lang="en-US" sz="1200" b="0" i="0" u="none" strike="noStrike" kern="1200" dirty="0" err="1">
                <a:solidFill>
                  <a:schemeClr val="tx1"/>
                </a:solidFill>
                <a:effectLst/>
                <a:latin typeface="+mn-lt"/>
                <a:ea typeface="+mn-ea"/>
                <a:cs typeface="+mn-cs"/>
              </a:rPr>
              <a:t>recognised</a:t>
            </a:r>
            <a:r>
              <a:rPr lang="en-US" sz="1200" b="0" i="0" u="none" strike="noStrike" kern="1200" dirty="0">
                <a:solidFill>
                  <a:schemeClr val="tx1"/>
                </a:solidFill>
                <a:effectLst/>
                <a:latin typeface="+mn-lt"/>
                <a:ea typeface="+mn-ea"/>
                <a:cs typeface="+mn-cs"/>
              </a:rPr>
              <a:t>, valued, or seen as influential.</a:t>
            </a:r>
          </a:p>
          <a:p>
            <a:pPr lvl="1"/>
            <a:r>
              <a:rPr lang="en-US" sz="1200" b="0" i="1" u="none" strike="noStrike" kern="1200" dirty="0">
                <a:solidFill>
                  <a:schemeClr val="tx1"/>
                </a:solidFill>
                <a:effectLst/>
                <a:latin typeface="+mn-lt"/>
                <a:ea typeface="+mn-ea"/>
                <a:cs typeface="+mn-cs"/>
              </a:rPr>
              <a:t>Threat response:</a:t>
            </a:r>
            <a:r>
              <a:rPr lang="en-US" sz="1200" b="0" i="0" u="none" strike="noStrike" kern="1200" dirty="0">
                <a:solidFill>
                  <a:schemeClr val="tx1"/>
                </a:solidFill>
                <a:effectLst/>
                <a:latin typeface="+mn-lt"/>
                <a:ea typeface="+mn-ea"/>
                <a:cs typeface="+mn-cs"/>
              </a:rPr>
              <a:t> Feeling overlooked, undermined, or disrespected.</a:t>
            </a:r>
          </a:p>
          <a:p>
            <a:pPr lvl="1"/>
            <a:r>
              <a:rPr lang="en-US" sz="1200" b="0" i="1" u="none" strike="noStrike" kern="1200" dirty="0">
                <a:solidFill>
                  <a:schemeClr val="tx1"/>
                </a:solidFill>
                <a:effectLst/>
                <a:latin typeface="+mn-lt"/>
                <a:ea typeface="+mn-ea"/>
                <a:cs typeface="+mn-cs"/>
              </a:rPr>
              <a:t>Reward response:</a:t>
            </a:r>
            <a:r>
              <a:rPr lang="en-US" sz="1200" b="0" i="0" u="none" strike="noStrike" kern="1200" dirty="0">
                <a:solidFill>
                  <a:schemeClr val="tx1"/>
                </a:solidFill>
                <a:effectLst/>
                <a:latin typeface="+mn-lt"/>
                <a:ea typeface="+mn-ea"/>
                <a:cs typeface="+mn-cs"/>
              </a:rPr>
              <a:t> Being acknowledged publicly, invited to key decisions, or credited for success.</a:t>
            </a:r>
          </a:p>
          <a:p>
            <a:endParaRPr lang="en-US" sz="1200" b="1"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Certainty</a:t>
            </a:r>
            <a:r>
              <a:rPr lang="en-US" sz="1200" b="0" i="0" u="none" strike="noStrike" kern="1200" dirty="0">
                <a:solidFill>
                  <a:schemeClr val="tx1"/>
                </a:solidFill>
                <a:effectLst/>
                <a:latin typeface="+mn-lt"/>
                <a:ea typeface="+mn-ea"/>
                <a:cs typeface="+mn-cs"/>
              </a:rPr>
              <a:t> – The brain’s need for clarity and predictability.</a:t>
            </a:r>
          </a:p>
          <a:p>
            <a:pPr lvl="1"/>
            <a:r>
              <a:rPr lang="en-US" sz="1200" b="0" i="0" u="none" strike="noStrike" kern="1200" dirty="0">
                <a:solidFill>
                  <a:schemeClr val="tx1"/>
                </a:solidFill>
                <a:effectLst/>
                <a:latin typeface="+mn-lt"/>
                <a:ea typeface="+mn-ea"/>
                <a:cs typeface="+mn-cs"/>
              </a:rPr>
              <a:t>Stakeholders want to know what to expect and where things are going.</a:t>
            </a:r>
          </a:p>
          <a:p>
            <a:pPr lvl="1"/>
            <a:r>
              <a:rPr lang="en-US" sz="1200" b="0" i="1" u="none" strike="noStrike" kern="1200" dirty="0">
                <a:solidFill>
                  <a:schemeClr val="tx1"/>
                </a:solidFill>
                <a:effectLst/>
                <a:latin typeface="+mn-lt"/>
                <a:ea typeface="+mn-ea"/>
                <a:cs typeface="+mn-cs"/>
              </a:rPr>
              <a:t>Threat response:</a:t>
            </a:r>
            <a:r>
              <a:rPr lang="en-US" sz="1200" b="0" i="0" u="none" strike="noStrike" kern="1200" dirty="0">
                <a:solidFill>
                  <a:schemeClr val="tx1"/>
                </a:solidFill>
                <a:effectLst/>
                <a:latin typeface="+mn-lt"/>
                <a:ea typeface="+mn-ea"/>
                <a:cs typeface="+mn-cs"/>
              </a:rPr>
              <a:t> Ambiguity about timelines, scope creep, unclear roadmaps.</a:t>
            </a:r>
          </a:p>
          <a:p>
            <a:pPr lvl="1"/>
            <a:r>
              <a:rPr lang="en-US" sz="1200" b="0" i="1" u="none" strike="noStrike" kern="1200" dirty="0">
                <a:solidFill>
                  <a:schemeClr val="tx1"/>
                </a:solidFill>
                <a:effectLst/>
                <a:latin typeface="+mn-lt"/>
                <a:ea typeface="+mn-ea"/>
                <a:cs typeface="+mn-cs"/>
              </a:rPr>
              <a:t>Reward response:</a:t>
            </a:r>
            <a:r>
              <a:rPr lang="en-US" sz="1200" b="0" i="0" u="none" strike="noStrike" kern="1200" dirty="0">
                <a:solidFill>
                  <a:schemeClr val="tx1"/>
                </a:solidFill>
                <a:effectLst/>
                <a:latin typeface="+mn-lt"/>
                <a:ea typeface="+mn-ea"/>
                <a:cs typeface="+mn-cs"/>
              </a:rPr>
              <a:t> Clear milestones, transparent communication, defined next steps.</a:t>
            </a:r>
          </a:p>
          <a:p>
            <a:endParaRPr lang="en-US" sz="1200" b="1"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Autonomy</a:t>
            </a:r>
            <a:r>
              <a:rPr lang="en-US" sz="1200" b="0" i="0" u="none" strike="noStrike" kern="1200" dirty="0">
                <a:solidFill>
                  <a:schemeClr val="tx1"/>
                </a:solidFill>
                <a:effectLst/>
                <a:latin typeface="+mn-lt"/>
                <a:ea typeface="+mn-ea"/>
                <a:cs typeface="+mn-cs"/>
              </a:rPr>
              <a:t> – The sense of control over events and choices.</a:t>
            </a:r>
          </a:p>
          <a:p>
            <a:pPr lvl="1"/>
            <a:r>
              <a:rPr lang="en-US" sz="1200" b="0" i="0" u="none" strike="noStrike" kern="1200" dirty="0">
                <a:solidFill>
                  <a:schemeClr val="tx1"/>
                </a:solidFill>
                <a:effectLst/>
                <a:latin typeface="+mn-lt"/>
                <a:ea typeface="+mn-ea"/>
                <a:cs typeface="+mn-cs"/>
              </a:rPr>
              <a:t>Stakeholders engage more when they feel they have influence over decisions.</a:t>
            </a:r>
          </a:p>
          <a:p>
            <a:pPr lvl="1"/>
            <a:r>
              <a:rPr lang="en-US" sz="1200" b="0" i="1" u="none" strike="noStrike" kern="1200" dirty="0">
                <a:solidFill>
                  <a:schemeClr val="tx1"/>
                </a:solidFill>
                <a:effectLst/>
                <a:latin typeface="+mn-lt"/>
                <a:ea typeface="+mn-ea"/>
                <a:cs typeface="+mn-cs"/>
              </a:rPr>
              <a:t>Threat response:</a:t>
            </a:r>
            <a:r>
              <a:rPr lang="en-US" sz="1200" b="0" i="0" u="none" strike="noStrike" kern="1200" dirty="0">
                <a:solidFill>
                  <a:schemeClr val="tx1"/>
                </a:solidFill>
                <a:effectLst/>
                <a:latin typeface="+mn-lt"/>
                <a:ea typeface="+mn-ea"/>
                <a:cs typeface="+mn-cs"/>
              </a:rPr>
              <a:t> Micromanagement, forced decisions, no say in outcomes.</a:t>
            </a:r>
          </a:p>
          <a:p>
            <a:pPr lvl="1"/>
            <a:r>
              <a:rPr lang="en-US" sz="1200" b="0" i="1" u="none" strike="noStrike" kern="1200" dirty="0">
                <a:solidFill>
                  <a:schemeClr val="tx1"/>
                </a:solidFill>
                <a:effectLst/>
                <a:latin typeface="+mn-lt"/>
                <a:ea typeface="+mn-ea"/>
                <a:cs typeface="+mn-cs"/>
              </a:rPr>
              <a:t>Reward response:</a:t>
            </a:r>
            <a:r>
              <a:rPr lang="en-US" sz="1200" b="0" i="0" u="none" strike="noStrike" kern="1200" dirty="0">
                <a:solidFill>
                  <a:schemeClr val="tx1"/>
                </a:solidFill>
                <a:effectLst/>
                <a:latin typeface="+mn-lt"/>
                <a:ea typeface="+mn-ea"/>
                <a:cs typeface="+mn-cs"/>
              </a:rPr>
              <a:t> Options, choice in how to proceed, delegation of responsibility.</a:t>
            </a:r>
          </a:p>
          <a:p>
            <a:endParaRPr lang="en-US" sz="1200" b="1"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Relatedness</a:t>
            </a:r>
            <a:r>
              <a:rPr lang="en-US" sz="1200" b="0" i="0" u="none" strike="noStrike" kern="1200" dirty="0">
                <a:solidFill>
                  <a:schemeClr val="tx1"/>
                </a:solidFill>
                <a:effectLst/>
                <a:latin typeface="+mn-lt"/>
                <a:ea typeface="+mn-ea"/>
                <a:cs typeface="+mn-cs"/>
              </a:rPr>
              <a:t> – The sense of safety and belonging with others.</a:t>
            </a:r>
          </a:p>
          <a:p>
            <a:pPr lvl="1"/>
            <a:r>
              <a:rPr lang="en-US" sz="1200" b="0" i="0" u="none" strike="noStrike" kern="1200" dirty="0">
                <a:solidFill>
                  <a:schemeClr val="tx1"/>
                </a:solidFill>
                <a:effectLst/>
                <a:latin typeface="+mn-lt"/>
                <a:ea typeface="+mn-ea"/>
                <a:cs typeface="+mn-cs"/>
              </a:rPr>
              <a:t>Stakeholders thrive when they trust the team and feel part of a group.</a:t>
            </a:r>
          </a:p>
          <a:p>
            <a:pPr lvl="1"/>
            <a:r>
              <a:rPr lang="en-US" sz="1200" b="0" i="1" u="none" strike="noStrike" kern="1200" dirty="0">
                <a:solidFill>
                  <a:schemeClr val="tx1"/>
                </a:solidFill>
                <a:effectLst/>
                <a:latin typeface="+mn-lt"/>
                <a:ea typeface="+mn-ea"/>
                <a:cs typeface="+mn-cs"/>
              </a:rPr>
              <a:t>Threat response:</a:t>
            </a:r>
            <a:r>
              <a:rPr lang="en-US" sz="1200" b="0" i="0" u="none" strike="noStrike" kern="1200" dirty="0">
                <a:solidFill>
                  <a:schemeClr val="tx1"/>
                </a:solidFill>
                <a:effectLst/>
                <a:latin typeface="+mn-lt"/>
                <a:ea typeface="+mn-ea"/>
                <a:cs typeface="+mn-cs"/>
              </a:rPr>
              <a:t> Us vs. them dynamics, exclusion from discussions.</a:t>
            </a:r>
          </a:p>
          <a:p>
            <a:pPr lvl="1"/>
            <a:r>
              <a:rPr lang="en-US" sz="1200" b="0" i="1" u="none" strike="noStrike" kern="1200" dirty="0">
                <a:solidFill>
                  <a:schemeClr val="tx1"/>
                </a:solidFill>
                <a:effectLst/>
                <a:latin typeface="+mn-lt"/>
                <a:ea typeface="+mn-ea"/>
                <a:cs typeface="+mn-cs"/>
              </a:rPr>
              <a:t>Reward response:</a:t>
            </a:r>
            <a:r>
              <a:rPr lang="en-US" sz="1200" b="0" i="0" u="none" strike="noStrike" kern="1200" dirty="0">
                <a:solidFill>
                  <a:schemeClr val="tx1"/>
                </a:solidFill>
                <a:effectLst/>
                <a:latin typeface="+mn-lt"/>
                <a:ea typeface="+mn-ea"/>
                <a:cs typeface="+mn-cs"/>
              </a:rPr>
              <a:t> Inclusion, shared language, informal trust-building.</a:t>
            </a:r>
          </a:p>
          <a:p>
            <a:endParaRPr lang="en-US" sz="1200" b="1" i="0" u="none" strike="noStrike" kern="1200" dirty="0">
              <a:solidFill>
                <a:schemeClr val="tx1"/>
              </a:solidFill>
              <a:effectLst/>
              <a:latin typeface="+mn-lt"/>
              <a:ea typeface="+mn-ea"/>
              <a:cs typeface="+mn-cs"/>
            </a:endParaRPr>
          </a:p>
          <a:p>
            <a:r>
              <a:rPr lang="en-US" sz="1200" b="1" i="0" u="none" strike="noStrike" kern="1200" dirty="0">
                <a:solidFill>
                  <a:schemeClr val="tx1"/>
                </a:solidFill>
                <a:effectLst/>
                <a:latin typeface="+mn-lt"/>
                <a:ea typeface="+mn-ea"/>
                <a:cs typeface="+mn-cs"/>
              </a:rPr>
              <a:t>Fairness</a:t>
            </a:r>
            <a:r>
              <a:rPr lang="en-US" sz="1200" b="0" i="0" u="none" strike="noStrike" kern="1200" dirty="0">
                <a:solidFill>
                  <a:schemeClr val="tx1"/>
                </a:solidFill>
                <a:effectLst/>
                <a:latin typeface="+mn-lt"/>
                <a:ea typeface="+mn-ea"/>
                <a:cs typeface="+mn-cs"/>
              </a:rPr>
              <a:t> – Perception of fair exchanges and just treatment.</a:t>
            </a:r>
          </a:p>
          <a:p>
            <a:pPr lvl="1"/>
            <a:r>
              <a:rPr lang="en-US" sz="1200" b="0" i="0" u="none" strike="noStrike" kern="1200" dirty="0">
                <a:solidFill>
                  <a:schemeClr val="tx1"/>
                </a:solidFill>
                <a:effectLst/>
                <a:latin typeface="+mn-lt"/>
                <a:ea typeface="+mn-ea"/>
                <a:cs typeface="+mn-cs"/>
              </a:rPr>
              <a:t>Stakeholders react strongly to whether processes and outcomes feel equitable.</a:t>
            </a:r>
          </a:p>
          <a:p>
            <a:pPr lvl="1"/>
            <a:r>
              <a:rPr lang="en-US" sz="1200" b="0" i="1" u="none" strike="noStrike" kern="1200" dirty="0">
                <a:solidFill>
                  <a:schemeClr val="tx1"/>
                </a:solidFill>
                <a:effectLst/>
                <a:latin typeface="+mn-lt"/>
                <a:ea typeface="+mn-ea"/>
                <a:cs typeface="+mn-cs"/>
              </a:rPr>
              <a:t>Threat response:</a:t>
            </a:r>
            <a:r>
              <a:rPr lang="en-US" sz="1200" b="0" i="0" u="none" strike="noStrike" kern="1200" dirty="0">
                <a:solidFill>
                  <a:schemeClr val="tx1"/>
                </a:solidFill>
                <a:effectLst/>
                <a:latin typeface="+mn-lt"/>
                <a:ea typeface="+mn-ea"/>
                <a:cs typeface="+mn-cs"/>
              </a:rPr>
              <a:t> Favoritism, hidden agendas, unequal workloads.</a:t>
            </a:r>
          </a:p>
          <a:p>
            <a:pPr lvl="1"/>
            <a:r>
              <a:rPr lang="en-US" sz="1200" b="0" i="1" u="none" strike="noStrike" kern="1200" dirty="0">
                <a:solidFill>
                  <a:schemeClr val="tx1"/>
                </a:solidFill>
                <a:effectLst/>
                <a:latin typeface="+mn-lt"/>
                <a:ea typeface="+mn-ea"/>
                <a:cs typeface="+mn-cs"/>
              </a:rPr>
              <a:t>Reward response:</a:t>
            </a:r>
            <a:r>
              <a:rPr lang="en-US" sz="1200" b="0" i="0" u="none" strike="noStrike" kern="1200" dirty="0">
                <a:solidFill>
                  <a:schemeClr val="tx1"/>
                </a:solidFill>
                <a:effectLst/>
                <a:latin typeface="+mn-lt"/>
                <a:ea typeface="+mn-ea"/>
                <a:cs typeface="+mn-cs"/>
              </a:rPr>
              <a:t> Transparent criteria, even distribution of benefits/risks.</a:t>
            </a:r>
          </a:p>
          <a:p>
            <a:endParaRPr lang="en-US" dirty="0"/>
          </a:p>
        </p:txBody>
      </p:sp>
      <p:sp>
        <p:nvSpPr>
          <p:cNvPr id="4" name="Slide Number Placeholder 3"/>
          <p:cNvSpPr>
            <a:spLocks noGrp="1"/>
          </p:cNvSpPr>
          <p:nvPr>
            <p:ph type="sldNum" sz="quarter" idx="5"/>
          </p:nvPr>
        </p:nvSpPr>
        <p:spPr/>
        <p:txBody>
          <a:bodyPr/>
          <a:lstStyle/>
          <a:p>
            <a:fld id="{20807901-BB8B-7E4D-8FB9-39CBADF67B3C}" type="slidenum">
              <a:rPr lang="en-US" smtClean="0"/>
              <a:t>13</a:t>
            </a:fld>
            <a:endParaRPr lang="en-US"/>
          </a:p>
        </p:txBody>
      </p:sp>
    </p:spTree>
    <p:extLst>
      <p:ext uri="{BB962C8B-B14F-4D97-AF65-F5344CB8AC3E}">
        <p14:creationId xmlns:p14="http://schemas.microsoft.com/office/powerpoint/2010/main" val="1399845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807901-BB8B-7E4D-8FB9-39CBADF67B3C}" type="slidenum">
              <a:rPr lang="en-US" smtClean="0"/>
              <a:t>22</a:t>
            </a:fld>
            <a:endParaRPr lang="en-US"/>
          </a:p>
        </p:txBody>
      </p:sp>
    </p:spTree>
    <p:extLst>
      <p:ext uri="{BB962C8B-B14F-4D97-AF65-F5344CB8AC3E}">
        <p14:creationId xmlns:p14="http://schemas.microsoft.com/office/powerpoint/2010/main" val="1055473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kern="100" dirty="0">
                <a:solidFill>
                  <a:schemeClr val="dk1"/>
                </a:solidFill>
                <a:effectLst/>
                <a:latin typeface="Arial" panose="020B0604020202020204" pitchFamily="34" charset="0"/>
                <a:ea typeface="+mn-ea"/>
                <a:cs typeface="Arial" panose="020B0604020202020204" pitchFamily="34" charset="0"/>
              </a:rPr>
              <a:t>Maurizio joined GT in 2014. He is responsible for the </a:t>
            </a:r>
            <a:r>
              <a:rPr lang="en-IN" sz="1200" b="0" kern="100" dirty="0" err="1">
                <a:solidFill>
                  <a:schemeClr val="dk1"/>
                </a:solidFill>
                <a:effectLst/>
                <a:latin typeface="Arial" panose="020B0604020202020204" pitchFamily="34" charset="0"/>
                <a:ea typeface="+mn-ea"/>
                <a:cs typeface="Arial" panose="020B0604020202020204" pitchFamily="34" charset="0"/>
              </a:rPr>
              <a:t>BeNeLux</a:t>
            </a:r>
            <a:r>
              <a:rPr lang="en-IN" sz="1200" b="0" kern="100" dirty="0">
                <a:solidFill>
                  <a:schemeClr val="dk1"/>
                </a:solidFill>
                <a:effectLst/>
                <a:latin typeface="Arial" panose="020B0604020202020204" pitchFamily="34" charset="0"/>
                <a:ea typeface="+mn-ea"/>
                <a:cs typeface="Arial" panose="020B0604020202020204" pitchFamily="34" charset="0"/>
              </a:rPr>
              <a:t> business of AB Consulting &amp; EM Energy. Maurizio is extremely concerned about keeping the 2 customers happy since there are no other customers in </a:t>
            </a:r>
            <a:r>
              <a:rPr lang="en-IN" sz="1200" b="0" kern="100" dirty="0" err="1">
                <a:solidFill>
                  <a:schemeClr val="dk1"/>
                </a:solidFill>
                <a:effectLst/>
                <a:latin typeface="Arial" panose="020B0604020202020204" pitchFamily="34" charset="0"/>
                <a:ea typeface="+mn-ea"/>
                <a:cs typeface="Arial" panose="020B0604020202020204" pitchFamily="34" charset="0"/>
              </a:rPr>
              <a:t>BeNeLux</a:t>
            </a:r>
            <a:endParaRPr lang="en-US" dirty="0"/>
          </a:p>
        </p:txBody>
      </p:sp>
      <p:sp>
        <p:nvSpPr>
          <p:cNvPr id="4" name="Slide Number Placeholder 3"/>
          <p:cNvSpPr>
            <a:spLocks noGrp="1"/>
          </p:cNvSpPr>
          <p:nvPr>
            <p:ph type="sldNum" sz="quarter" idx="5"/>
          </p:nvPr>
        </p:nvSpPr>
        <p:spPr/>
        <p:txBody>
          <a:bodyPr/>
          <a:lstStyle/>
          <a:p>
            <a:fld id="{20807901-BB8B-7E4D-8FB9-39CBADF67B3C}" type="slidenum">
              <a:rPr lang="en-US" smtClean="0"/>
              <a:t>26</a:t>
            </a:fld>
            <a:endParaRPr lang="en-US"/>
          </a:p>
        </p:txBody>
      </p:sp>
    </p:spTree>
    <p:extLst>
      <p:ext uri="{BB962C8B-B14F-4D97-AF65-F5344CB8AC3E}">
        <p14:creationId xmlns:p14="http://schemas.microsoft.com/office/powerpoint/2010/main" val="31182601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CB7FD93-7DA6-C74F-A0F7-9CFE79B72F63}" type="slidenum">
              <a:rPr lang="en-GB" smtClean="0"/>
              <a:t>28</a:t>
            </a:fld>
            <a:endParaRPr lang="en-GB"/>
          </a:p>
        </p:txBody>
      </p:sp>
    </p:spTree>
    <p:extLst>
      <p:ext uri="{BB962C8B-B14F-4D97-AF65-F5344CB8AC3E}">
        <p14:creationId xmlns:p14="http://schemas.microsoft.com/office/powerpoint/2010/main" val="13893812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CB7FD93-7DA6-C74F-A0F7-9CFE79B72F63}" type="slidenum">
              <a:rPr lang="en-GB" smtClean="0"/>
              <a:t>29</a:t>
            </a:fld>
            <a:endParaRPr lang="en-GB"/>
          </a:p>
        </p:txBody>
      </p:sp>
    </p:spTree>
    <p:extLst>
      <p:ext uri="{BB962C8B-B14F-4D97-AF65-F5344CB8AC3E}">
        <p14:creationId xmlns:p14="http://schemas.microsoft.com/office/powerpoint/2010/main" val="19701195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CB7FD93-7DA6-C74F-A0F7-9CFE79B72F63}" type="slidenum">
              <a:rPr lang="en-GB" smtClean="0"/>
              <a:t>30</a:t>
            </a:fld>
            <a:endParaRPr lang="en-GB"/>
          </a:p>
        </p:txBody>
      </p:sp>
    </p:spTree>
    <p:extLst>
      <p:ext uri="{BB962C8B-B14F-4D97-AF65-F5344CB8AC3E}">
        <p14:creationId xmlns:p14="http://schemas.microsoft.com/office/powerpoint/2010/main" val="4028183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CB7FD93-7DA6-C74F-A0F7-9CFE79B72F63}" type="slidenum">
              <a:rPr lang="en-GB" smtClean="0"/>
              <a:t>31</a:t>
            </a:fld>
            <a:endParaRPr lang="en-GB"/>
          </a:p>
        </p:txBody>
      </p:sp>
    </p:spTree>
    <p:extLst>
      <p:ext uri="{BB962C8B-B14F-4D97-AF65-F5344CB8AC3E}">
        <p14:creationId xmlns:p14="http://schemas.microsoft.com/office/powerpoint/2010/main" val="23523506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5CB7FD93-7DA6-C74F-A0F7-9CFE79B72F63}" type="slidenum">
              <a:rPr lang="en-GB" smtClean="0"/>
              <a:t>32</a:t>
            </a:fld>
            <a:endParaRPr lang="en-GB"/>
          </a:p>
        </p:txBody>
      </p:sp>
    </p:spTree>
    <p:extLst>
      <p:ext uri="{BB962C8B-B14F-4D97-AF65-F5344CB8AC3E}">
        <p14:creationId xmlns:p14="http://schemas.microsoft.com/office/powerpoint/2010/main" val="20575098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www.rahulmd.com/" TargetMode="Externa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www.rahulmd.com/"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66F4C1-B371-63BC-CEA1-3E0443DF7351}"/>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fontAlgn="auto">
              <a:spcBef>
                <a:spcPts val="0"/>
              </a:spcBef>
              <a:spcAft>
                <a:spcPts val="0"/>
              </a:spcAft>
              <a:defRPr/>
            </a:pPr>
            <a:endParaRPr lang="en-US" dirty="0">
              <a:latin typeface="Arial" pitchFamily="34" charset="0"/>
              <a:cs typeface="Arial" pitchFamily="34" charset="0"/>
            </a:endParaRPr>
          </a:p>
        </p:txBody>
      </p:sp>
      <p:sp>
        <p:nvSpPr>
          <p:cNvPr id="3" name="Rectangle 2">
            <a:extLst>
              <a:ext uri="{FF2B5EF4-FFF2-40B4-BE49-F238E27FC236}">
                <a16:creationId xmlns:a16="http://schemas.microsoft.com/office/drawing/2014/main" id="{F907A518-0EB7-F6A5-CEB3-3B509AC9F7A8}"/>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491967A4-7E5A-F9A9-CB35-C6C7F1CEE1E5}"/>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107F13C5-8798-2C25-4493-3457A7D06054}"/>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6" name="Picture 10" descr="BITS_university_logo_whitevert.png">
            <a:extLst>
              <a:ext uri="{FF2B5EF4-FFF2-40B4-BE49-F238E27FC236}">
                <a16:creationId xmlns:a16="http://schemas.microsoft.com/office/drawing/2014/main" id="{999400A4-1CB2-9051-CB0E-0A1B5CE9DD7A}"/>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4D46F3B2-7F21-0CA8-1824-C6727EDD31FE}"/>
              </a:ext>
            </a:extLst>
          </p:cNvPr>
          <p:cNvSpPr txBox="1"/>
          <p:nvPr userDrawn="1"/>
        </p:nvSpPr>
        <p:spPr>
          <a:xfrm>
            <a:off x="-101600" y="52578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8" name="TextBox 7">
            <a:extLst>
              <a:ext uri="{FF2B5EF4-FFF2-40B4-BE49-F238E27FC236}">
                <a16:creationId xmlns:a16="http://schemas.microsoft.com/office/drawing/2014/main" id="{E5ABDD20-7142-9744-80A4-18FD33D5EAE8}"/>
              </a:ext>
            </a:extLst>
          </p:cNvPr>
          <p:cNvSpPr txBox="1"/>
          <p:nvPr userDrawn="1"/>
        </p:nvSpPr>
        <p:spPr>
          <a:xfrm>
            <a:off x="203200" y="56673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11"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005816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D5F90EC-0745-7E9F-0510-D5AB37F5CC98}"/>
              </a:ext>
            </a:extLst>
          </p:cNvPr>
          <p:cNvSpPr/>
          <p:nvPr userDrawn="1"/>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latin typeface="Arial" pitchFamily="34" charset="0"/>
              <a:cs typeface="Arial" pitchFamily="34" charset="0"/>
            </a:endParaRPr>
          </a:p>
        </p:txBody>
      </p:sp>
      <p:sp>
        <p:nvSpPr>
          <p:cNvPr id="4" name="Rectangle 3">
            <a:extLst>
              <a:ext uri="{FF2B5EF4-FFF2-40B4-BE49-F238E27FC236}">
                <a16:creationId xmlns:a16="http://schemas.microsoft.com/office/drawing/2014/main" id="{1E616D80-0F45-2768-B84C-AC30A4B99677}"/>
              </a:ext>
            </a:extLst>
          </p:cNvPr>
          <p:cNvSpPr/>
          <p:nvPr userDrawn="1"/>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9E90BEF9-78F1-22EC-BFE3-DBF2B053C5F2}"/>
              </a:ext>
            </a:extLst>
          </p:cNvPr>
          <p:cNvSpPr/>
          <p:nvPr userDrawn="1"/>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5F01178-96C5-59E4-B790-C8A7236881AA}"/>
              </a:ext>
            </a:extLst>
          </p:cNvPr>
          <p:cNvSpPr/>
          <p:nvPr userDrawn="1"/>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8" name="Picture 10" descr="BITS_university_logo_whitevert.png">
            <a:extLst>
              <a:ext uri="{FF2B5EF4-FFF2-40B4-BE49-F238E27FC236}">
                <a16:creationId xmlns:a16="http://schemas.microsoft.com/office/drawing/2014/main" id="{2F960195-B344-C921-7B59-B7C42D725794}"/>
              </a:ext>
            </a:extLst>
          </p:cNvPr>
          <p:cNvPicPr>
            <a:picLocks noChangeAspect="1"/>
          </p:cNvPicPr>
          <p:nvPr userDrawn="1"/>
        </p:nvPicPr>
        <p:blipFill>
          <a:blip r:embed="rId3">
            <a:extLst>
              <a:ext uri="{28A0092B-C50C-407E-A947-70E740481C1C}">
                <a14:useLocalDpi xmlns:a14="http://schemas.microsoft.com/office/drawing/2010/main" val="0"/>
              </a:ext>
            </a:extLst>
          </a:blip>
          <a:srcRect t="2" b="28592"/>
          <a:stretch>
            <a:fillRect/>
          </a:stretch>
        </p:blipFill>
        <p:spPr bwMode="auto">
          <a:xfrm>
            <a:off x="101600" y="3352801"/>
            <a:ext cx="2743200"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A2B4082D-27B9-C1E8-CCB6-21398E95F666}"/>
              </a:ext>
            </a:extLst>
          </p:cNvPr>
          <p:cNvSpPr txBox="1"/>
          <p:nvPr userDrawn="1"/>
        </p:nvSpPr>
        <p:spPr>
          <a:xfrm>
            <a:off x="-101600" y="52578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10" name="TextBox 9">
            <a:extLst>
              <a:ext uri="{FF2B5EF4-FFF2-40B4-BE49-F238E27FC236}">
                <a16:creationId xmlns:a16="http://schemas.microsoft.com/office/drawing/2014/main" id="{F99183E4-8393-1E07-66C5-8E174C81C819}"/>
              </a:ext>
            </a:extLst>
          </p:cNvPr>
          <p:cNvSpPr txBox="1"/>
          <p:nvPr userDrawn="1"/>
        </p:nvSpPr>
        <p:spPr>
          <a:xfrm>
            <a:off x="203200" y="56673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800"/>
              </a:lnSpc>
              <a:spcBef>
                <a:spcPts val="0"/>
              </a:spcBef>
              <a:buNone/>
              <a:defRPr sz="180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4000"/>
              </a:lnSpc>
              <a:defRPr sz="44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620764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78A451AA-0746-B1D4-1762-48DF10B2EB9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FDE029DE-4E3A-4A12-A23F-4A453DA997DD}"/>
              </a:ext>
            </a:extLst>
          </p:cNvPr>
          <p:cNvSpPr/>
          <p:nvPr userDrawn="1"/>
        </p:nvSpPr>
        <p:spPr>
          <a:xfrm>
            <a:off x="0" y="4281488"/>
            <a:ext cx="12192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pic>
        <p:nvPicPr>
          <p:cNvPr id="4" name="Picture 8" descr="Picture 7.png">
            <a:extLst>
              <a:ext uri="{FF2B5EF4-FFF2-40B4-BE49-F238E27FC236}">
                <a16:creationId xmlns:a16="http://schemas.microsoft.com/office/drawing/2014/main" id="{FE8D8F83-F4A7-FD02-B4A2-F2C8EC6D39B8}"/>
              </a:ext>
            </a:extLst>
          </p:cNvPr>
          <p:cNvPicPr>
            <a:picLocks noChangeAspect="1"/>
          </p:cNvPicPr>
          <p:nvPr userDrawn="1"/>
        </p:nvPicPr>
        <p:blipFill>
          <a:blip r:embed="rId3">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5D7E6AC2-3D5E-B0FB-1D8E-59C132065437}"/>
              </a:ext>
            </a:extLst>
          </p:cNvPr>
          <p:cNvSpPr/>
          <p:nvPr userDrawn="1"/>
        </p:nvSpPr>
        <p:spPr>
          <a:xfrm>
            <a:off x="3843867" y="677545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7EDBD2B7-5D34-50DC-7126-303F90B23D27}"/>
              </a:ext>
            </a:extLst>
          </p:cNvPr>
          <p:cNvSpPr/>
          <p:nvPr userDrawn="1"/>
        </p:nvSpPr>
        <p:spPr>
          <a:xfrm>
            <a:off x="-16933" y="677545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FB295F5F-CBB2-90AD-B9E2-0DE72D2B1C96}"/>
              </a:ext>
            </a:extLst>
          </p:cNvPr>
          <p:cNvSpPr/>
          <p:nvPr userDrawn="1"/>
        </p:nvSpPr>
        <p:spPr>
          <a:xfrm>
            <a:off x="7704667" y="677545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TextBox 7">
            <a:extLst>
              <a:ext uri="{FF2B5EF4-FFF2-40B4-BE49-F238E27FC236}">
                <a16:creationId xmlns:a16="http://schemas.microsoft.com/office/drawing/2014/main" id="{D0A3DD41-7D1E-2B1C-73A1-4C7C026A03FE}"/>
              </a:ext>
            </a:extLst>
          </p:cNvPr>
          <p:cNvSpPr txBox="1"/>
          <p:nvPr userDrawn="1"/>
        </p:nvSpPr>
        <p:spPr>
          <a:xfrm>
            <a:off x="9144000" y="762000"/>
            <a:ext cx="2946400" cy="554038"/>
          </a:xfrm>
          <a:prstGeom prst="rect">
            <a:avLst/>
          </a:prstGeom>
          <a:noFill/>
        </p:spPr>
        <p:txBody>
          <a:bodyPr>
            <a:spAutoFit/>
          </a:bodyPr>
          <a:lstStyle/>
          <a:p>
            <a:pPr algn="ctr" fontAlgn="auto">
              <a:spcBef>
                <a:spcPts val="0"/>
              </a:spcBef>
              <a:spcAft>
                <a:spcPts val="0"/>
              </a:spcAft>
              <a:defRPr/>
            </a:pPr>
            <a:r>
              <a:rPr lang="en-US" sz="2900" b="1" spc="-150" dirty="0">
                <a:solidFill>
                  <a:schemeClr val="bg1"/>
                </a:solidFill>
                <a:latin typeface="Arial"/>
                <a:cs typeface="Arial"/>
              </a:rPr>
              <a:t>BITS</a:t>
            </a:r>
            <a:r>
              <a:rPr lang="en-US" sz="2900" spc="-150" dirty="0">
                <a:solidFill>
                  <a:schemeClr val="bg1"/>
                </a:solidFill>
                <a:latin typeface="Arial"/>
                <a:cs typeface="Arial"/>
              </a:rPr>
              <a:t> Pilani</a:t>
            </a:r>
          </a:p>
        </p:txBody>
      </p:sp>
      <p:sp>
        <p:nvSpPr>
          <p:cNvPr id="9" name="TextBox 8">
            <a:extLst>
              <a:ext uri="{FF2B5EF4-FFF2-40B4-BE49-F238E27FC236}">
                <a16:creationId xmlns:a16="http://schemas.microsoft.com/office/drawing/2014/main" id="{5C8A837E-AE1D-1B14-93D0-EDA849DFE0C2}"/>
              </a:ext>
            </a:extLst>
          </p:cNvPr>
          <p:cNvSpPr txBox="1"/>
          <p:nvPr userDrawn="1"/>
        </p:nvSpPr>
        <p:spPr>
          <a:xfrm>
            <a:off x="9448800" y="1171576"/>
            <a:ext cx="2540000" cy="276225"/>
          </a:xfrm>
          <a:prstGeom prst="rect">
            <a:avLst/>
          </a:prstGeom>
          <a:noFill/>
        </p:spPr>
        <p:txBody>
          <a:bodyPr>
            <a:spAutoFit/>
          </a:bodyPr>
          <a:lstStyle/>
          <a:p>
            <a:pPr fontAlgn="auto">
              <a:spcBef>
                <a:spcPts val="0"/>
              </a:spcBef>
              <a:spcAft>
                <a:spcPts val="0"/>
              </a:spcAft>
              <a:defRPr/>
            </a:pPr>
            <a:r>
              <a:rPr lang="en-US" sz="1200" dirty="0">
                <a:solidFill>
                  <a:srgbClr val="FFFFFF"/>
                </a:solidFill>
                <a:latin typeface="Arial"/>
                <a:cs typeface="Arial"/>
              </a:rPr>
              <a:t>Pilani Campus</a:t>
            </a:r>
          </a:p>
        </p:txBody>
      </p:sp>
      <p:sp>
        <p:nvSpPr>
          <p:cNvPr id="17" name="Content Placeholder 16"/>
          <p:cNvSpPr>
            <a:spLocks noGrp="1"/>
          </p:cNvSpPr>
          <p:nvPr>
            <p:ph sz="quarter" idx="10"/>
          </p:nvPr>
        </p:nvSpPr>
        <p:spPr>
          <a:xfrm>
            <a:off x="406400" y="4648200"/>
            <a:ext cx="112776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1029660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8787DF-7FDC-71A0-68F1-391AA083D685}"/>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grpSp>
        <p:nvGrpSpPr>
          <p:cNvPr id="4" name="Group 11">
            <a:extLst>
              <a:ext uri="{FF2B5EF4-FFF2-40B4-BE49-F238E27FC236}">
                <a16:creationId xmlns:a16="http://schemas.microsoft.com/office/drawing/2014/main" id="{2AC9E22D-67FE-9FD6-B152-4D4A39E881E0}"/>
              </a:ext>
            </a:extLst>
          </p:cNvPr>
          <p:cNvGrpSpPr>
            <a:grpSpLocks/>
          </p:cNvGrpSpPr>
          <p:nvPr userDrawn="1"/>
        </p:nvGrpSpPr>
        <p:grpSpPr bwMode="auto">
          <a:xfrm>
            <a:off x="2779184" y="6550026"/>
            <a:ext cx="9412816" cy="49213"/>
            <a:chOff x="2083888" y="6550671"/>
            <a:chExt cx="7060112" cy="48665"/>
          </a:xfrm>
        </p:grpSpPr>
        <p:sp>
          <p:nvSpPr>
            <p:cNvPr id="5" name="Rectangle 4">
              <a:extLst>
                <a:ext uri="{FF2B5EF4-FFF2-40B4-BE49-F238E27FC236}">
                  <a16:creationId xmlns:a16="http://schemas.microsoft.com/office/drawing/2014/main" id="{754A15DE-75A2-3E13-CA96-399103A6D3FE}"/>
                </a:ext>
              </a:extLst>
            </p:cNvPr>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F46D7328-9101-702C-3349-9ECF74D00899}"/>
                </a:ext>
              </a:extLst>
            </p:cNvPr>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80FDFCFD-B7A4-9358-B321-820A79289448}"/>
                </a:ext>
              </a:extLst>
            </p:cNvPr>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8" name="Picture 11" descr="Picture 7.png">
            <a:extLst>
              <a:ext uri="{FF2B5EF4-FFF2-40B4-BE49-F238E27FC236}">
                <a16:creationId xmlns:a16="http://schemas.microsoft.com/office/drawing/2014/main" id="{3BCDBF7F-ADDC-70AC-450F-9C268E4FE72A}"/>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18">
            <a:extLst>
              <a:ext uri="{FF2B5EF4-FFF2-40B4-BE49-F238E27FC236}">
                <a16:creationId xmlns:a16="http://schemas.microsoft.com/office/drawing/2014/main" id="{646D5C53-61DF-6F65-8E8D-935FC72C3DBF}"/>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87826D55-5050-1A58-84B2-387533C157D5}"/>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a:extLst>
                <a:ext uri="{FF2B5EF4-FFF2-40B4-BE49-F238E27FC236}">
                  <a16:creationId xmlns:a16="http://schemas.microsoft.com/office/drawing/2014/main" id="{2E791F12-0FF1-6829-3771-BD8F023BF0ED}"/>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a:extLst>
                <a:ext uri="{FF2B5EF4-FFF2-40B4-BE49-F238E27FC236}">
                  <a16:creationId xmlns:a16="http://schemas.microsoft.com/office/drawing/2014/main" id="{FC7C7F28-7FC2-D627-9757-DB8C5284732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3" name="Group 22">
            <a:extLst>
              <a:ext uri="{FF2B5EF4-FFF2-40B4-BE49-F238E27FC236}">
                <a16:creationId xmlns:a16="http://schemas.microsoft.com/office/drawing/2014/main" id="{3B449E19-05FE-0EC2-489B-1F9F40CD3807}"/>
              </a:ext>
            </a:extLst>
          </p:cNvPr>
          <p:cNvGrpSpPr>
            <a:grpSpLocks/>
          </p:cNvGrpSpPr>
          <p:nvPr userDrawn="1"/>
        </p:nvGrpSpPr>
        <p:grpSpPr bwMode="auto">
          <a:xfrm>
            <a:off x="0" y="1295400"/>
            <a:ext cx="9347200" cy="46038"/>
            <a:chOff x="1905000" y="6553200"/>
            <a:chExt cx="7010400" cy="45719"/>
          </a:xfrm>
        </p:grpSpPr>
        <p:sp>
          <p:nvSpPr>
            <p:cNvPr id="14" name="Rectangle 13">
              <a:extLst>
                <a:ext uri="{FF2B5EF4-FFF2-40B4-BE49-F238E27FC236}">
                  <a16:creationId xmlns:a16="http://schemas.microsoft.com/office/drawing/2014/main" id="{5B2BC1F6-CB3B-794E-CB2E-1491BCE5BCA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5" name="Rectangle 14">
              <a:extLst>
                <a:ext uri="{FF2B5EF4-FFF2-40B4-BE49-F238E27FC236}">
                  <a16:creationId xmlns:a16="http://schemas.microsoft.com/office/drawing/2014/main" id="{A4484643-2902-C35C-112C-56F24DA8447A}"/>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6" name="Rectangle 15">
              <a:extLst>
                <a:ext uri="{FF2B5EF4-FFF2-40B4-BE49-F238E27FC236}">
                  <a16:creationId xmlns:a16="http://schemas.microsoft.com/office/drawing/2014/main" id="{0F2C65AB-C337-CB37-D234-BE4462CD0F2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3" name="Content Placeholder 2"/>
          <p:cNvSpPr>
            <a:spLocks noGrp="1"/>
          </p:cNvSpPr>
          <p:nvPr>
            <p:ph idx="1"/>
          </p:nvPr>
        </p:nvSpPr>
        <p:spPr>
          <a:xfrm>
            <a:off x="406400" y="1493838"/>
            <a:ext cx="10972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Arial" pitchFamily="34" charset="0"/>
                <a:cs typeface="Arial"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97593727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2" name="Picture 6" descr="Picture 7.png">
            <a:extLst>
              <a:ext uri="{FF2B5EF4-FFF2-40B4-BE49-F238E27FC236}">
                <a16:creationId xmlns:a16="http://schemas.microsoft.com/office/drawing/2014/main" id="{CB3F9B1F-867C-EC25-0C04-DB341C3E5FC6}"/>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 name="Group 19">
            <a:extLst>
              <a:ext uri="{FF2B5EF4-FFF2-40B4-BE49-F238E27FC236}">
                <a16:creationId xmlns:a16="http://schemas.microsoft.com/office/drawing/2014/main" id="{7A459421-2319-E18E-EFA6-41A53A206A91}"/>
              </a:ext>
            </a:extLst>
          </p:cNvPr>
          <p:cNvGrpSpPr>
            <a:grpSpLocks/>
          </p:cNvGrpSpPr>
          <p:nvPr userDrawn="1"/>
        </p:nvGrpSpPr>
        <p:grpSpPr bwMode="auto">
          <a:xfrm>
            <a:off x="0" y="1295400"/>
            <a:ext cx="9347200" cy="46038"/>
            <a:chOff x="1905000" y="6553200"/>
            <a:chExt cx="7010400" cy="45719"/>
          </a:xfrm>
        </p:grpSpPr>
        <p:sp>
          <p:nvSpPr>
            <p:cNvPr id="6" name="Rectangle 5">
              <a:extLst>
                <a:ext uri="{FF2B5EF4-FFF2-40B4-BE49-F238E27FC236}">
                  <a16:creationId xmlns:a16="http://schemas.microsoft.com/office/drawing/2014/main" id="{D5EDBF78-B510-27AC-969C-A42521734AE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857C862E-1198-9607-4F16-D61277ABD57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61FC8239-77C9-521C-5942-9865AFAAB165}"/>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9" name="Group 28">
            <a:extLst>
              <a:ext uri="{FF2B5EF4-FFF2-40B4-BE49-F238E27FC236}">
                <a16:creationId xmlns:a16="http://schemas.microsoft.com/office/drawing/2014/main" id="{ED499DC2-04A4-2B05-E7FE-B30CE0FD644F}"/>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B9870F2C-C7D2-5CA1-6D1F-D360994DA04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a:extLst>
                <a:ext uri="{FF2B5EF4-FFF2-40B4-BE49-F238E27FC236}">
                  <a16:creationId xmlns:a16="http://schemas.microsoft.com/office/drawing/2014/main" id="{14C78396-65A4-2E74-0A3A-30697DD5137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a:extLst>
                <a:ext uri="{FF2B5EF4-FFF2-40B4-BE49-F238E27FC236}">
                  <a16:creationId xmlns:a16="http://schemas.microsoft.com/office/drawing/2014/main" id="{5E966ACC-7FE5-FC35-B0A9-7E723A7ED3BA}"/>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sp>
        <p:nvSpPr>
          <p:cNvPr id="13" name="TextBox 12">
            <a:extLst>
              <a:ext uri="{FF2B5EF4-FFF2-40B4-BE49-F238E27FC236}">
                <a16:creationId xmlns:a16="http://schemas.microsoft.com/office/drawing/2014/main" id="{CA110F75-1685-2FF1-C3E3-4A01AF2977B4}"/>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sz="half" idx="1"/>
          </p:nvPr>
        </p:nvSpPr>
        <p:spPr>
          <a:xfrm>
            <a:off x="6096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4" name="Content Placeholder 3"/>
          <p:cNvSpPr>
            <a:spLocks noGrp="1"/>
          </p:cNvSpPr>
          <p:nvPr>
            <p:ph sz="half" idx="2"/>
          </p:nvPr>
        </p:nvSpPr>
        <p:spPr>
          <a:xfrm>
            <a:off x="6604000" y="1600201"/>
            <a:ext cx="5384800" cy="4525963"/>
          </a:xfr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800"/>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Arial" pitchFamily="34" charset="0"/>
                <a:cs typeface="Arial" pitchFamily="34" charset="0"/>
              </a:defRPr>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1409962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2" name="Group 10">
            <a:extLst>
              <a:ext uri="{FF2B5EF4-FFF2-40B4-BE49-F238E27FC236}">
                <a16:creationId xmlns:a16="http://schemas.microsoft.com/office/drawing/2014/main" id="{E38AC30A-EA15-268D-27F6-1554AC1D06D5}"/>
              </a:ext>
            </a:extLst>
          </p:cNvPr>
          <p:cNvGrpSpPr>
            <a:grpSpLocks/>
          </p:cNvGrpSpPr>
          <p:nvPr userDrawn="1"/>
        </p:nvGrpSpPr>
        <p:grpSpPr bwMode="auto">
          <a:xfrm>
            <a:off x="0" y="1295400"/>
            <a:ext cx="9347200" cy="46038"/>
            <a:chOff x="1905000" y="6553200"/>
            <a:chExt cx="7010400" cy="45719"/>
          </a:xfrm>
        </p:grpSpPr>
        <p:sp>
          <p:nvSpPr>
            <p:cNvPr id="7" name="Rectangle 6">
              <a:extLst>
                <a:ext uri="{FF2B5EF4-FFF2-40B4-BE49-F238E27FC236}">
                  <a16:creationId xmlns:a16="http://schemas.microsoft.com/office/drawing/2014/main" id="{6737A389-B5AE-2E8B-1C0E-67F4079FECF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771E054C-4184-FC52-6081-7815548C18A0}"/>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a:extLst>
                <a:ext uri="{FF2B5EF4-FFF2-40B4-BE49-F238E27FC236}">
                  <a16:creationId xmlns:a16="http://schemas.microsoft.com/office/drawing/2014/main" id="{AB76A227-11C9-7D0D-1A61-2C3E52822E6D}"/>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1" name="Group 15">
            <a:extLst>
              <a:ext uri="{FF2B5EF4-FFF2-40B4-BE49-F238E27FC236}">
                <a16:creationId xmlns:a16="http://schemas.microsoft.com/office/drawing/2014/main" id="{6815CEEC-35E2-8CC7-661F-41BD08614E68}"/>
              </a:ext>
            </a:extLst>
          </p:cNvPr>
          <p:cNvGrpSpPr>
            <a:grpSpLocks/>
          </p:cNvGrpSpPr>
          <p:nvPr userDrawn="1"/>
        </p:nvGrpSpPr>
        <p:grpSpPr bwMode="auto">
          <a:xfrm>
            <a:off x="2844800" y="6553200"/>
            <a:ext cx="9347200" cy="46038"/>
            <a:chOff x="1905000" y="6553200"/>
            <a:chExt cx="7010400" cy="45719"/>
          </a:xfrm>
        </p:grpSpPr>
        <p:sp>
          <p:nvSpPr>
            <p:cNvPr id="12" name="Rectangle 11">
              <a:extLst>
                <a:ext uri="{FF2B5EF4-FFF2-40B4-BE49-F238E27FC236}">
                  <a16:creationId xmlns:a16="http://schemas.microsoft.com/office/drawing/2014/main" id="{9DF3A05D-6094-E546-768A-E69BB41C42FE}"/>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a:extLst>
                <a:ext uri="{FF2B5EF4-FFF2-40B4-BE49-F238E27FC236}">
                  <a16:creationId xmlns:a16="http://schemas.microsoft.com/office/drawing/2014/main" id="{022624F4-3652-6C87-A1DC-123572BF378F}"/>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4" name="Rectangle 13">
              <a:extLst>
                <a:ext uri="{FF2B5EF4-FFF2-40B4-BE49-F238E27FC236}">
                  <a16:creationId xmlns:a16="http://schemas.microsoft.com/office/drawing/2014/main" id="{5CB87FA4-EB11-A94C-B040-40A5068BFD8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5" name="Picture 14" descr="Picture 7.png">
            <a:extLst>
              <a:ext uri="{FF2B5EF4-FFF2-40B4-BE49-F238E27FC236}">
                <a16:creationId xmlns:a16="http://schemas.microsoft.com/office/drawing/2014/main" id="{BFD271EC-1594-E23F-77BD-19DE714DB0F1}"/>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6C8F2954-7E81-F252-859C-C1BAC280CA70}"/>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3" name="Text Placeholder 2"/>
          <p:cNvSpPr>
            <a:spLocks noGrp="1"/>
          </p:cNvSpPr>
          <p:nvPr>
            <p:ph type="body" idx="1"/>
          </p:nvPr>
        </p:nvSpPr>
        <p:spPr>
          <a:xfrm>
            <a:off x="609600" y="1535112"/>
            <a:ext cx="5386917"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362200"/>
            <a:ext cx="5386917"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2"/>
            <a:ext cx="5389033" cy="82708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362200"/>
            <a:ext cx="5389033" cy="3763963"/>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2324530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2" name="Group 5">
            <a:extLst>
              <a:ext uri="{FF2B5EF4-FFF2-40B4-BE49-F238E27FC236}">
                <a16:creationId xmlns:a16="http://schemas.microsoft.com/office/drawing/2014/main" id="{8BB64361-28A6-DFFF-E85E-714AF889F0D5}"/>
              </a:ext>
            </a:extLst>
          </p:cNvPr>
          <p:cNvGrpSpPr>
            <a:grpSpLocks/>
          </p:cNvGrpSpPr>
          <p:nvPr userDrawn="1"/>
        </p:nvGrpSpPr>
        <p:grpSpPr bwMode="auto">
          <a:xfrm>
            <a:off x="0" y="1295400"/>
            <a:ext cx="9347200" cy="46038"/>
            <a:chOff x="1905000" y="6553200"/>
            <a:chExt cx="7010400" cy="45719"/>
          </a:xfrm>
        </p:grpSpPr>
        <p:sp>
          <p:nvSpPr>
            <p:cNvPr id="3" name="Rectangle 2">
              <a:extLst>
                <a:ext uri="{FF2B5EF4-FFF2-40B4-BE49-F238E27FC236}">
                  <a16:creationId xmlns:a16="http://schemas.microsoft.com/office/drawing/2014/main" id="{5F8F244C-6559-87E4-FCB4-587302A3AB3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Rectangle 3">
              <a:extLst>
                <a:ext uri="{FF2B5EF4-FFF2-40B4-BE49-F238E27FC236}">
                  <a16:creationId xmlns:a16="http://schemas.microsoft.com/office/drawing/2014/main" id="{BD605ECF-A3BC-5186-45CE-8CA88DA38C0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4806DCE-9255-F2E2-902D-27146983D3B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7" name="Group 10">
            <a:extLst>
              <a:ext uri="{FF2B5EF4-FFF2-40B4-BE49-F238E27FC236}">
                <a16:creationId xmlns:a16="http://schemas.microsoft.com/office/drawing/2014/main" id="{29692ECC-3B99-B3F3-A43B-7DA00B08E06A}"/>
              </a:ext>
            </a:extLst>
          </p:cNvPr>
          <p:cNvGrpSpPr>
            <a:grpSpLocks/>
          </p:cNvGrpSpPr>
          <p:nvPr userDrawn="1"/>
        </p:nvGrpSpPr>
        <p:grpSpPr bwMode="auto">
          <a:xfrm>
            <a:off x="2844800" y="6553200"/>
            <a:ext cx="9347200" cy="46038"/>
            <a:chOff x="1905000" y="6553200"/>
            <a:chExt cx="7010400" cy="45719"/>
          </a:xfrm>
        </p:grpSpPr>
        <p:sp>
          <p:nvSpPr>
            <p:cNvPr id="8" name="Rectangle 7">
              <a:extLst>
                <a:ext uri="{FF2B5EF4-FFF2-40B4-BE49-F238E27FC236}">
                  <a16:creationId xmlns:a16="http://schemas.microsoft.com/office/drawing/2014/main" id="{DCA5879F-260A-DD85-69E6-B59FDD95524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a:extLst>
                <a:ext uri="{FF2B5EF4-FFF2-40B4-BE49-F238E27FC236}">
                  <a16:creationId xmlns:a16="http://schemas.microsoft.com/office/drawing/2014/main" id="{381CD090-47A2-FDF6-614E-34C8D3CD2294}"/>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a:extLst>
                <a:ext uri="{FF2B5EF4-FFF2-40B4-BE49-F238E27FC236}">
                  <a16:creationId xmlns:a16="http://schemas.microsoft.com/office/drawing/2014/main" id="{C462E2A2-DD41-B565-9C98-301EE42DBD3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FC1AB2B4-BB04-CE2C-DDDC-60B8A2168BCF}"/>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FCE2D532-445A-49EE-4D92-3CC2A530EA12}"/>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Deemed to be University under Section 3 of UGC Act, 1956</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056628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101471E5-BA9C-C404-CBB4-AB8466FE69F4}"/>
              </a:ext>
            </a:extLst>
          </p:cNvPr>
          <p:cNvGrpSpPr>
            <a:grpSpLocks/>
          </p:cNvGrpSpPr>
          <p:nvPr userDrawn="1"/>
        </p:nvGrpSpPr>
        <p:grpSpPr bwMode="auto">
          <a:xfrm>
            <a:off x="0" y="1295400"/>
            <a:ext cx="9347200" cy="46038"/>
            <a:chOff x="1905000" y="6553200"/>
            <a:chExt cx="7010400" cy="45719"/>
          </a:xfrm>
        </p:grpSpPr>
        <p:sp>
          <p:nvSpPr>
            <p:cNvPr id="5" name="Rectangle 4">
              <a:extLst>
                <a:ext uri="{FF2B5EF4-FFF2-40B4-BE49-F238E27FC236}">
                  <a16:creationId xmlns:a16="http://schemas.microsoft.com/office/drawing/2014/main" id="{1A16240B-57B5-7899-1FBC-317BCC508FC0}"/>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59C7265D-AF23-E09C-4B6B-EFED422AEFC7}"/>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Rectangle 6">
              <a:extLst>
                <a:ext uri="{FF2B5EF4-FFF2-40B4-BE49-F238E27FC236}">
                  <a16:creationId xmlns:a16="http://schemas.microsoft.com/office/drawing/2014/main" id="{EA6AA464-01AD-8E7B-F609-CB6858979D63}"/>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9" name="Group 13">
            <a:extLst>
              <a:ext uri="{FF2B5EF4-FFF2-40B4-BE49-F238E27FC236}">
                <a16:creationId xmlns:a16="http://schemas.microsoft.com/office/drawing/2014/main" id="{BC0A8C0F-11B7-7231-0B8F-1E9174B58CC2}"/>
              </a:ext>
            </a:extLst>
          </p:cNvPr>
          <p:cNvGrpSpPr>
            <a:grpSpLocks/>
          </p:cNvGrpSpPr>
          <p:nvPr userDrawn="1"/>
        </p:nvGrpSpPr>
        <p:grpSpPr bwMode="auto">
          <a:xfrm>
            <a:off x="2844800" y="6553200"/>
            <a:ext cx="9347200" cy="46038"/>
            <a:chOff x="1905000" y="6553200"/>
            <a:chExt cx="7010400" cy="45719"/>
          </a:xfrm>
        </p:grpSpPr>
        <p:sp>
          <p:nvSpPr>
            <p:cNvPr id="10" name="Rectangle 9">
              <a:extLst>
                <a:ext uri="{FF2B5EF4-FFF2-40B4-BE49-F238E27FC236}">
                  <a16:creationId xmlns:a16="http://schemas.microsoft.com/office/drawing/2014/main" id="{6F89E48C-2487-7C1E-7211-34A33D0BCEEC}"/>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Rectangle 10">
              <a:extLst>
                <a:ext uri="{FF2B5EF4-FFF2-40B4-BE49-F238E27FC236}">
                  <a16:creationId xmlns:a16="http://schemas.microsoft.com/office/drawing/2014/main" id="{568DD2ED-8790-9D15-B882-0DD897F68DE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a:extLst>
                <a:ext uri="{FF2B5EF4-FFF2-40B4-BE49-F238E27FC236}">
                  <a16:creationId xmlns:a16="http://schemas.microsoft.com/office/drawing/2014/main" id="{CAB57335-2D3E-C585-DB31-B6F6F93B1861}"/>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3" name="Picture 14" descr="Picture 7.png">
            <a:extLst>
              <a:ext uri="{FF2B5EF4-FFF2-40B4-BE49-F238E27FC236}">
                <a16:creationId xmlns:a16="http://schemas.microsoft.com/office/drawing/2014/main" id="{115798C1-2851-82D5-D939-2D22D1FEEF83}"/>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a:extLst>
              <a:ext uri="{FF2B5EF4-FFF2-40B4-BE49-F238E27FC236}">
                <a16:creationId xmlns:a16="http://schemas.microsoft.com/office/drawing/2014/main" id="{F2C0FF02-25BA-EC3D-C44C-782E6B250BA7}"/>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Content Placeholder 2"/>
          <p:cNvSpPr>
            <a:spLocks noGrp="1"/>
          </p:cNvSpPr>
          <p:nvPr>
            <p:ph idx="1"/>
          </p:nvPr>
        </p:nvSpPr>
        <p:spPr>
          <a:xfrm>
            <a:off x="4766733" y="1600201"/>
            <a:ext cx="6815667" cy="45259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600201"/>
            <a:ext cx="4011084" cy="45259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Content Placeholder 18"/>
          <p:cNvSpPr>
            <a:spLocks noGrp="1"/>
          </p:cNvSpPr>
          <p:nvPr>
            <p:ph sz="quarter" idx="13"/>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3892240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grpSp>
        <p:nvGrpSpPr>
          <p:cNvPr id="6" name="Group 6">
            <a:extLst>
              <a:ext uri="{FF2B5EF4-FFF2-40B4-BE49-F238E27FC236}">
                <a16:creationId xmlns:a16="http://schemas.microsoft.com/office/drawing/2014/main" id="{C5B26752-DA46-A6CC-66EF-6F22B07023D4}"/>
              </a:ext>
            </a:extLst>
          </p:cNvPr>
          <p:cNvGrpSpPr>
            <a:grpSpLocks/>
          </p:cNvGrpSpPr>
          <p:nvPr userDrawn="1"/>
        </p:nvGrpSpPr>
        <p:grpSpPr bwMode="auto">
          <a:xfrm>
            <a:off x="0" y="1295400"/>
            <a:ext cx="9347200" cy="46038"/>
            <a:chOff x="1905000" y="6553200"/>
            <a:chExt cx="7010400" cy="45719"/>
          </a:xfrm>
        </p:grpSpPr>
        <p:sp>
          <p:nvSpPr>
            <p:cNvPr id="7" name="Rectangle 6">
              <a:extLst>
                <a:ext uri="{FF2B5EF4-FFF2-40B4-BE49-F238E27FC236}">
                  <a16:creationId xmlns:a16="http://schemas.microsoft.com/office/drawing/2014/main" id="{5C393414-BE56-CF1D-6B99-CA65116798F7}"/>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Rectangle 7">
              <a:extLst>
                <a:ext uri="{FF2B5EF4-FFF2-40B4-BE49-F238E27FC236}">
                  <a16:creationId xmlns:a16="http://schemas.microsoft.com/office/drawing/2014/main" id="{063161D9-0953-8CB4-06FD-977DF76B5F43}"/>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a:extLst>
                <a:ext uri="{FF2B5EF4-FFF2-40B4-BE49-F238E27FC236}">
                  <a16:creationId xmlns:a16="http://schemas.microsoft.com/office/drawing/2014/main" id="{B27CF8AD-13CB-9D3F-F983-F830F9552AA8}"/>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10" name="Group 10">
            <a:extLst>
              <a:ext uri="{FF2B5EF4-FFF2-40B4-BE49-F238E27FC236}">
                <a16:creationId xmlns:a16="http://schemas.microsoft.com/office/drawing/2014/main" id="{77FACA5D-0DD0-B85B-ED1C-80232C4A7D49}"/>
              </a:ext>
            </a:extLst>
          </p:cNvPr>
          <p:cNvGrpSpPr>
            <a:grpSpLocks/>
          </p:cNvGrpSpPr>
          <p:nvPr userDrawn="1"/>
        </p:nvGrpSpPr>
        <p:grpSpPr bwMode="auto">
          <a:xfrm>
            <a:off x="2844800" y="6553200"/>
            <a:ext cx="9347200" cy="46038"/>
            <a:chOff x="1905000" y="6553200"/>
            <a:chExt cx="7010400" cy="45719"/>
          </a:xfrm>
        </p:grpSpPr>
        <p:sp>
          <p:nvSpPr>
            <p:cNvPr id="11" name="Rectangle 10">
              <a:extLst>
                <a:ext uri="{FF2B5EF4-FFF2-40B4-BE49-F238E27FC236}">
                  <a16:creationId xmlns:a16="http://schemas.microsoft.com/office/drawing/2014/main" id="{32CEFB37-B16E-85AC-06DC-22D9C9F59289}"/>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a:extLst>
                <a:ext uri="{FF2B5EF4-FFF2-40B4-BE49-F238E27FC236}">
                  <a16:creationId xmlns:a16="http://schemas.microsoft.com/office/drawing/2014/main" id="{CDFC191B-467E-2E4B-0A0B-BBE0CC15B4A2}"/>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3" name="Rectangle 12">
              <a:extLst>
                <a:ext uri="{FF2B5EF4-FFF2-40B4-BE49-F238E27FC236}">
                  <a16:creationId xmlns:a16="http://schemas.microsoft.com/office/drawing/2014/main" id="{545F7DE3-1EB0-D097-0627-684453DFB87C}"/>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4" name="Picture 14" descr="Picture 7.png">
            <a:extLst>
              <a:ext uri="{FF2B5EF4-FFF2-40B4-BE49-F238E27FC236}">
                <a16:creationId xmlns:a16="http://schemas.microsoft.com/office/drawing/2014/main" id="{66A2DFAF-A763-6B62-E51F-B74570A353A6}"/>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4863C766-5AA1-A6E0-154D-9ED04E0F1ED6}"/>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2" name="Title 1"/>
          <p:cNvSpPr>
            <a:spLocks noGrp="1"/>
          </p:cNvSpPr>
          <p:nvPr>
            <p:ph type="title"/>
          </p:nvPr>
        </p:nvSpPr>
        <p:spPr>
          <a:xfrm>
            <a:off x="2389717" y="5407025"/>
            <a:ext cx="7315200" cy="304800"/>
          </a:xfrm>
        </p:spPr>
        <p:txBody>
          <a:bodyPr anchor="b"/>
          <a:lstStyle>
            <a:lvl1pPr algn="l">
              <a:defRPr sz="1800" b="1" spc="0"/>
            </a:lvl1pPr>
          </a:lstStyle>
          <a:p>
            <a:r>
              <a:rPr lang="en-US" dirty="0"/>
              <a:t>Click to edit Master title style</a:t>
            </a:r>
          </a:p>
        </p:txBody>
      </p:sp>
      <p:sp>
        <p:nvSpPr>
          <p:cNvPr id="3" name="Picture Placeholder 2"/>
          <p:cNvSpPr>
            <a:spLocks noGrp="1"/>
          </p:cNvSpPr>
          <p:nvPr>
            <p:ph type="pic" idx="1"/>
          </p:nvPr>
        </p:nvSpPr>
        <p:spPr>
          <a:xfrm>
            <a:off x="2389717" y="1828800"/>
            <a:ext cx="7315200" cy="3429000"/>
          </a:xfrm>
          <a:ln w="57150">
            <a:solidFill>
              <a:schemeClr val="accent1">
                <a:lumMod val="20000"/>
                <a:lumOff val="80000"/>
              </a:schemeClr>
            </a:solidFill>
          </a:ln>
        </p:spPr>
        <p:style>
          <a:lnRef idx="2">
            <a:schemeClr val="accent1"/>
          </a:lnRef>
          <a:fillRef idx="1">
            <a:schemeClr val="lt1"/>
          </a:fillRef>
          <a:effectRef idx="0">
            <a:schemeClr val="accent1"/>
          </a:effectRef>
          <a:fontRef idx="none"/>
        </p:style>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711825"/>
            <a:ext cx="7315200" cy="304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352789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grpSp>
        <p:nvGrpSpPr>
          <p:cNvPr id="2" name="Group 19">
            <a:extLst>
              <a:ext uri="{FF2B5EF4-FFF2-40B4-BE49-F238E27FC236}">
                <a16:creationId xmlns:a16="http://schemas.microsoft.com/office/drawing/2014/main" id="{7F7025BE-84FC-15EE-133A-3ED99C39A6C6}"/>
              </a:ext>
            </a:extLst>
          </p:cNvPr>
          <p:cNvGrpSpPr>
            <a:grpSpLocks/>
          </p:cNvGrpSpPr>
          <p:nvPr userDrawn="1"/>
        </p:nvGrpSpPr>
        <p:grpSpPr bwMode="auto">
          <a:xfrm>
            <a:off x="0" y="1295400"/>
            <a:ext cx="9347200" cy="46038"/>
            <a:chOff x="1905000" y="6553200"/>
            <a:chExt cx="7010400" cy="45719"/>
          </a:xfrm>
        </p:grpSpPr>
        <p:sp>
          <p:nvSpPr>
            <p:cNvPr id="4" name="Rectangle 3">
              <a:extLst>
                <a:ext uri="{FF2B5EF4-FFF2-40B4-BE49-F238E27FC236}">
                  <a16:creationId xmlns:a16="http://schemas.microsoft.com/office/drawing/2014/main" id="{D0C3CA4F-89EB-99CB-F01E-6827DD2BA403}"/>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21EDA2C0-B690-E0A0-3C30-2BF7FD65121B}"/>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CF7F4623-0C5F-67CE-33E0-B7E85A4508A4}"/>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grpSp>
        <p:nvGrpSpPr>
          <p:cNvPr id="7" name="Group 24">
            <a:extLst>
              <a:ext uri="{FF2B5EF4-FFF2-40B4-BE49-F238E27FC236}">
                <a16:creationId xmlns:a16="http://schemas.microsoft.com/office/drawing/2014/main" id="{D2F224D4-5606-AA3C-AEDD-32E4FCCF0DF4}"/>
              </a:ext>
            </a:extLst>
          </p:cNvPr>
          <p:cNvGrpSpPr>
            <a:grpSpLocks/>
          </p:cNvGrpSpPr>
          <p:nvPr userDrawn="1"/>
        </p:nvGrpSpPr>
        <p:grpSpPr bwMode="auto">
          <a:xfrm>
            <a:off x="2844800" y="6553200"/>
            <a:ext cx="9347200" cy="46038"/>
            <a:chOff x="1905000" y="6553200"/>
            <a:chExt cx="7010400" cy="45719"/>
          </a:xfrm>
        </p:grpSpPr>
        <p:sp>
          <p:nvSpPr>
            <p:cNvPr id="8" name="Rectangle 7">
              <a:extLst>
                <a:ext uri="{FF2B5EF4-FFF2-40B4-BE49-F238E27FC236}">
                  <a16:creationId xmlns:a16="http://schemas.microsoft.com/office/drawing/2014/main" id="{2F1D382F-3510-0BB8-060F-28D4FC11E228}"/>
                </a:ext>
              </a:extLst>
            </p:cNvPr>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9" name="Rectangle 8">
              <a:extLst>
                <a:ext uri="{FF2B5EF4-FFF2-40B4-BE49-F238E27FC236}">
                  <a16:creationId xmlns:a16="http://schemas.microsoft.com/office/drawing/2014/main" id="{FD8859DB-148C-C9D6-5711-60F191E764D9}"/>
                </a:ext>
              </a:extLst>
            </p:cNvPr>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0" name="Rectangle 9">
              <a:extLst>
                <a:ext uri="{FF2B5EF4-FFF2-40B4-BE49-F238E27FC236}">
                  <a16:creationId xmlns:a16="http://schemas.microsoft.com/office/drawing/2014/main" id="{1D41F88A-372C-E3A4-6169-A279EB45F31F}"/>
                </a:ext>
              </a:extLst>
            </p:cNvPr>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11" name="Picture 14" descr="Picture 7.png">
            <a:extLst>
              <a:ext uri="{FF2B5EF4-FFF2-40B4-BE49-F238E27FC236}">
                <a16:creationId xmlns:a16="http://schemas.microsoft.com/office/drawing/2014/main" id="{5A3621BA-83EF-7939-D721-1B3D2DF8AFC3}"/>
              </a:ext>
            </a:extLst>
          </p:cNvPr>
          <p:cNvPicPr>
            <a:picLocks noChangeAspect="1"/>
          </p:cNvPicPr>
          <p:nvPr userDrawn="1"/>
        </p:nvPicPr>
        <p:blipFill>
          <a:blip r:embed="rId2">
            <a:extLst>
              <a:ext uri="{28A0092B-C50C-407E-A947-70E740481C1C}">
                <a14:useLocalDpi xmlns:a14="http://schemas.microsoft.com/office/drawing/2010/main" val="0"/>
              </a:ext>
            </a:extLst>
          </a:blip>
          <a:srcRect l="1923" b="5336"/>
          <a:stretch>
            <a:fillRect/>
          </a:stretch>
        </p:blipFill>
        <p:spPr bwMode="auto">
          <a:xfrm>
            <a:off x="8839201" y="0"/>
            <a:ext cx="2925233"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C18E6DAD-56AD-D400-3E80-0FD896897269}"/>
              </a:ext>
            </a:extLst>
          </p:cNvPr>
          <p:cNvSpPr txBox="1"/>
          <p:nvPr userDrawn="1"/>
        </p:nvSpPr>
        <p:spPr>
          <a:xfrm>
            <a:off x="4368800" y="6596064"/>
            <a:ext cx="7823200" cy="261937"/>
          </a:xfrm>
          <a:prstGeom prst="rect">
            <a:avLst/>
          </a:prstGeom>
          <a:noFill/>
        </p:spPr>
        <p:txBody>
          <a:bodyPr>
            <a:spAutoFit/>
          </a:bodyPr>
          <a:lstStyle/>
          <a:p>
            <a:pPr algn="r" fontAlgn="auto">
              <a:spcBef>
                <a:spcPts val="0"/>
              </a:spcBef>
              <a:spcAft>
                <a:spcPts val="0"/>
              </a:spcAft>
              <a:defRPr/>
            </a:pPr>
            <a:r>
              <a:rPr lang="en-US" sz="1100" b="1" dirty="0">
                <a:solidFill>
                  <a:srgbClr val="101141"/>
                </a:solidFill>
                <a:latin typeface="Arial"/>
                <a:cs typeface="Arial"/>
              </a:rPr>
              <a:t>BITS </a:t>
            </a:r>
            <a:r>
              <a:rPr lang="en-US" sz="11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18"/>
          <p:cNvSpPr>
            <a:spLocks noGrp="1"/>
          </p:cNvSpPr>
          <p:nvPr>
            <p:ph sz="quarter" idx="10"/>
          </p:nvPr>
        </p:nvSpPr>
        <p:spPr>
          <a:xfrm>
            <a:off x="406400" y="152400"/>
            <a:ext cx="8432800" cy="1143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770128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grpSp>
        <p:nvGrpSpPr>
          <p:cNvPr id="2" name="Group 7">
            <a:extLst>
              <a:ext uri="{FF2B5EF4-FFF2-40B4-BE49-F238E27FC236}">
                <a16:creationId xmlns:a16="http://schemas.microsoft.com/office/drawing/2014/main" id="{BE37EDBC-3E48-D6CA-CFEA-9C2E47D1C44D}"/>
              </a:ext>
            </a:extLst>
          </p:cNvPr>
          <p:cNvGrpSpPr>
            <a:grpSpLocks/>
          </p:cNvGrpSpPr>
          <p:nvPr userDrawn="1"/>
        </p:nvGrpSpPr>
        <p:grpSpPr bwMode="auto">
          <a:xfrm rot="5400000">
            <a:off x="7538509" y="2560109"/>
            <a:ext cx="5181600" cy="61383"/>
            <a:chOff x="1905000" y="6553200"/>
            <a:chExt cx="7010400" cy="45719"/>
          </a:xfrm>
        </p:grpSpPr>
        <p:sp>
          <p:nvSpPr>
            <p:cNvPr id="4" name="Rectangle 3">
              <a:extLst>
                <a:ext uri="{FF2B5EF4-FFF2-40B4-BE49-F238E27FC236}">
                  <a16:creationId xmlns:a16="http://schemas.microsoft.com/office/drawing/2014/main" id="{FBB1D34B-7918-FBCA-9776-78201E819A17}"/>
                </a:ext>
              </a:extLst>
            </p:cNvPr>
            <p:cNvSpPr/>
            <p:nvPr/>
          </p:nvSpPr>
          <p:spPr>
            <a:xfrm>
              <a:off x="4267574" y="6553200"/>
              <a:ext cx="2328209"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4">
              <a:extLst>
                <a:ext uri="{FF2B5EF4-FFF2-40B4-BE49-F238E27FC236}">
                  <a16:creationId xmlns:a16="http://schemas.microsoft.com/office/drawing/2014/main" id="{7F10D5D9-AC32-C9D5-0995-40AD463F89C9}"/>
                </a:ext>
              </a:extLst>
            </p:cNvPr>
            <p:cNvSpPr/>
            <p:nvPr/>
          </p:nvSpPr>
          <p:spPr>
            <a:xfrm>
              <a:off x="1905000" y="6553200"/>
              <a:ext cx="2362574"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Rectangle 5">
              <a:extLst>
                <a:ext uri="{FF2B5EF4-FFF2-40B4-BE49-F238E27FC236}">
                  <a16:creationId xmlns:a16="http://schemas.microsoft.com/office/drawing/2014/main" id="{2EB6F306-BC41-3C67-1C3D-0F6D39A396E2}"/>
                </a:ext>
              </a:extLst>
            </p:cNvPr>
            <p:cNvSpPr/>
            <p:nvPr userDrawn="1"/>
          </p:nvSpPr>
          <p:spPr>
            <a:xfrm>
              <a:off x="6587191" y="6553200"/>
              <a:ext cx="2328209"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p>
          </p:txBody>
        </p:sp>
      </p:grpSp>
      <p:pic>
        <p:nvPicPr>
          <p:cNvPr id="8" name="Picture 10" descr="Picture 7.png">
            <a:extLst>
              <a:ext uri="{FF2B5EF4-FFF2-40B4-BE49-F238E27FC236}">
                <a16:creationId xmlns:a16="http://schemas.microsoft.com/office/drawing/2014/main" id="{A78E8126-DCE3-B8CE-3755-97F5DB6E6C16}"/>
              </a:ext>
            </a:extLst>
          </p:cNvPr>
          <p:cNvPicPr>
            <a:picLocks noChangeAspect="1"/>
          </p:cNvPicPr>
          <p:nvPr userDrawn="1"/>
        </p:nvPicPr>
        <p:blipFill>
          <a:blip r:embed="rId2">
            <a:extLst>
              <a:ext uri="{28A0092B-C50C-407E-A947-70E740481C1C}">
                <a14:useLocalDpi xmlns:a14="http://schemas.microsoft.com/office/drawing/2010/main" val="0"/>
              </a:ext>
            </a:extLst>
          </a:blip>
          <a:srcRect l="5336" t="1923"/>
          <a:stretch>
            <a:fillRect/>
          </a:stretch>
        </p:blipFill>
        <p:spPr bwMode="auto">
          <a:xfrm>
            <a:off x="-10583" y="381001"/>
            <a:ext cx="922868" cy="219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24EA246A-A909-E0AD-1AC8-82AA7CF61726}"/>
              </a:ext>
            </a:extLst>
          </p:cNvPr>
          <p:cNvSpPr txBox="1"/>
          <p:nvPr userDrawn="1"/>
        </p:nvSpPr>
        <p:spPr>
          <a:xfrm rot="5400000">
            <a:off x="-2748491" y="3808884"/>
            <a:ext cx="5867400" cy="230832"/>
          </a:xfrm>
          <a:prstGeom prst="rect">
            <a:avLst/>
          </a:prstGeom>
          <a:noFill/>
        </p:spPr>
        <p:txBody>
          <a:bodyPr>
            <a:spAutoFit/>
          </a:bodyPr>
          <a:lstStyle/>
          <a:p>
            <a:pPr algn="r" fontAlgn="auto">
              <a:spcBef>
                <a:spcPts val="0"/>
              </a:spcBef>
              <a:spcAft>
                <a:spcPts val="0"/>
              </a:spcAft>
              <a:defRPr/>
            </a:pPr>
            <a:r>
              <a:rPr lang="en-US" sz="900" b="1" dirty="0">
                <a:solidFill>
                  <a:srgbClr val="101141"/>
                </a:solidFill>
                <a:latin typeface="Arial"/>
                <a:cs typeface="Arial"/>
              </a:rPr>
              <a:t>BITS </a:t>
            </a:r>
            <a:r>
              <a:rPr lang="en-US" sz="900" dirty="0">
                <a:solidFill>
                  <a:srgbClr val="101141"/>
                </a:solidFill>
                <a:latin typeface="Arial"/>
                <a:cs typeface="Arial"/>
              </a:rPr>
              <a:t>Pilani, Pilani Campus</a:t>
            </a:r>
          </a:p>
        </p:txBody>
      </p:sp>
      <p:sp>
        <p:nvSpPr>
          <p:cNvPr id="3" name="Vertical Text Placeholder 2"/>
          <p:cNvSpPr>
            <a:spLocks noGrp="1"/>
          </p:cNvSpPr>
          <p:nvPr>
            <p:ph type="body" orient="vert" idx="1"/>
          </p:nvPr>
        </p:nvSpPr>
        <p:spPr>
          <a:xfrm>
            <a:off x="1625600" y="38100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18"/>
          <p:cNvSpPr>
            <a:spLocks noGrp="1"/>
          </p:cNvSpPr>
          <p:nvPr>
            <p:ph sz="quarter" idx="10"/>
          </p:nvPr>
        </p:nvSpPr>
        <p:spPr>
          <a:xfrm rot="5400000">
            <a:off x="8191500" y="2552700"/>
            <a:ext cx="5867400" cy="1524000"/>
          </a:xfrm>
        </p:spPr>
        <p:txBody>
          <a:bodyPr anchor="ctr">
            <a:normAutofit/>
          </a:bodyPr>
          <a:lstStyle>
            <a:lvl1pPr marL="0">
              <a:lnSpc>
                <a:spcPts val="3600"/>
              </a:lnSpc>
              <a:spcBef>
                <a:spcPts val="0"/>
              </a:spcBef>
              <a:buNone/>
              <a:defRPr sz="3600" b="1" spc="-150"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450562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1626957-100C-C643-B588-44D52B9244CB}"/>
              </a:ext>
            </a:extLst>
          </p:cNvPr>
          <p:cNvSpPr>
            <a:spLocks noGrp="1"/>
          </p:cNvSpPr>
          <p:nvPr>
            <p:ph type="title" hasCustomPrompt="1"/>
          </p:nvPr>
        </p:nvSpPr>
        <p:spPr>
          <a:xfrm>
            <a:off x="838200" y="365125"/>
            <a:ext cx="9825842" cy="1039929"/>
          </a:xfrm>
        </p:spPr>
        <p:txBody>
          <a:bodyPr anchor="t">
            <a:normAutofit/>
          </a:bodyPr>
          <a:lstStyle>
            <a:lvl1pPr>
              <a:lnSpc>
                <a:spcPct val="100000"/>
              </a:lnSpc>
              <a:defRPr sz="4000" baseline="0">
                <a:solidFill>
                  <a:schemeClr val="accent3"/>
                </a:solidFill>
              </a:defRPr>
            </a:lvl1pPr>
          </a:lstStyle>
          <a:p>
            <a:r>
              <a:rPr lang="en-GB" dirty="0"/>
              <a:t>Click To Edit Master Title Style</a:t>
            </a:r>
            <a:endParaRPr lang="en-US" dirty="0"/>
          </a:p>
        </p:txBody>
      </p:sp>
      <p:cxnSp>
        <p:nvCxnSpPr>
          <p:cNvPr id="2" name="Straight Connector 1">
            <a:extLst>
              <a:ext uri="{FF2B5EF4-FFF2-40B4-BE49-F238E27FC236}">
                <a16:creationId xmlns:a16="http://schemas.microsoft.com/office/drawing/2014/main" id="{05CD131A-4297-A3D8-3C13-17D0E8697B07}"/>
              </a:ext>
            </a:extLst>
          </p:cNvPr>
          <p:cNvCxnSpPr/>
          <p:nvPr userDrawn="1"/>
        </p:nvCxnSpPr>
        <p:spPr>
          <a:xfrm>
            <a:off x="838200" y="1566543"/>
            <a:ext cx="41148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E26161A-B885-FE91-307E-8CA3F07103BD}"/>
              </a:ext>
            </a:extLst>
          </p:cNvPr>
          <p:cNvSpPr txBox="1"/>
          <p:nvPr userDrawn="1"/>
        </p:nvSpPr>
        <p:spPr>
          <a:xfrm>
            <a:off x="8302083" y="6492875"/>
            <a:ext cx="3051717" cy="276999"/>
          </a:xfrm>
          <a:prstGeom prst="rect">
            <a:avLst/>
          </a:prstGeom>
          <a:noFill/>
        </p:spPr>
        <p:txBody>
          <a:bodyPr wrap="square" rtlCol="0">
            <a:spAutoFit/>
          </a:bodyPr>
          <a:lstStyle/>
          <a:p>
            <a:pPr algn="r"/>
            <a:r>
              <a:rPr lang="en-US" sz="1200" b="0" i="0" kern="1200" spc="350" baseline="0" dirty="0" err="1">
                <a:solidFill>
                  <a:schemeClr val="accent3"/>
                </a:solidFill>
                <a:latin typeface="Rofaela" panose="02000600000000000000" pitchFamily="2" charset="0"/>
                <a:hlinkClick r:id="rId2">
                  <a:extLst>
                    <a:ext uri="{A12FA001-AC4F-418D-AE19-62706E023703}">
                      <ahyp:hlinkClr xmlns:ahyp="http://schemas.microsoft.com/office/drawing/2018/hyperlinkcolor" val="tx"/>
                    </a:ext>
                  </a:extLst>
                </a:hlinkClick>
              </a:rPr>
              <a:t>www.RahulMd.com</a:t>
            </a:r>
            <a:endParaRPr lang="en-US" sz="1200" b="0" i="0" kern="1200" spc="350" baseline="0" dirty="0">
              <a:solidFill>
                <a:schemeClr val="accent3"/>
              </a:solidFill>
              <a:latin typeface="Rofaela" panose="02000600000000000000" pitchFamily="2" charset="0"/>
            </a:endParaRPr>
          </a:p>
        </p:txBody>
      </p:sp>
    </p:spTree>
    <p:extLst>
      <p:ext uri="{BB962C8B-B14F-4D97-AF65-F5344CB8AC3E}">
        <p14:creationId xmlns:p14="http://schemas.microsoft.com/office/powerpoint/2010/main" val="651415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8D1CDC-9B81-9643-AB97-B98FC5218CFC}"/>
              </a:ext>
            </a:extLst>
          </p:cNvPr>
          <p:cNvSpPr>
            <a:spLocks noGrp="1"/>
          </p:cNvSpPr>
          <p:nvPr>
            <p:ph idx="1"/>
          </p:nvPr>
        </p:nvSpPr>
        <p:spPr>
          <a:xfrm>
            <a:off x="838200" y="2168525"/>
            <a:ext cx="10515600" cy="4008438"/>
          </a:xfrm>
        </p:spPr>
        <p:txBody>
          <a:bodyPr>
            <a:normAutofit/>
          </a:bodyPr>
          <a:lstStyle>
            <a:lvl1pPr marL="228600" indent="-228600" algn="l" defTabSz="914400" rtl="0" eaLnBrk="1" latinLnBrk="0" hangingPunct="1">
              <a:lnSpc>
                <a:spcPct val="100000"/>
              </a:lnSpc>
              <a:spcBef>
                <a:spcPts val="1000"/>
              </a:spcBef>
              <a:buFontTx/>
              <a:buChar char="-"/>
              <a:defRPr lang="en-GB" sz="2400" kern="1200" spc="150" baseline="0" dirty="0" smtClean="0">
                <a:solidFill>
                  <a:schemeClr val="tx2"/>
                </a:solidFill>
                <a:latin typeface="Avenir Book" panose="02000503020000020003" pitchFamily="2" charset="0"/>
                <a:ea typeface="+mn-ea"/>
                <a:cs typeface="+mn-cs"/>
              </a:defRPr>
            </a:lvl1pPr>
            <a:lvl2pPr marL="715963" indent="-269875" algn="l" defTabSz="914400" rtl="0" eaLnBrk="1" latinLnBrk="0" hangingPunct="1">
              <a:lnSpc>
                <a:spcPct val="100000"/>
              </a:lnSpc>
              <a:spcBef>
                <a:spcPts val="1000"/>
              </a:spcBef>
              <a:buFontTx/>
              <a:buChar char="-"/>
              <a:tabLst/>
              <a:defRPr lang="en-GB" sz="2000" kern="1200" spc="150" baseline="0" dirty="0" smtClean="0">
                <a:solidFill>
                  <a:schemeClr val="tx2"/>
                </a:solidFill>
                <a:latin typeface="Avenir Book" panose="02000503020000020003" pitchFamily="2" charset="0"/>
                <a:ea typeface="+mn-ea"/>
                <a:cs typeface="+mn-cs"/>
              </a:defRPr>
            </a:lvl2pPr>
            <a:lvl3pPr marL="228600" indent="-228600" algn="l" defTabSz="914400" rtl="0" eaLnBrk="1" latinLnBrk="0" hangingPunct="1">
              <a:lnSpc>
                <a:spcPct val="100000"/>
              </a:lnSpc>
              <a:spcBef>
                <a:spcPts val="1000"/>
              </a:spcBef>
              <a:buFontTx/>
              <a:buChar char="-"/>
              <a:defRPr lang="en-GB" sz="2400" kern="1200" dirty="0" smtClean="0">
                <a:solidFill>
                  <a:schemeClr val="accent1"/>
                </a:solidFill>
                <a:latin typeface="Avenir Book" panose="02000503020000020003" pitchFamily="2" charset="0"/>
                <a:ea typeface="+mn-ea"/>
                <a:cs typeface="+mn-cs"/>
              </a:defRPr>
            </a:lvl3pPr>
            <a:lvl4pPr marL="800100" indent="-342900" algn="l" defTabSz="914400" rtl="0" eaLnBrk="1" latinLnBrk="0" hangingPunct="1">
              <a:lnSpc>
                <a:spcPct val="100000"/>
              </a:lnSpc>
              <a:spcBef>
                <a:spcPts val="1000"/>
              </a:spcBef>
              <a:buFontTx/>
              <a:buChar char="-"/>
              <a:tabLst/>
              <a:defRPr lang="en-GB" sz="2000" kern="1200" dirty="0" smtClean="0">
                <a:solidFill>
                  <a:schemeClr val="accent1"/>
                </a:solidFill>
                <a:latin typeface="Avenir Book" panose="02000503020000020003" pitchFamily="2" charset="0"/>
                <a:ea typeface="+mn-ea"/>
                <a:cs typeface="+mn-cs"/>
              </a:defRPr>
            </a:lvl4pPr>
            <a:lvl5pPr marL="228600" indent="-228600" algn="l" defTabSz="914400" rtl="0" eaLnBrk="1" latinLnBrk="0" hangingPunct="1">
              <a:lnSpc>
                <a:spcPct val="100000"/>
              </a:lnSpc>
              <a:spcBef>
                <a:spcPts val="1000"/>
              </a:spcBef>
              <a:buFontTx/>
              <a:buChar char="-"/>
              <a:defRPr lang="en-US" sz="2400" kern="1200" dirty="0">
                <a:solidFill>
                  <a:schemeClr val="accent1"/>
                </a:solidFill>
                <a:latin typeface="Avenir Book" panose="02000503020000020003" pitchFamily="2" charset="0"/>
                <a:ea typeface="+mn-ea"/>
                <a:cs typeface="+mn-cs"/>
              </a:defRPr>
            </a:lvl5pPr>
          </a:lstStyle>
          <a:p>
            <a:pPr lvl="0"/>
            <a:r>
              <a:rPr lang="en-GB"/>
              <a:t>Click to edit Master text styles</a:t>
            </a:r>
          </a:p>
          <a:p>
            <a:pPr lvl="1"/>
            <a:r>
              <a:rPr lang="en-GB"/>
              <a:t>Second level</a:t>
            </a:r>
          </a:p>
        </p:txBody>
      </p:sp>
      <p:sp>
        <p:nvSpPr>
          <p:cNvPr id="4" name="Title 1">
            <a:extLst>
              <a:ext uri="{FF2B5EF4-FFF2-40B4-BE49-F238E27FC236}">
                <a16:creationId xmlns:a16="http://schemas.microsoft.com/office/drawing/2014/main" id="{4AF2CC04-136C-5847-4639-1A348F7E7D52}"/>
              </a:ext>
            </a:extLst>
          </p:cNvPr>
          <p:cNvSpPr>
            <a:spLocks noGrp="1"/>
          </p:cNvSpPr>
          <p:nvPr>
            <p:ph type="title" hasCustomPrompt="1"/>
          </p:nvPr>
        </p:nvSpPr>
        <p:spPr>
          <a:xfrm>
            <a:off x="838200" y="365125"/>
            <a:ext cx="9825842" cy="1039929"/>
          </a:xfrm>
        </p:spPr>
        <p:txBody>
          <a:bodyPr anchor="t">
            <a:normAutofit/>
          </a:bodyPr>
          <a:lstStyle>
            <a:lvl1pPr>
              <a:lnSpc>
                <a:spcPct val="100000"/>
              </a:lnSpc>
              <a:defRPr sz="4000" baseline="0">
                <a:solidFill>
                  <a:schemeClr val="accent3"/>
                </a:solidFill>
              </a:defRPr>
            </a:lvl1pPr>
          </a:lstStyle>
          <a:p>
            <a:r>
              <a:rPr lang="en-GB" dirty="0"/>
              <a:t>Click To Edit Master Title Style</a:t>
            </a:r>
            <a:endParaRPr lang="en-US" dirty="0"/>
          </a:p>
        </p:txBody>
      </p:sp>
      <p:cxnSp>
        <p:nvCxnSpPr>
          <p:cNvPr id="7" name="Straight Connector 6">
            <a:extLst>
              <a:ext uri="{FF2B5EF4-FFF2-40B4-BE49-F238E27FC236}">
                <a16:creationId xmlns:a16="http://schemas.microsoft.com/office/drawing/2014/main" id="{875B07FB-CE49-1E9A-A003-6C06B6022400}"/>
              </a:ext>
            </a:extLst>
          </p:cNvPr>
          <p:cNvCxnSpPr/>
          <p:nvPr userDrawn="1"/>
        </p:nvCxnSpPr>
        <p:spPr>
          <a:xfrm>
            <a:off x="838200" y="1566543"/>
            <a:ext cx="41148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186FC02-7EEB-D6D5-E9F1-040FBB15888E}"/>
              </a:ext>
            </a:extLst>
          </p:cNvPr>
          <p:cNvSpPr txBox="1"/>
          <p:nvPr userDrawn="1"/>
        </p:nvSpPr>
        <p:spPr>
          <a:xfrm>
            <a:off x="8302083" y="6492875"/>
            <a:ext cx="3051717" cy="276999"/>
          </a:xfrm>
          <a:prstGeom prst="rect">
            <a:avLst/>
          </a:prstGeom>
          <a:noFill/>
        </p:spPr>
        <p:txBody>
          <a:bodyPr wrap="square" rtlCol="0">
            <a:spAutoFit/>
          </a:bodyPr>
          <a:lstStyle/>
          <a:p>
            <a:pPr algn="r"/>
            <a:r>
              <a:rPr lang="en-US" sz="1200" b="0" i="0" kern="1200" spc="350" baseline="0" dirty="0" err="1">
                <a:solidFill>
                  <a:schemeClr val="accent3"/>
                </a:solidFill>
                <a:latin typeface="Rofaela" panose="02000600000000000000" pitchFamily="2" charset="0"/>
                <a:hlinkClick r:id="rId2">
                  <a:extLst>
                    <a:ext uri="{A12FA001-AC4F-418D-AE19-62706E023703}">
                      <ahyp:hlinkClr xmlns:ahyp="http://schemas.microsoft.com/office/drawing/2018/hyperlinkcolor" val="tx"/>
                    </a:ext>
                  </a:extLst>
                </a:hlinkClick>
              </a:rPr>
              <a:t>www.RahulMd.com</a:t>
            </a:r>
            <a:endParaRPr lang="en-US" sz="1200" b="0" i="0" kern="1200" spc="350" baseline="0" dirty="0">
              <a:solidFill>
                <a:schemeClr val="accent3"/>
              </a:solidFill>
              <a:latin typeface="Rofaela" panose="02000600000000000000" pitchFamily="2" charset="0"/>
            </a:endParaRPr>
          </a:p>
        </p:txBody>
      </p:sp>
    </p:spTree>
    <p:extLst>
      <p:ext uri="{BB962C8B-B14F-4D97-AF65-F5344CB8AC3E}">
        <p14:creationId xmlns:p14="http://schemas.microsoft.com/office/powerpoint/2010/main" val="37127757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DCF204-B4DA-19F8-A95C-600E736EA728}"/>
              </a:ext>
            </a:extLst>
          </p:cNvPr>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1027" name="Text Placeholder 2">
            <a:extLst>
              <a:ext uri="{FF2B5EF4-FFF2-40B4-BE49-F238E27FC236}">
                <a16:creationId xmlns:a16="http://schemas.microsoft.com/office/drawing/2014/main" id="{F76A98CF-2FD4-3001-9D9E-D7F37EEC1E31}"/>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06651DF7-7FE3-7456-9AB8-42ACF4AE57EF}"/>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Arial" pitchFamily="34" charset="0"/>
                <a:cs typeface="Arial" pitchFamily="34" charset="0"/>
              </a:defRPr>
            </a:lvl1pPr>
          </a:lstStyle>
          <a:p>
            <a:pPr>
              <a:defRPr/>
            </a:pPr>
            <a:fld id="{40303EFB-86DE-D646-A688-A4DEC0E087B5}" type="datetimeFigureOut">
              <a:rPr lang="en-US"/>
              <a:pPr>
                <a:defRPr/>
              </a:pPr>
              <a:t>8/21/25</a:t>
            </a:fld>
            <a:endParaRPr lang="en-US"/>
          </a:p>
        </p:txBody>
      </p:sp>
      <p:sp>
        <p:nvSpPr>
          <p:cNvPr id="5" name="Footer Placeholder 4">
            <a:extLst>
              <a:ext uri="{FF2B5EF4-FFF2-40B4-BE49-F238E27FC236}">
                <a16:creationId xmlns:a16="http://schemas.microsoft.com/office/drawing/2014/main" id="{00415557-86AA-54E4-D77C-3148B531F715}"/>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Arial" pitchFamily="34" charset="0"/>
                <a:cs typeface="Arial" pitchFamily="34" charset="0"/>
              </a:defRPr>
            </a:lvl1pPr>
          </a:lstStyle>
          <a:p>
            <a:pPr>
              <a:defRPr/>
            </a:pPr>
            <a:endParaRPr lang="en-US"/>
          </a:p>
        </p:txBody>
      </p:sp>
      <p:sp>
        <p:nvSpPr>
          <p:cNvPr id="6" name="Slide Number Placeholder 5">
            <a:extLst>
              <a:ext uri="{FF2B5EF4-FFF2-40B4-BE49-F238E27FC236}">
                <a16:creationId xmlns:a16="http://schemas.microsoft.com/office/drawing/2014/main" id="{20D5BE07-73D3-50BE-02A5-B17FFB8A5050}"/>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614D22B9-C88A-F74D-986E-88AF5B093992}"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Lst>
  <p:txStyles>
    <p:titleStyle>
      <a:lvl1pPr algn="l" rtl="0" eaLnBrk="0" fontAlgn="base" hangingPunct="0">
        <a:spcBef>
          <a:spcPct val="0"/>
        </a:spcBef>
        <a:spcAft>
          <a:spcPct val="0"/>
        </a:spcAft>
        <a:defRPr sz="4000" b="1" kern="1200" spc="-150">
          <a:solidFill>
            <a:schemeClr val="tx1"/>
          </a:solidFill>
          <a:latin typeface="Arial" pitchFamily="34" charset="0"/>
          <a:ea typeface="+mj-ea"/>
          <a:cs typeface="Arial" pitchFamily="34" charset="0"/>
        </a:defRPr>
      </a:lvl1pPr>
      <a:lvl2pPr algn="l" rtl="0" eaLnBrk="0" fontAlgn="base" hangingPunct="0">
        <a:spcBef>
          <a:spcPct val="0"/>
        </a:spcBef>
        <a:spcAft>
          <a:spcPct val="0"/>
        </a:spcAft>
        <a:defRPr sz="4000" b="1">
          <a:solidFill>
            <a:schemeClr val="tx1"/>
          </a:solidFill>
          <a:latin typeface="Arial" charset="0"/>
          <a:cs typeface="Arial" charset="0"/>
        </a:defRPr>
      </a:lvl2pPr>
      <a:lvl3pPr algn="l" rtl="0" eaLnBrk="0" fontAlgn="base" hangingPunct="0">
        <a:spcBef>
          <a:spcPct val="0"/>
        </a:spcBef>
        <a:spcAft>
          <a:spcPct val="0"/>
        </a:spcAft>
        <a:defRPr sz="4000" b="1">
          <a:solidFill>
            <a:schemeClr val="tx1"/>
          </a:solidFill>
          <a:latin typeface="Arial" charset="0"/>
          <a:cs typeface="Arial" charset="0"/>
        </a:defRPr>
      </a:lvl3pPr>
      <a:lvl4pPr algn="l" rtl="0" eaLnBrk="0" fontAlgn="base" hangingPunct="0">
        <a:spcBef>
          <a:spcPct val="0"/>
        </a:spcBef>
        <a:spcAft>
          <a:spcPct val="0"/>
        </a:spcAft>
        <a:defRPr sz="4000" b="1">
          <a:solidFill>
            <a:schemeClr val="tx1"/>
          </a:solidFill>
          <a:latin typeface="Arial" charset="0"/>
          <a:cs typeface="Arial" charset="0"/>
        </a:defRPr>
      </a:lvl4pPr>
      <a:lvl5pPr algn="l" rtl="0" eaLnBrk="0" fontAlgn="base" hangingPunct="0">
        <a:spcBef>
          <a:spcPct val="0"/>
        </a:spcBef>
        <a:spcAft>
          <a:spcPct val="0"/>
        </a:spcAft>
        <a:defRPr sz="4000" b="1">
          <a:solidFill>
            <a:schemeClr val="tx1"/>
          </a:solidFill>
          <a:latin typeface="Arial" charset="0"/>
          <a:cs typeface="Arial" charset="0"/>
        </a:defRPr>
      </a:lvl5pPr>
      <a:lvl6pPr marL="457200" algn="l" rtl="0" fontAlgn="base">
        <a:spcBef>
          <a:spcPct val="0"/>
        </a:spcBef>
        <a:spcAft>
          <a:spcPct val="0"/>
        </a:spcAft>
        <a:defRPr sz="4000" b="1">
          <a:solidFill>
            <a:schemeClr val="tx1"/>
          </a:solidFill>
          <a:latin typeface="Arial" charset="0"/>
          <a:cs typeface="Arial" charset="0"/>
        </a:defRPr>
      </a:lvl6pPr>
      <a:lvl7pPr marL="914400" algn="l" rtl="0" fontAlgn="base">
        <a:spcBef>
          <a:spcPct val="0"/>
        </a:spcBef>
        <a:spcAft>
          <a:spcPct val="0"/>
        </a:spcAft>
        <a:defRPr sz="4000" b="1">
          <a:solidFill>
            <a:schemeClr val="tx1"/>
          </a:solidFill>
          <a:latin typeface="Arial" charset="0"/>
          <a:cs typeface="Arial" charset="0"/>
        </a:defRPr>
      </a:lvl7pPr>
      <a:lvl8pPr marL="1371600" algn="l" rtl="0" fontAlgn="base">
        <a:spcBef>
          <a:spcPct val="0"/>
        </a:spcBef>
        <a:spcAft>
          <a:spcPct val="0"/>
        </a:spcAft>
        <a:defRPr sz="4000" b="1">
          <a:solidFill>
            <a:schemeClr val="tx1"/>
          </a:solidFill>
          <a:latin typeface="Arial" charset="0"/>
          <a:cs typeface="Arial" charset="0"/>
        </a:defRPr>
      </a:lvl8pPr>
      <a:lvl9pPr marL="1828800" algn="l" rtl="0" fontAlgn="base">
        <a:spcBef>
          <a:spcPct val="0"/>
        </a:spcBef>
        <a:spcAft>
          <a:spcPct val="0"/>
        </a:spcAft>
        <a:defRPr sz="4000" b="1">
          <a:solidFill>
            <a:schemeClr val="tx1"/>
          </a:solidFill>
          <a:latin typeface="Arial" charset="0"/>
          <a:cs typeface="Arial"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pngimg.com/download/86642" TargetMode="External"/><Relationship Id="rId7" Type="http://schemas.openxmlformats.org/officeDocument/2006/relationships/hyperlink" Target="https://freepngimg.com/png/58272-superstar-originals-adidas-smith-sneakers-stan" TargetMode="External"/><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hyperlink" Target="https://openclipart.org/detail/147847/geometric-zebra-heart" TargetMode="Externa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4.svg"/></Relationships>
</file>

<file path=ppt/slides/_rels/slide2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6.sv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8.sv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0.sv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32.svg"/></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A1E1709-732B-D83F-467D-D2FDB123E57A}"/>
              </a:ext>
            </a:extLst>
          </p:cNvPr>
          <p:cNvSpPr>
            <a:spLocks noGrp="1"/>
          </p:cNvSpPr>
          <p:nvPr>
            <p:ph type="title"/>
          </p:nvPr>
        </p:nvSpPr>
        <p:spPr/>
        <p:txBody>
          <a:bodyPr/>
          <a:lstStyle/>
          <a:p>
            <a:pPr eaLnBrk="1" fontAlgn="auto" hangingPunct="1">
              <a:spcAft>
                <a:spcPts val="0"/>
              </a:spcAft>
              <a:defRPr/>
            </a:pPr>
            <a:r>
              <a:rPr lang="en-US" dirty="0"/>
              <a:t>Communication, Estimation &amp; Negotiation</a:t>
            </a:r>
          </a:p>
        </p:txBody>
      </p:sp>
      <p:sp>
        <p:nvSpPr>
          <p:cNvPr id="13315" name="Content Placeholder 5">
            <a:extLst>
              <a:ext uri="{FF2B5EF4-FFF2-40B4-BE49-F238E27FC236}">
                <a16:creationId xmlns:a16="http://schemas.microsoft.com/office/drawing/2014/main" id="{9B2DAEF6-6F9A-B62B-285D-D897E19EEA6A}"/>
              </a:ext>
            </a:extLst>
          </p:cNvPr>
          <p:cNvSpPr>
            <a:spLocks noGrp="1"/>
          </p:cNvSpPr>
          <p:nvPr>
            <p:ph sz="quarter" idx="13"/>
          </p:nvPr>
        </p:nvSpPr>
        <p:spPr/>
        <p:txBody>
          <a:bodyPr/>
          <a:lstStyle/>
          <a:p>
            <a:pPr eaLnBrk="1" hangingPunct="1">
              <a:spcBef>
                <a:spcPct val="0"/>
              </a:spcBef>
            </a:pPr>
            <a:r>
              <a:rPr lang="en-US" altLang="en-US" dirty="0"/>
              <a:t>Rahul Mohandas</a:t>
            </a:r>
          </a:p>
          <a:p>
            <a:pPr eaLnBrk="1" hangingPunct="1">
              <a:spcBef>
                <a:spcPct val="0"/>
              </a:spcBef>
            </a:pPr>
            <a:endParaRPr lang="en-US"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56F6331-FA13-C3D2-E2AC-DE29B104FF03}"/>
              </a:ext>
            </a:extLst>
          </p:cNvPr>
          <p:cNvSpPr>
            <a:spLocks noGrp="1"/>
          </p:cNvSpPr>
          <p:nvPr>
            <p:ph sz="quarter" idx="10"/>
          </p:nvPr>
        </p:nvSpPr>
        <p:spPr/>
        <p:txBody>
          <a:bodyPr/>
          <a:lstStyle/>
          <a:p>
            <a:pPr eaLnBrk="1" hangingPunct="1">
              <a:spcBef>
                <a:spcPct val="0"/>
              </a:spcBef>
              <a:defRPr/>
            </a:pPr>
            <a:r>
              <a:rPr lang="en-US" sz="3200" dirty="0">
                <a:latin typeface="Arial" charset="0"/>
                <a:cs typeface="Arial" charset="0"/>
              </a:rPr>
              <a:t>S1-25_SEZG509 Communication, Estimation &amp; Negotiation</a:t>
            </a:r>
          </a:p>
          <a:p>
            <a:pPr eaLnBrk="1" hangingPunct="1">
              <a:spcBef>
                <a:spcPct val="0"/>
              </a:spcBef>
              <a:buFont typeface="Arial" charset="0"/>
              <a:buNone/>
              <a:defRPr/>
            </a:pPr>
            <a:r>
              <a:rPr lang="en-US" sz="3200" dirty="0">
                <a:latin typeface="Arial" charset="0"/>
                <a:cs typeface="Arial" charset="0"/>
              </a:rPr>
              <a:t>Session #4 – Thursday, 21 Aug 2025</a:t>
            </a:r>
          </a:p>
          <a:p>
            <a:pPr eaLnBrk="1" hangingPunct="1">
              <a:spcBef>
                <a:spcPct val="0"/>
              </a:spcBef>
              <a:buFont typeface="Arial" charset="0"/>
              <a:buNone/>
              <a:defRPr/>
            </a:pPr>
            <a:r>
              <a:rPr lang="en-US" sz="3200" dirty="0">
                <a:latin typeface="Arial" charset="0"/>
                <a:cs typeface="Arial" charset="0"/>
              </a:rPr>
              <a:t>Rahul Mohandas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8478C4CD-E9F9-366B-FEF4-47DBD402599A}"/>
              </a:ext>
            </a:extLst>
          </p:cNvPr>
          <p:cNvSpPr>
            <a:spLocks noGrp="1"/>
          </p:cNvSpPr>
          <p:nvPr>
            <p:ph idx="1"/>
          </p:nvPr>
        </p:nvSpPr>
        <p:spPr>
          <a:xfrm>
            <a:off x="406400" y="1493838"/>
            <a:ext cx="10972800" cy="4525963"/>
          </a:xfrm>
        </p:spPr>
        <p:txBody>
          <a:bodyPr/>
          <a:lstStyle/>
          <a:p>
            <a:r>
              <a:rPr lang="en-US" dirty="0"/>
              <a:t>Communication: Understanding Stakeholders</a:t>
            </a:r>
          </a:p>
          <a:p>
            <a:pPr>
              <a:buFontTx/>
              <a:buChar char="-"/>
            </a:pPr>
            <a:r>
              <a:rPr lang="en-US" dirty="0"/>
              <a:t>Building Trust</a:t>
            </a:r>
          </a:p>
          <a:p>
            <a:pPr lvl="0">
              <a:buFontTx/>
              <a:buChar char="-"/>
            </a:pPr>
            <a:r>
              <a:rPr lang="en-US" dirty="0"/>
              <a:t>Prioritization &amp; Personal time management</a:t>
            </a:r>
          </a:p>
          <a:p>
            <a:pPr lvl="0">
              <a:buFontTx/>
              <a:buChar char="-"/>
            </a:pPr>
            <a:r>
              <a:rPr lang="en-US" dirty="0"/>
              <a:t>Investing in relationships</a:t>
            </a:r>
          </a:p>
          <a:p>
            <a:pPr lvl="0">
              <a:buFontTx/>
              <a:buChar char="-"/>
            </a:pPr>
            <a:r>
              <a:rPr lang="en-US" dirty="0"/>
              <a:t>Identifying and mapping stakeholders </a:t>
            </a:r>
            <a:endParaRPr lang="en-IN" dirty="0"/>
          </a:p>
        </p:txBody>
      </p:sp>
      <p:sp>
        <p:nvSpPr>
          <p:cNvPr id="5" name="Content Placeholder 4">
            <a:extLst>
              <a:ext uri="{FF2B5EF4-FFF2-40B4-BE49-F238E27FC236}">
                <a16:creationId xmlns:a16="http://schemas.microsoft.com/office/drawing/2014/main" id="{8E29BA93-FC40-3782-060A-5695B34807F8}"/>
              </a:ext>
            </a:extLst>
          </p:cNvPr>
          <p:cNvSpPr>
            <a:spLocks noGrp="1"/>
          </p:cNvSpPr>
          <p:nvPr>
            <p:ph sz="quarter" idx="10"/>
          </p:nvPr>
        </p:nvSpPr>
        <p:spPr>
          <a:xfrm>
            <a:off x="406400" y="152400"/>
            <a:ext cx="8432800" cy="1143000"/>
          </a:xfrm>
        </p:spPr>
        <p:txBody>
          <a:bodyPr/>
          <a:lstStyle/>
          <a:p>
            <a:r>
              <a:rPr lang="en-US" dirty="0"/>
              <a:t>Your Take On Week 3</a:t>
            </a:r>
          </a:p>
        </p:txBody>
      </p:sp>
    </p:spTree>
    <p:extLst>
      <p:ext uri="{BB962C8B-B14F-4D97-AF65-F5344CB8AC3E}">
        <p14:creationId xmlns:p14="http://schemas.microsoft.com/office/powerpoint/2010/main" val="23016977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BB24C5C-1DD1-710D-B3A2-D1BAA5C8A334}"/>
              </a:ext>
            </a:extLst>
          </p:cNvPr>
          <p:cNvSpPr>
            <a:spLocks noGrp="1"/>
          </p:cNvSpPr>
          <p:nvPr>
            <p:ph idx="1"/>
          </p:nvPr>
        </p:nvSpPr>
        <p:spPr/>
        <p:txBody>
          <a:bodyPr/>
          <a:lstStyle/>
          <a:p>
            <a:pPr lvl="0"/>
            <a:r>
              <a:rPr lang="en-US" dirty="0"/>
              <a:t>Engaging with business stakeholders</a:t>
            </a:r>
          </a:p>
          <a:p>
            <a:pPr lvl="0"/>
            <a:r>
              <a:rPr lang="en-US" dirty="0"/>
              <a:t>Understanding stakeholder expectations (and their context)</a:t>
            </a:r>
          </a:p>
          <a:p>
            <a:pPr lvl="0"/>
            <a:r>
              <a:rPr lang="en-US" dirty="0"/>
              <a:t>Understanding the role of each function and their expectations</a:t>
            </a:r>
          </a:p>
          <a:p>
            <a:pPr lvl="0"/>
            <a:r>
              <a:rPr lang="en-US" dirty="0"/>
              <a:t>Understand the influence of key functions</a:t>
            </a:r>
          </a:p>
        </p:txBody>
      </p:sp>
      <p:sp>
        <p:nvSpPr>
          <p:cNvPr id="3" name="Content Placeholder 2">
            <a:extLst>
              <a:ext uri="{FF2B5EF4-FFF2-40B4-BE49-F238E27FC236}">
                <a16:creationId xmlns:a16="http://schemas.microsoft.com/office/drawing/2014/main" id="{86F6AAC4-48AB-D241-F743-C3E939A75516}"/>
              </a:ext>
            </a:extLst>
          </p:cNvPr>
          <p:cNvSpPr>
            <a:spLocks noGrp="1"/>
          </p:cNvSpPr>
          <p:nvPr>
            <p:ph sz="quarter" idx="10"/>
          </p:nvPr>
        </p:nvSpPr>
        <p:spPr/>
        <p:txBody>
          <a:bodyPr/>
          <a:lstStyle/>
          <a:p>
            <a:r>
              <a:rPr lang="en-US" dirty="0"/>
              <a:t>Discussion Topics – Week 4</a:t>
            </a:r>
          </a:p>
        </p:txBody>
      </p:sp>
      <p:sp>
        <p:nvSpPr>
          <p:cNvPr id="4" name="Slide Number Placeholder 5">
            <a:extLst>
              <a:ext uri="{FF2B5EF4-FFF2-40B4-BE49-F238E27FC236}">
                <a16:creationId xmlns:a16="http://schemas.microsoft.com/office/drawing/2014/main" id="{E7DD9158-3B10-02F8-4B07-C20C2E3938A1}"/>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4</a:t>
            </a:fld>
            <a:endParaRPr lang="en-US" altLang="en-US"/>
          </a:p>
        </p:txBody>
      </p:sp>
    </p:spTree>
    <p:extLst>
      <p:ext uri="{BB962C8B-B14F-4D97-AF65-F5344CB8AC3E}">
        <p14:creationId xmlns:p14="http://schemas.microsoft.com/office/powerpoint/2010/main" val="1863019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3EAF34E-910B-8CEC-F9D2-091118705759}"/>
              </a:ext>
            </a:extLst>
          </p:cNvPr>
          <p:cNvSpPr>
            <a:spLocks noGrp="1"/>
          </p:cNvSpPr>
          <p:nvPr>
            <p:ph sz="quarter" idx="10"/>
          </p:nvPr>
        </p:nvSpPr>
        <p:spPr/>
        <p:txBody>
          <a:bodyPr/>
          <a:lstStyle/>
          <a:p>
            <a:r>
              <a:rPr lang="en-US" dirty="0"/>
              <a:t>Activity – KYA</a:t>
            </a:r>
          </a:p>
        </p:txBody>
      </p:sp>
    </p:spTree>
    <p:extLst>
      <p:ext uri="{BB962C8B-B14F-4D97-AF65-F5344CB8AC3E}">
        <p14:creationId xmlns:p14="http://schemas.microsoft.com/office/powerpoint/2010/main" val="4244090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712FB2-DD32-BDD0-7D55-FBBDECEA7357}"/>
              </a:ext>
            </a:extLst>
          </p:cNvPr>
          <p:cNvSpPr>
            <a:spLocks noGrp="1"/>
          </p:cNvSpPr>
          <p:nvPr>
            <p:ph idx="1"/>
          </p:nvPr>
        </p:nvSpPr>
        <p:spPr/>
        <p:txBody>
          <a:bodyPr/>
          <a:lstStyle/>
          <a:p>
            <a:pPr>
              <a:buFontTx/>
              <a:buChar char="-"/>
            </a:pPr>
            <a:r>
              <a:rPr lang="en-US" b="0" i="0" u="none" strike="noStrike" dirty="0">
                <a:solidFill>
                  <a:srgbClr val="000000"/>
                </a:solidFill>
                <a:effectLst/>
              </a:rPr>
              <a:t>You are organizing a 4-day family vacation in Ooty </a:t>
            </a:r>
          </a:p>
          <a:p>
            <a:pPr>
              <a:buFontTx/>
              <a:buChar char="-"/>
            </a:pPr>
            <a:r>
              <a:rPr lang="en-US" b="0" i="0" u="none" strike="noStrike" dirty="0">
                <a:solidFill>
                  <a:srgbClr val="000000"/>
                </a:solidFill>
                <a:effectLst/>
              </a:rPr>
              <a:t>The plan includes family members from different generations</a:t>
            </a:r>
          </a:p>
          <a:p>
            <a:pPr>
              <a:buFontTx/>
              <a:buChar char="-"/>
            </a:pPr>
            <a:r>
              <a:rPr lang="en-US" b="0" i="0" u="none" strike="noStrike" dirty="0">
                <a:solidFill>
                  <a:srgbClr val="000000"/>
                </a:solidFill>
                <a:effectLst/>
              </a:rPr>
              <a:t>You need to communicate the plans to:</a:t>
            </a:r>
          </a:p>
          <a:p>
            <a:pPr lvl="1">
              <a:buFontTx/>
              <a:buChar char="-"/>
            </a:pPr>
            <a:r>
              <a:rPr lang="en-US" dirty="0">
                <a:solidFill>
                  <a:srgbClr val="000000"/>
                </a:solidFill>
              </a:rPr>
              <a:t>Your grandparents in their late 70s</a:t>
            </a:r>
          </a:p>
          <a:p>
            <a:pPr lvl="1">
              <a:buFontTx/>
              <a:buChar char="-"/>
            </a:pPr>
            <a:r>
              <a:rPr lang="en-US" dirty="0">
                <a:solidFill>
                  <a:srgbClr val="000000"/>
                </a:solidFill>
              </a:rPr>
              <a:t>Your parents/ uncles/ aunts in their 50s</a:t>
            </a:r>
          </a:p>
          <a:p>
            <a:pPr lvl="1">
              <a:buFontTx/>
              <a:buChar char="-"/>
            </a:pPr>
            <a:r>
              <a:rPr lang="en-US" dirty="0">
                <a:solidFill>
                  <a:srgbClr val="000000"/>
                </a:solidFill>
              </a:rPr>
              <a:t>Your cousins in their 20s</a:t>
            </a:r>
          </a:p>
          <a:p>
            <a:pPr lvl="1">
              <a:buFontTx/>
              <a:buChar char="-"/>
            </a:pPr>
            <a:r>
              <a:rPr lang="en-US" dirty="0">
                <a:solidFill>
                  <a:srgbClr val="000000"/>
                </a:solidFill>
              </a:rPr>
              <a:t>Your manager</a:t>
            </a:r>
          </a:p>
        </p:txBody>
      </p:sp>
      <p:sp>
        <p:nvSpPr>
          <p:cNvPr id="4" name="Content Placeholder 3">
            <a:extLst>
              <a:ext uri="{FF2B5EF4-FFF2-40B4-BE49-F238E27FC236}">
                <a16:creationId xmlns:a16="http://schemas.microsoft.com/office/drawing/2014/main" id="{0FDF6FCD-F7F5-459A-3F6F-91DF17F86745}"/>
              </a:ext>
            </a:extLst>
          </p:cNvPr>
          <p:cNvSpPr>
            <a:spLocks noGrp="1"/>
          </p:cNvSpPr>
          <p:nvPr>
            <p:ph sz="quarter" idx="10"/>
          </p:nvPr>
        </p:nvSpPr>
        <p:spPr/>
        <p:txBody>
          <a:bodyPr/>
          <a:lstStyle/>
          <a:p>
            <a:r>
              <a:rPr lang="en-US" dirty="0"/>
              <a:t>Activity</a:t>
            </a:r>
          </a:p>
        </p:txBody>
      </p:sp>
      <p:sp>
        <p:nvSpPr>
          <p:cNvPr id="2" name="Slide Number Placeholder 5">
            <a:extLst>
              <a:ext uri="{FF2B5EF4-FFF2-40B4-BE49-F238E27FC236}">
                <a16:creationId xmlns:a16="http://schemas.microsoft.com/office/drawing/2014/main" id="{B97A2003-29AF-4847-9B43-864370042251}"/>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6</a:t>
            </a:fld>
            <a:endParaRPr lang="en-US" altLang="en-US"/>
          </a:p>
        </p:txBody>
      </p:sp>
    </p:spTree>
    <p:extLst>
      <p:ext uri="{BB962C8B-B14F-4D97-AF65-F5344CB8AC3E}">
        <p14:creationId xmlns:p14="http://schemas.microsoft.com/office/powerpoint/2010/main" val="2361252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388A4B-8B35-5D8A-B995-352F9765EDE5}"/>
              </a:ext>
            </a:extLst>
          </p:cNvPr>
          <p:cNvSpPr>
            <a:spLocks noGrp="1"/>
          </p:cNvSpPr>
          <p:nvPr>
            <p:ph idx="1"/>
          </p:nvPr>
        </p:nvSpPr>
        <p:spPr/>
        <p:txBody>
          <a:bodyPr/>
          <a:lstStyle/>
          <a:p>
            <a:r>
              <a:rPr lang="en-US" dirty="0"/>
              <a:t>The person </a:t>
            </a:r>
          </a:p>
          <a:p>
            <a:r>
              <a:rPr lang="en-US" dirty="0"/>
              <a:t>Their expectations</a:t>
            </a:r>
          </a:p>
          <a:p>
            <a:r>
              <a:rPr lang="en-US" dirty="0"/>
              <a:t>Their concerns</a:t>
            </a:r>
          </a:p>
          <a:p>
            <a:endParaRPr lang="en-US" dirty="0"/>
          </a:p>
        </p:txBody>
      </p:sp>
      <p:sp>
        <p:nvSpPr>
          <p:cNvPr id="3" name="Content Placeholder 2">
            <a:extLst>
              <a:ext uri="{FF2B5EF4-FFF2-40B4-BE49-F238E27FC236}">
                <a16:creationId xmlns:a16="http://schemas.microsoft.com/office/drawing/2014/main" id="{82B0F920-F56E-29E2-8383-EE20D32DC2F2}"/>
              </a:ext>
            </a:extLst>
          </p:cNvPr>
          <p:cNvSpPr>
            <a:spLocks noGrp="1"/>
          </p:cNvSpPr>
          <p:nvPr>
            <p:ph sz="quarter" idx="10"/>
          </p:nvPr>
        </p:nvSpPr>
        <p:spPr/>
        <p:txBody>
          <a:bodyPr/>
          <a:lstStyle/>
          <a:p>
            <a:r>
              <a:rPr lang="en-US" dirty="0"/>
              <a:t>What Changed?</a:t>
            </a:r>
          </a:p>
        </p:txBody>
      </p:sp>
      <p:sp>
        <p:nvSpPr>
          <p:cNvPr id="4" name="Slide Number Placeholder 5">
            <a:extLst>
              <a:ext uri="{FF2B5EF4-FFF2-40B4-BE49-F238E27FC236}">
                <a16:creationId xmlns:a16="http://schemas.microsoft.com/office/drawing/2014/main" id="{9D71B3F9-08EF-7785-E802-C85D07C3C981}"/>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7</a:t>
            </a:fld>
            <a:endParaRPr lang="en-US" altLang="en-US"/>
          </a:p>
        </p:txBody>
      </p:sp>
    </p:spTree>
    <p:extLst>
      <p:ext uri="{BB962C8B-B14F-4D97-AF65-F5344CB8AC3E}">
        <p14:creationId xmlns:p14="http://schemas.microsoft.com/office/powerpoint/2010/main" val="1293202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3EAF34E-910B-8CEC-F9D2-091118705759}"/>
              </a:ext>
            </a:extLst>
          </p:cNvPr>
          <p:cNvSpPr>
            <a:spLocks noGrp="1"/>
          </p:cNvSpPr>
          <p:nvPr>
            <p:ph sz="quarter" idx="10"/>
          </p:nvPr>
        </p:nvSpPr>
        <p:spPr/>
        <p:txBody>
          <a:bodyPr/>
          <a:lstStyle/>
          <a:p>
            <a:r>
              <a:rPr lang="en-US" dirty="0"/>
              <a:t>Persona Analysis</a:t>
            </a:r>
          </a:p>
        </p:txBody>
      </p:sp>
    </p:spTree>
    <p:extLst>
      <p:ext uri="{BB962C8B-B14F-4D97-AF65-F5344CB8AC3E}">
        <p14:creationId xmlns:p14="http://schemas.microsoft.com/office/powerpoint/2010/main" val="345863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text, wheel&#10;&#10;Description automatically generated">
            <a:extLst>
              <a:ext uri="{FF2B5EF4-FFF2-40B4-BE49-F238E27FC236}">
                <a16:creationId xmlns:a16="http://schemas.microsoft.com/office/drawing/2014/main" id="{0B662A37-DDFE-3170-9F54-89025342F9D1}"/>
              </a:ext>
            </a:extLst>
          </p:cNvPr>
          <p:cNvPicPr>
            <a:picLocks noChangeAspect="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flipH="1">
            <a:off x="5195900" y="2252898"/>
            <a:ext cx="1800200" cy="1800200"/>
          </a:xfrm>
          <a:prstGeom prst="rect">
            <a:avLst/>
          </a:prstGeom>
          <a:noFill/>
        </p:spPr>
      </p:pic>
      <p:pic>
        <p:nvPicPr>
          <p:cNvPr id="7" name="Picture 6" descr="A picture containing background pattern&#10;&#10;Description automatically generated">
            <a:extLst>
              <a:ext uri="{FF2B5EF4-FFF2-40B4-BE49-F238E27FC236}">
                <a16:creationId xmlns:a16="http://schemas.microsoft.com/office/drawing/2014/main" id="{EFCC0AEB-902E-3334-86FA-D0AE56218ADC}"/>
              </a:ext>
            </a:extLst>
          </p:cNvPr>
          <p:cNvPicPr>
            <a:picLocks noChangeAspect="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819202" y="2252898"/>
            <a:ext cx="1800200" cy="1800200"/>
          </a:xfrm>
          <a:prstGeom prst="rect">
            <a:avLst/>
          </a:prstGeom>
        </p:spPr>
      </p:pic>
      <p:pic>
        <p:nvPicPr>
          <p:cNvPr id="9" name="Picture 8" descr="A picture containing shape&#10;&#10;Description automatically generated">
            <a:extLst>
              <a:ext uri="{FF2B5EF4-FFF2-40B4-BE49-F238E27FC236}">
                <a16:creationId xmlns:a16="http://schemas.microsoft.com/office/drawing/2014/main" id="{5E1758B5-4239-A140-3303-356AC4FC75DE}"/>
              </a:ext>
            </a:extLst>
          </p:cNvPr>
          <p:cNvPicPr>
            <a:picLocks noChangeAspect="1"/>
          </p:cNvPicPr>
          <p:nvPr/>
        </p:nvPicPr>
        <p:blipFill>
          <a:blip r:embed="rId6">
            <a:duotone>
              <a:schemeClr val="accent1">
                <a:shade val="45000"/>
                <a:satMod val="135000"/>
              </a:schemeClr>
              <a:prstClr val="white"/>
            </a:duotone>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8572598" y="2609820"/>
            <a:ext cx="2255571" cy="1086357"/>
          </a:xfrm>
          <a:prstGeom prst="rect">
            <a:avLst/>
          </a:prstGeom>
        </p:spPr>
      </p:pic>
      <p:sp>
        <p:nvSpPr>
          <p:cNvPr id="11" name="TextBox 10">
            <a:extLst>
              <a:ext uri="{FF2B5EF4-FFF2-40B4-BE49-F238E27FC236}">
                <a16:creationId xmlns:a16="http://schemas.microsoft.com/office/drawing/2014/main" id="{4C8B5FB4-5901-086B-CA8D-302E982E1973}"/>
              </a:ext>
            </a:extLst>
          </p:cNvPr>
          <p:cNvSpPr txBox="1"/>
          <p:nvPr/>
        </p:nvSpPr>
        <p:spPr>
          <a:xfrm>
            <a:off x="9300117" y="5469198"/>
            <a:ext cx="0" cy="0"/>
          </a:xfrm>
          <a:prstGeom prst="rect">
            <a:avLst/>
          </a:prstGeom>
          <a:noFill/>
        </p:spPr>
        <p:txBody>
          <a:bodyPr wrap="none" lIns="91440" tIns="91440" rIns="91440" bIns="91440" rtlCol="0" anchor="ctr">
            <a:noAutofit/>
          </a:bodyPr>
          <a:lstStyle/>
          <a:p>
            <a:pPr algn="l"/>
            <a:endParaRPr lang="en-US" sz="1000" dirty="0" err="1">
              <a:solidFill>
                <a:srgbClr val="000000"/>
              </a:solidFill>
              <a:latin typeface="Montserrat" panose="00000500000000000000" pitchFamily="2" charset="0"/>
            </a:endParaRPr>
          </a:p>
        </p:txBody>
      </p:sp>
      <p:sp>
        <p:nvSpPr>
          <p:cNvPr id="12" name="TextBox 11">
            <a:extLst>
              <a:ext uri="{FF2B5EF4-FFF2-40B4-BE49-F238E27FC236}">
                <a16:creationId xmlns:a16="http://schemas.microsoft.com/office/drawing/2014/main" id="{9DE276F3-C217-F703-6AE0-2E628531DDBB}"/>
              </a:ext>
            </a:extLst>
          </p:cNvPr>
          <p:cNvSpPr txBox="1"/>
          <p:nvPr/>
        </p:nvSpPr>
        <p:spPr>
          <a:xfrm>
            <a:off x="5105400" y="4293096"/>
            <a:ext cx="1990862" cy="1080120"/>
          </a:xfrm>
          <a:prstGeom prst="rect">
            <a:avLst/>
          </a:prstGeom>
          <a:noFill/>
        </p:spPr>
        <p:txBody>
          <a:bodyPr wrap="square" lIns="91440" tIns="91440" rIns="91440" bIns="91440" rtlCol="0" anchor="ctr">
            <a:noAutofit/>
          </a:bodyPr>
          <a:lstStyle/>
          <a:p>
            <a:pPr algn="ctr"/>
            <a:r>
              <a:rPr lang="en-US" sz="4000" dirty="0">
                <a:solidFill>
                  <a:srgbClr val="000000"/>
                </a:solidFill>
                <a:latin typeface="Montserrat" panose="00000500000000000000" pitchFamily="2" charset="0"/>
              </a:rPr>
              <a:t>Think</a:t>
            </a:r>
          </a:p>
        </p:txBody>
      </p:sp>
      <p:sp>
        <p:nvSpPr>
          <p:cNvPr id="13" name="TextBox 12">
            <a:extLst>
              <a:ext uri="{FF2B5EF4-FFF2-40B4-BE49-F238E27FC236}">
                <a16:creationId xmlns:a16="http://schemas.microsoft.com/office/drawing/2014/main" id="{7AA2EFAC-55D4-E0C9-3AD2-D7130624C0E0}"/>
              </a:ext>
            </a:extLst>
          </p:cNvPr>
          <p:cNvSpPr txBox="1"/>
          <p:nvPr/>
        </p:nvSpPr>
        <p:spPr>
          <a:xfrm>
            <a:off x="1723871" y="4293096"/>
            <a:ext cx="1990862" cy="1080120"/>
          </a:xfrm>
          <a:prstGeom prst="rect">
            <a:avLst/>
          </a:prstGeom>
          <a:noFill/>
        </p:spPr>
        <p:txBody>
          <a:bodyPr wrap="square" lIns="91440" tIns="91440" rIns="91440" bIns="91440" rtlCol="0" anchor="ctr">
            <a:noAutofit/>
          </a:bodyPr>
          <a:lstStyle/>
          <a:p>
            <a:pPr algn="ctr"/>
            <a:r>
              <a:rPr lang="en-US" sz="4000" dirty="0">
                <a:solidFill>
                  <a:srgbClr val="000000"/>
                </a:solidFill>
                <a:latin typeface="Montserrat" panose="00000500000000000000" pitchFamily="2" charset="0"/>
              </a:rPr>
              <a:t>Feel</a:t>
            </a:r>
          </a:p>
        </p:txBody>
      </p:sp>
      <p:sp>
        <p:nvSpPr>
          <p:cNvPr id="14" name="TextBox 13">
            <a:extLst>
              <a:ext uri="{FF2B5EF4-FFF2-40B4-BE49-F238E27FC236}">
                <a16:creationId xmlns:a16="http://schemas.microsoft.com/office/drawing/2014/main" id="{3AB8D41C-9486-1828-601A-6F89A08F2163}"/>
              </a:ext>
            </a:extLst>
          </p:cNvPr>
          <p:cNvSpPr txBox="1"/>
          <p:nvPr/>
        </p:nvSpPr>
        <p:spPr>
          <a:xfrm>
            <a:off x="8704952" y="4293096"/>
            <a:ext cx="1990862" cy="1080120"/>
          </a:xfrm>
          <a:prstGeom prst="rect">
            <a:avLst/>
          </a:prstGeom>
          <a:noFill/>
        </p:spPr>
        <p:txBody>
          <a:bodyPr wrap="square" lIns="91440" tIns="91440" rIns="91440" bIns="91440" rtlCol="0" anchor="ctr">
            <a:noAutofit/>
          </a:bodyPr>
          <a:lstStyle/>
          <a:p>
            <a:pPr algn="ctr"/>
            <a:r>
              <a:rPr lang="en-US" sz="4000" dirty="0">
                <a:solidFill>
                  <a:srgbClr val="000000"/>
                </a:solidFill>
                <a:latin typeface="Montserrat" panose="00000500000000000000" pitchFamily="2" charset="0"/>
              </a:rPr>
              <a:t>Do</a:t>
            </a:r>
          </a:p>
        </p:txBody>
      </p:sp>
      <p:sp>
        <p:nvSpPr>
          <p:cNvPr id="3" name="Content Placeholder 2">
            <a:extLst>
              <a:ext uri="{FF2B5EF4-FFF2-40B4-BE49-F238E27FC236}">
                <a16:creationId xmlns:a16="http://schemas.microsoft.com/office/drawing/2014/main" id="{74097752-5CBB-20DD-0C9F-5A37ABDF9754}"/>
              </a:ext>
            </a:extLst>
          </p:cNvPr>
          <p:cNvSpPr>
            <a:spLocks noGrp="1"/>
          </p:cNvSpPr>
          <p:nvPr>
            <p:ph sz="quarter" idx="10"/>
          </p:nvPr>
        </p:nvSpPr>
        <p:spPr/>
        <p:txBody>
          <a:bodyPr/>
          <a:lstStyle/>
          <a:p>
            <a:r>
              <a:rPr lang="en-US" dirty="0"/>
              <a:t>Understand How Personas …</a:t>
            </a:r>
          </a:p>
        </p:txBody>
      </p:sp>
      <p:sp>
        <p:nvSpPr>
          <p:cNvPr id="2" name="Slide Number Placeholder 5">
            <a:extLst>
              <a:ext uri="{FF2B5EF4-FFF2-40B4-BE49-F238E27FC236}">
                <a16:creationId xmlns:a16="http://schemas.microsoft.com/office/drawing/2014/main" id="{88C6DB43-5DC6-0647-14BC-9D7063C8D72A}"/>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9</a:t>
            </a:fld>
            <a:endParaRPr lang="en-US" altLang="en-US"/>
          </a:p>
        </p:txBody>
      </p:sp>
    </p:spTree>
    <p:extLst>
      <p:ext uri="{BB962C8B-B14F-4D97-AF65-F5344CB8AC3E}">
        <p14:creationId xmlns:p14="http://schemas.microsoft.com/office/powerpoint/2010/main" val="38851923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1C5550E-D3FF-A659-3677-6E24BB3D63A7}"/>
              </a:ext>
            </a:extLst>
          </p:cNvPr>
          <p:cNvSpPr/>
          <p:nvPr/>
        </p:nvSpPr>
        <p:spPr>
          <a:xfrm>
            <a:off x="3173872" y="2179282"/>
            <a:ext cx="3870372" cy="447814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pc="100" baseline="0" dirty="0" err="1">
              <a:solidFill>
                <a:schemeClr val="tx1"/>
              </a:solidFill>
              <a:latin typeface="Avenir Book" panose="02000503020000020003" pitchFamily="2" charset="0"/>
            </a:endParaRPr>
          </a:p>
        </p:txBody>
      </p:sp>
      <p:sp>
        <p:nvSpPr>
          <p:cNvPr id="12" name="Rectangle 11">
            <a:extLst>
              <a:ext uri="{FF2B5EF4-FFF2-40B4-BE49-F238E27FC236}">
                <a16:creationId xmlns:a16="http://schemas.microsoft.com/office/drawing/2014/main" id="{434E22DB-6EF0-5450-D475-8FF89870234F}"/>
              </a:ext>
            </a:extLst>
          </p:cNvPr>
          <p:cNvSpPr/>
          <p:nvPr/>
        </p:nvSpPr>
        <p:spPr>
          <a:xfrm>
            <a:off x="7438750" y="3858229"/>
            <a:ext cx="3870372" cy="279920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pc="100" baseline="0" dirty="0" err="1">
              <a:solidFill>
                <a:schemeClr val="tx1"/>
              </a:solidFill>
              <a:latin typeface="Avenir Book" panose="02000503020000020003" pitchFamily="2" charset="0"/>
            </a:endParaRPr>
          </a:p>
        </p:txBody>
      </p:sp>
      <p:sp>
        <p:nvSpPr>
          <p:cNvPr id="4" name="TextBox 3">
            <a:extLst>
              <a:ext uri="{FF2B5EF4-FFF2-40B4-BE49-F238E27FC236}">
                <a16:creationId xmlns:a16="http://schemas.microsoft.com/office/drawing/2014/main" id="{C786B305-0DCF-8D0D-AC8F-EAB215DD1FCE}"/>
              </a:ext>
            </a:extLst>
          </p:cNvPr>
          <p:cNvSpPr txBox="1"/>
          <p:nvPr/>
        </p:nvSpPr>
        <p:spPr>
          <a:xfrm>
            <a:off x="3173872" y="3478389"/>
            <a:ext cx="3870372" cy="538609"/>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Goals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&lt;&gt;</a:t>
            </a:r>
          </a:p>
        </p:txBody>
      </p:sp>
      <p:sp>
        <p:nvSpPr>
          <p:cNvPr id="5" name="TextBox 4">
            <a:extLst>
              <a:ext uri="{FF2B5EF4-FFF2-40B4-BE49-F238E27FC236}">
                <a16:creationId xmlns:a16="http://schemas.microsoft.com/office/drawing/2014/main" id="{EDD8D956-0211-6C6C-0A12-8D4825203E78}"/>
              </a:ext>
            </a:extLst>
          </p:cNvPr>
          <p:cNvSpPr txBox="1"/>
          <p:nvPr/>
        </p:nvSpPr>
        <p:spPr>
          <a:xfrm>
            <a:off x="782755" y="2179282"/>
            <a:ext cx="1953582" cy="1769715"/>
          </a:xfrm>
          <a:prstGeom prst="rect">
            <a:avLst/>
          </a:prstGeom>
          <a:noFill/>
          <a:ln w="3175">
            <a:noFill/>
          </a:ln>
        </p:spPr>
        <p:txBody>
          <a:bodyPr wrap="square">
            <a:spAutoFit/>
          </a:bodyPr>
          <a:lstStyle/>
          <a:p>
            <a:pPr>
              <a:spcBef>
                <a:spcPts val="300"/>
              </a:spcBef>
              <a:spcAft>
                <a:spcPts val="300"/>
              </a:spcAft>
            </a:pPr>
            <a:r>
              <a:rPr lang="en-US" sz="1200" b="1" dirty="0">
                <a:latin typeface="Avenir Book" panose="02000503020000020003" pitchFamily="2" charset="0"/>
                <a:cs typeface="Times New Roman" panose="02020603050405020304" pitchFamily="18" charset="0"/>
              </a:rPr>
              <a:t>Meet &lt;&gt;</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Age</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Gender</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Background</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Location </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Other relevant information</a:t>
            </a:r>
          </a:p>
        </p:txBody>
      </p:sp>
      <p:sp>
        <p:nvSpPr>
          <p:cNvPr id="6" name="TextBox 5">
            <a:extLst>
              <a:ext uri="{FF2B5EF4-FFF2-40B4-BE49-F238E27FC236}">
                <a16:creationId xmlns:a16="http://schemas.microsoft.com/office/drawing/2014/main" id="{EC13E58C-A4BE-E329-92CB-9AE91682E6D5}"/>
              </a:ext>
            </a:extLst>
          </p:cNvPr>
          <p:cNvSpPr txBox="1"/>
          <p:nvPr/>
        </p:nvSpPr>
        <p:spPr>
          <a:xfrm>
            <a:off x="3173872" y="2179283"/>
            <a:ext cx="3870372" cy="538609"/>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Motivations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&lt;&gt;</a:t>
            </a:r>
          </a:p>
        </p:txBody>
      </p:sp>
      <p:sp>
        <p:nvSpPr>
          <p:cNvPr id="7" name="TextBox 6">
            <a:extLst>
              <a:ext uri="{FF2B5EF4-FFF2-40B4-BE49-F238E27FC236}">
                <a16:creationId xmlns:a16="http://schemas.microsoft.com/office/drawing/2014/main" id="{C17D9C84-B435-F117-246F-1AE1EAD2C0BC}"/>
              </a:ext>
            </a:extLst>
          </p:cNvPr>
          <p:cNvSpPr txBox="1"/>
          <p:nvPr/>
        </p:nvSpPr>
        <p:spPr>
          <a:xfrm>
            <a:off x="3173872" y="4767009"/>
            <a:ext cx="3870372" cy="538609"/>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Everyday activities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&lt;&gt;</a:t>
            </a:r>
            <a:endParaRPr lang="en-IN" sz="1200" dirty="0">
              <a:latin typeface="Avenir Book" panose="02000503020000020003" pitchFamily="2" charset="0"/>
              <a:cs typeface="Times New Roman" panose="02020603050405020304" pitchFamily="18" charset="0"/>
            </a:endParaRPr>
          </a:p>
        </p:txBody>
      </p:sp>
      <p:sp>
        <p:nvSpPr>
          <p:cNvPr id="8" name="Rectangle 7"/>
          <p:cNvSpPr/>
          <p:nvPr/>
        </p:nvSpPr>
        <p:spPr>
          <a:xfrm>
            <a:off x="7438749" y="3478389"/>
            <a:ext cx="3836683" cy="538609"/>
          </a:xfrm>
          <a:prstGeom prst="rect">
            <a:avLst/>
          </a:prstGeom>
          <a:noFill/>
          <a:ln>
            <a:solidFill>
              <a:schemeClr val="bg2"/>
            </a:solidFill>
          </a:ln>
        </p:spPr>
        <p:txBody>
          <a:bodyPr wrap="square">
            <a:spAutoFit/>
          </a:bodyPr>
          <a:lstStyle/>
          <a:p>
            <a:pPr lvl="0">
              <a:spcBef>
                <a:spcPts val="300"/>
              </a:spcBef>
              <a:spcAft>
                <a:spcPts val="300"/>
              </a:spcAft>
            </a:pPr>
            <a:r>
              <a:rPr lang="en-US" sz="1200" b="1" u="sng" dirty="0">
                <a:latin typeface="Avenir Book" panose="02000503020000020003" pitchFamily="2" charset="0"/>
                <a:cs typeface="Times New Roman" panose="02020603050405020304" pitchFamily="18" charset="0"/>
              </a:rPr>
              <a:t>Frustrations</a:t>
            </a:r>
          </a:p>
          <a:p>
            <a:pPr marL="187325" indent="-187325">
              <a:spcBef>
                <a:spcPts val="300"/>
              </a:spcBef>
              <a:spcAft>
                <a:spcPts val="300"/>
              </a:spcAft>
              <a:buFontTx/>
              <a:buChar char="-"/>
            </a:pPr>
            <a:r>
              <a:rPr lang="en-IN" sz="1200" dirty="0">
                <a:latin typeface="Avenir Book" panose="02000503020000020003" pitchFamily="2" charset="0"/>
                <a:cs typeface="Times New Roman" panose="02020603050405020304" pitchFamily="18" charset="0"/>
              </a:rPr>
              <a:t>&lt;&gt;</a:t>
            </a:r>
          </a:p>
        </p:txBody>
      </p:sp>
      <p:sp>
        <p:nvSpPr>
          <p:cNvPr id="9" name="Rectangle 8"/>
          <p:cNvSpPr/>
          <p:nvPr/>
        </p:nvSpPr>
        <p:spPr>
          <a:xfrm>
            <a:off x="7438748" y="4767009"/>
            <a:ext cx="3836683" cy="538609"/>
          </a:xfrm>
          <a:prstGeom prst="rect">
            <a:avLst/>
          </a:prstGeom>
          <a:noFill/>
          <a:ln>
            <a:solidFill>
              <a:schemeClr val="bg2"/>
            </a:solidFill>
          </a:ln>
        </p:spPr>
        <p:txBody>
          <a:bodyPr wrap="square">
            <a:spAutoFit/>
          </a:bodyPr>
          <a:lstStyle/>
          <a:p>
            <a:pPr lvl="0">
              <a:spcBef>
                <a:spcPts val="300"/>
              </a:spcBef>
              <a:spcAft>
                <a:spcPts val="300"/>
              </a:spcAft>
            </a:pPr>
            <a:r>
              <a:rPr lang="en-US" sz="1200" b="1" u="sng" dirty="0">
                <a:latin typeface="Avenir Book" panose="02000503020000020003" pitchFamily="2" charset="0"/>
                <a:cs typeface="Times New Roman" panose="02020603050405020304" pitchFamily="18" charset="0"/>
              </a:rPr>
              <a:t>Fears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&lt;&gt;</a:t>
            </a:r>
            <a:endParaRPr lang="en-IN" sz="1200" dirty="0">
              <a:latin typeface="Avenir Book" panose="02000503020000020003" pitchFamily="2"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F5FD542C-DB2D-A4BD-4C4F-9092C4EEF564}"/>
              </a:ext>
            </a:extLst>
          </p:cNvPr>
          <p:cNvSpPr>
            <a:spLocks noGrp="1"/>
          </p:cNvSpPr>
          <p:nvPr>
            <p:ph sz="quarter" idx="10"/>
          </p:nvPr>
        </p:nvSpPr>
        <p:spPr/>
        <p:txBody>
          <a:bodyPr/>
          <a:lstStyle/>
          <a:p>
            <a:r>
              <a:rPr lang="en-US" dirty="0"/>
              <a:t>Name – Role</a:t>
            </a:r>
          </a:p>
        </p:txBody>
      </p:sp>
      <p:sp>
        <p:nvSpPr>
          <p:cNvPr id="3" name="Slide Number Placeholder 5">
            <a:extLst>
              <a:ext uri="{FF2B5EF4-FFF2-40B4-BE49-F238E27FC236}">
                <a16:creationId xmlns:a16="http://schemas.microsoft.com/office/drawing/2014/main" id="{E060D24D-1312-45EC-D052-D7913E58278F}"/>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10</a:t>
            </a:fld>
            <a:endParaRPr lang="en-US" altLang="en-US"/>
          </a:p>
        </p:txBody>
      </p:sp>
    </p:spTree>
    <p:extLst>
      <p:ext uri="{BB962C8B-B14F-4D97-AF65-F5344CB8AC3E}">
        <p14:creationId xmlns:p14="http://schemas.microsoft.com/office/powerpoint/2010/main" val="3310470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EB40E9-0B26-0CDF-FA9D-4481AEB49DB1}"/>
              </a:ext>
            </a:extLst>
          </p:cNvPr>
          <p:cNvSpPr>
            <a:spLocks noGrp="1"/>
          </p:cNvSpPr>
          <p:nvPr>
            <p:ph idx="1"/>
          </p:nvPr>
        </p:nvSpPr>
        <p:spPr>
          <a:xfrm>
            <a:off x="406400" y="1493838"/>
            <a:ext cx="10972800" cy="4525963"/>
          </a:xfrm>
        </p:spPr>
        <p:txBody>
          <a:bodyPr/>
          <a:lstStyle/>
          <a:p>
            <a:pPr marL="0" indent="0"/>
            <a:r>
              <a:rPr lang="en-US" dirty="0"/>
              <a:t>Why the organization cares about a goal:</a:t>
            </a:r>
          </a:p>
          <a:p>
            <a:pPr>
              <a:buFont typeface="Arial" panose="020B0604020202020204" pitchFamily="34" charset="0"/>
              <a:buChar char="•"/>
            </a:pPr>
            <a:r>
              <a:rPr lang="en-US" dirty="0"/>
              <a:t>Revenue Growth – Sales leader motivated by hitting quarterly numbers.</a:t>
            </a:r>
          </a:p>
          <a:p>
            <a:pPr>
              <a:buFont typeface="Arial" panose="020B0604020202020204" pitchFamily="34" charset="0"/>
              <a:buChar char="•"/>
            </a:pPr>
            <a:r>
              <a:rPr lang="en-US" dirty="0"/>
              <a:t>Cost Efficiency – Operations head wants fewer process inefficiencies.</a:t>
            </a:r>
          </a:p>
          <a:p>
            <a:pPr>
              <a:buFont typeface="Arial" panose="020B0604020202020204" pitchFamily="34" charset="0"/>
              <a:buChar char="•"/>
            </a:pPr>
            <a:r>
              <a:rPr lang="en-US" dirty="0"/>
              <a:t>Compliance &amp; Risk – Legal/compliance officer focused on avoiding fines.</a:t>
            </a:r>
          </a:p>
          <a:p>
            <a:pPr>
              <a:buFont typeface="Arial" panose="020B0604020202020204" pitchFamily="34" charset="0"/>
              <a:buChar char="•"/>
            </a:pPr>
            <a:r>
              <a:rPr lang="en-US" dirty="0"/>
              <a:t>Innovation &amp; Growth – Product head wants market differentiation.</a:t>
            </a:r>
          </a:p>
          <a:p>
            <a:pPr>
              <a:buFont typeface="Arial" panose="020B0604020202020204" pitchFamily="34" charset="0"/>
              <a:buChar char="•"/>
            </a:pPr>
            <a:r>
              <a:rPr lang="en-US" dirty="0"/>
              <a:t>Customer Satisfaction – Support lead motivated by reducing churn/NPS improvement.</a:t>
            </a:r>
          </a:p>
        </p:txBody>
      </p:sp>
      <p:sp>
        <p:nvSpPr>
          <p:cNvPr id="4" name="Content Placeholder 3">
            <a:extLst>
              <a:ext uri="{FF2B5EF4-FFF2-40B4-BE49-F238E27FC236}">
                <a16:creationId xmlns:a16="http://schemas.microsoft.com/office/drawing/2014/main" id="{07E22758-2548-B769-3242-E42C051653F1}"/>
              </a:ext>
            </a:extLst>
          </p:cNvPr>
          <p:cNvSpPr>
            <a:spLocks noGrp="1"/>
          </p:cNvSpPr>
          <p:nvPr>
            <p:ph sz="quarter" idx="10"/>
          </p:nvPr>
        </p:nvSpPr>
        <p:spPr>
          <a:xfrm>
            <a:off x="406400" y="152400"/>
            <a:ext cx="8432800" cy="1143000"/>
          </a:xfrm>
        </p:spPr>
        <p:txBody>
          <a:bodyPr/>
          <a:lstStyle/>
          <a:p>
            <a:r>
              <a:rPr lang="en-US" dirty="0"/>
              <a:t>Motivation – Organizational Drivers</a:t>
            </a:r>
          </a:p>
        </p:txBody>
      </p:sp>
      <p:sp>
        <p:nvSpPr>
          <p:cNvPr id="10" name="TextBox 9">
            <a:extLst>
              <a:ext uri="{FF2B5EF4-FFF2-40B4-BE49-F238E27FC236}">
                <a16:creationId xmlns:a16="http://schemas.microsoft.com/office/drawing/2014/main" id="{F11550C6-20CF-7EA3-E492-F6A91FCF61E1}"/>
              </a:ext>
            </a:extLst>
          </p:cNvPr>
          <p:cNvSpPr txBox="1"/>
          <p:nvPr/>
        </p:nvSpPr>
        <p:spPr>
          <a:xfrm>
            <a:off x="2031505" y="5417403"/>
            <a:ext cx="8128989" cy="830997"/>
          </a:xfrm>
          <a:prstGeom prst="rect">
            <a:avLst/>
          </a:prstGeom>
          <a:solidFill>
            <a:schemeClr val="accent1"/>
          </a:solidFill>
        </p:spPr>
        <p:txBody>
          <a:bodyPr wrap="square">
            <a:spAutoFit/>
          </a:bodyPr>
          <a:lstStyle/>
          <a:p>
            <a:pPr algn="ctr"/>
            <a:r>
              <a:rPr lang="en-US" sz="2400" dirty="0">
                <a:solidFill>
                  <a:schemeClr val="bg1"/>
                </a:solidFill>
              </a:rPr>
              <a:t>These drivers are usually visible in corporate decks, strategy docs, or OKRs</a:t>
            </a:r>
          </a:p>
        </p:txBody>
      </p:sp>
    </p:spTree>
    <p:extLst>
      <p:ext uri="{BB962C8B-B14F-4D97-AF65-F5344CB8AC3E}">
        <p14:creationId xmlns:p14="http://schemas.microsoft.com/office/powerpoint/2010/main" val="227940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EA851CC-5C35-5F2F-89EE-8278FDA0E720}"/>
              </a:ext>
            </a:extLst>
          </p:cNvPr>
          <p:cNvSpPr>
            <a:spLocks noGrp="1"/>
          </p:cNvSpPr>
          <p:nvPr>
            <p:ph idx="1"/>
          </p:nvPr>
        </p:nvSpPr>
        <p:spPr>
          <a:xfrm>
            <a:off x="406400" y="1493838"/>
            <a:ext cx="10972800" cy="4525963"/>
          </a:xfrm>
        </p:spPr>
        <p:txBody>
          <a:bodyPr/>
          <a:lstStyle/>
          <a:p>
            <a:pPr>
              <a:buFont typeface="Arial" panose="020B0604020202020204" pitchFamily="34" charset="0"/>
              <a:buChar char="•"/>
            </a:pPr>
            <a:r>
              <a:rPr lang="en-US" dirty="0"/>
              <a:t>Career Growth – “Will this project make me visible to leadership?”</a:t>
            </a:r>
          </a:p>
          <a:p>
            <a:pPr>
              <a:buFont typeface="Arial" panose="020B0604020202020204" pitchFamily="34" charset="0"/>
              <a:buChar char="•"/>
            </a:pPr>
            <a:r>
              <a:rPr lang="en-US" dirty="0"/>
              <a:t>Recognition/ Status – “Will my team be seen as critical to success?”</a:t>
            </a:r>
          </a:p>
          <a:p>
            <a:pPr>
              <a:buFont typeface="Arial" panose="020B0604020202020204" pitchFamily="34" charset="0"/>
              <a:buChar char="•"/>
            </a:pPr>
            <a:r>
              <a:rPr lang="en-US" dirty="0"/>
              <a:t>Workload/ Effort – “Will this make my life easier or harder?”</a:t>
            </a:r>
          </a:p>
          <a:p>
            <a:pPr>
              <a:buFont typeface="Arial" panose="020B0604020202020204" pitchFamily="34" charset="0"/>
              <a:buChar char="•"/>
            </a:pPr>
            <a:r>
              <a:rPr lang="en-US" dirty="0"/>
              <a:t>Autonomy/ Control – “Do I get a say in how this is done?”</a:t>
            </a:r>
          </a:p>
          <a:p>
            <a:pPr>
              <a:buFont typeface="Arial" panose="020B0604020202020204" pitchFamily="34" charset="0"/>
              <a:buChar char="•"/>
            </a:pPr>
            <a:r>
              <a:rPr lang="en-US" dirty="0"/>
              <a:t>Security/ Stability – “Will this change threaten my role?”</a:t>
            </a:r>
          </a:p>
          <a:p>
            <a:pPr>
              <a:buFont typeface="Arial" panose="020B0604020202020204" pitchFamily="34" charset="0"/>
              <a:buChar char="•"/>
            </a:pPr>
            <a:r>
              <a:rPr lang="en-US" dirty="0"/>
              <a:t>Pride/ Values – “Does this align with what I believe in?</a:t>
            </a:r>
          </a:p>
          <a:p>
            <a:pPr>
              <a:buFont typeface="Arial" panose="020B0604020202020204" pitchFamily="34" charset="0"/>
              <a:buChar char="•"/>
            </a:pPr>
            <a:r>
              <a:rPr lang="en-US" dirty="0"/>
              <a:t>…</a:t>
            </a:r>
          </a:p>
          <a:p>
            <a:pPr>
              <a:buFont typeface="Arial" panose="020B0604020202020204" pitchFamily="34" charset="0"/>
              <a:buChar char="•"/>
            </a:pPr>
            <a:endParaRPr lang="en-US" dirty="0"/>
          </a:p>
        </p:txBody>
      </p:sp>
      <p:sp>
        <p:nvSpPr>
          <p:cNvPr id="3" name="Content Placeholder 2">
            <a:extLst>
              <a:ext uri="{FF2B5EF4-FFF2-40B4-BE49-F238E27FC236}">
                <a16:creationId xmlns:a16="http://schemas.microsoft.com/office/drawing/2014/main" id="{84A5E795-B495-E60C-6E6A-46E438BE37C6}"/>
              </a:ext>
            </a:extLst>
          </p:cNvPr>
          <p:cNvSpPr>
            <a:spLocks noGrp="1"/>
          </p:cNvSpPr>
          <p:nvPr>
            <p:ph sz="quarter" idx="10"/>
          </p:nvPr>
        </p:nvSpPr>
        <p:spPr>
          <a:xfrm>
            <a:off x="406400" y="152400"/>
            <a:ext cx="8432800" cy="1143000"/>
          </a:xfrm>
        </p:spPr>
        <p:txBody>
          <a:bodyPr/>
          <a:lstStyle/>
          <a:p>
            <a:r>
              <a:rPr lang="en-US" dirty="0"/>
              <a:t>Motivation – Personal Drivers</a:t>
            </a:r>
          </a:p>
        </p:txBody>
      </p:sp>
      <p:sp>
        <p:nvSpPr>
          <p:cNvPr id="7" name="TextBox 6">
            <a:extLst>
              <a:ext uri="{FF2B5EF4-FFF2-40B4-BE49-F238E27FC236}">
                <a16:creationId xmlns:a16="http://schemas.microsoft.com/office/drawing/2014/main" id="{B51D3BAE-C80F-3CD6-4D48-97D7C1517ED7}"/>
              </a:ext>
            </a:extLst>
          </p:cNvPr>
          <p:cNvSpPr txBox="1"/>
          <p:nvPr/>
        </p:nvSpPr>
        <p:spPr>
          <a:xfrm>
            <a:off x="2031505" y="5417403"/>
            <a:ext cx="8128989" cy="830997"/>
          </a:xfrm>
          <a:prstGeom prst="rect">
            <a:avLst/>
          </a:prstGeom>
          <a:solidFill>
            <a:schemeClr val="accent1"/>
          </a:solidFill>
        </p:spPr>
        <p:txBody>
          <a:bodyPr wrap="square">
            <a:spAutoFit/>
          </a:bodyPr>
          <a:lstStyle/>
          <a:p>
            <a:pPr algn="ctr"/>
            <a:r>
              <a:rPr lang="en-US" sz="2400" b="0" i="0" u="none" strike="noStrike" dirty="0">
                <a:solidFill>
                  <a:schemeClr val="bg1"/>
                </a:solidFill>
                <a:effectLst/>
              </a:rPr>
              <a:t>These are uncovered through observation, 1:1 conversations, and reading between the lines.</a:t>
            </a:r>
            <a:endParaRPr lang="en-US" sz="2400" dirty="0">
              <a:solidFill>
                <a:schemeClr val="bg1"/>
              </a:solidFill>
            </a:endParaRPr>
          </a:p>
        </p:txBody>
      </p:sp>
    </p:spTree>
    <p:extLst>
      <p:ext uri="{BB962C8B-B14F-4D97-AF65-F5344CB8AC3E}">
        <p14:creationId xmlns:p14="http://schemas.microsoft.com/office/powerpoint/2010/main" val="3158319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745E34-8FAF-26DF-2B57-1FAAC0F190F4}"/>
              </a:ext>
            </a:extLst>
          </p:cNvPr>
          <p:cNvSpPr>
            <a:spLocks noGrp="1"/>
          </p:cNvSpPr>
          <p:nvPr>
            <p:ph sz="quarter" idx="10"/>
          </p:nvPr>
        </p:nvSpPr>
        <p:spPr>
          <a:xfrm>
            <a:off x="406400" y="152400"/>
            <a:ext cx="8432800" cy="1143000"/>
          </a:xfrm>
        </p:spPr>
        <p:txBody>
          <a:bodyPr wrap="square" anchor="ctr">
            <a:normAutofit/>
          </a:bodyPr>
          <a:lstStyle/>
          <a:p>
            <a:pPr>
              <a:spcAft>
                <a:spcPts val="600"/>
              </a:spcAft>
            </a:pPr>
            <a:r>
              <a:rPr lang="en-US" dirty="0"/>
              <a:t>Personal Motivation - SCARF</a:t>
            </a:r>
            <a:endParaRPr lang="en-US"/>
          </a:p>
        </p:txBody>
      </p:sp>
      <p:graphicFrame>
        <p:nvGraphicFramePr>
          <p:cNvPr id="5" name="Content Placeholder 1">
            <a:extLst>
              <a:ext uri="{FF2B5EF4-FFF2-40B4-BE49-F238E27FC236}">
                <a16:creationId xmlns:a16="http://schemas.microsoft.com/office/drawing/2014/main" id="{8657BC5B-CA3D-BBAA-C31A-28CB489B8EE0}"/>
              </a:ext>
            </a:extLst>
          </p:cNvPr>
          <p:cNvGraphicFramePr>
            <a:graphicFrameLocks noGrp="1"/>
          </p:cNvGraphicFramePr>
          <p:nvPr>
            <p:ph idx="1"/>
            <p:extLst>
              <p:ext uri="{D42A27DB-BD31-4B8C-83A1-F6EECF244321}">
                <p14:modId xmlns:p14="http://schemas.microsoft.com/office/powerpoint/2010/main" val="971102352"/>
              </p:ext>
            </p:extLst>
          </p:nvPr>
        </p:nvGraphicFramePr>
        <p:xfrm>
          <a:off x="2844800" y="1646237"/>
          <a:ext cx="6527800"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26790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0429A7-88AC-88F3-23AB-E6CB70CA18A8}"/>
              </a:ext>
            </a:extLst>
          </p:cNvPr>
          <p:cNvSpPr>
            <a:spLocks noGrp="1"/>
          </p:cNvSpPr>
          <p:nvPr>
            <p:ph sz="quarter" idx="10"/>
          </p:nvPr>
        </p:nvSpPr>
        <p:spPr>
          <a:xfrm>
            <a:off x="406400" y="152400"/>
            <a:ext cx="8432800" cy="1143000"/>
          </a:xfrm>
        </p:spPr>
        <p:txBody>
          <a:bodyPr wrap="square" anchor="ctr">
            <a:normAutofit/>
          </a:bodyPr>
          <a:lstStyle/>
          <a:p>
            <a:pPr>
              <a:spcAft>
                <a:spcPts val="600"/>
              </a:spcAft>
            </a:pPr>
            <a:r>
              <a:rPr lang="en-US" dirty="0"/>
              <a:t>Threat!</a:t>
            </a:r>
            <a:endParaRPr lang="en-US"/>
          </a:p>
        </p:txBody>
      </p:sp>
      <p:graphicFrame>
        <p:nvGraphicFramePr>
          <p:cNvPr id="5" name="Content Placeholder 1">
            <a:extLst>
              <a:ext uri="{FF2B5EF4-FFF2-40B4-BE49-F238E27FC236}">
                <a16:creationId xmlns:a16="http://schemas.microsoft.com/office/drawing/2014/main" id="{6011D907-B2D8-F89B-E29A-DCAE08895132}"/>
              </a:ext>
            </a:extLst>
          </p:cNvPr>
          <p:cNvGraphicFramePr>
            <a:graphicFrameLocks noGrp="1"/>
          </p:cNvGraphicFramePr>
          <p:nvPr>
            <p:ph idx="1"/>
            <p:extLst>
              <p:ext uri="{D42A27DB-BD31-4B8C-83A1-F6EECF244321}">
                <p14:modId xmlns:p14="http://schemas.microsoft.com/office/powerpoint/2010/main" val="552782801"/>
              </p:ext>
            </p:extLst>
          </p:nvPr>
        </p:nvGraphicFramePr>
        <p:xfrm>
          <a:off x="609600" y="1493838"/>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Oval 3">
            <a:extLst>
              <a:ext uri="{FF2B5EF4-FFF2-40B4-BE49-F238E27FC236}">
                <a16:creationId xmlns:a16="http://schemas.microsoft.com/office/drawing/2014/main" id="{CA1CB776-3448-42B5-E02E-F1110B6174FC}"/>
              </a:ext>
            </a:extLst>
          </p:cNvPr>
          <p:cNvSpPr>
            <a:spLocks noChangeAspect="1"/>
          </p:cNvSpPr>
          <p:nvPr/>
        </p:nvSpPr>
        <p:spPr>
          <a:xfrm>
            <a:off x="5412936" y="2743200"/>
            <a:ext cx="1368864" cy="13716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b="1" dirty="0"/>
              <a:t>OR</a:t>
            </a:r>
          </a:p>
        </p:txBody>
      </p:sp>
    </p:spTree>
    <p:extLst>
      <p:ext uri="{BB962C8B-B14F-4D97-AF65-F5344CB8AC3E}">
        <p14:creationId xmlns:p14="http://schemas.microsoft.com/office/powerpoint/2010/main" val="2234617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1C5550E-D3FF-A659-3677-6E24BB3D63A7}"/>
              </a:ext>
            </a:extLst>
          </p:cNvPr>
          <p:cNvSpPr/>
          <p:nvPr/>
        </p:nvSpPr>
        <p:spPr>
          <a:xfrm>
            <a:off x="3173872" y="2179282"/>
            <a:ext cx="3870372" cy="447814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pc="100" baseline="0" dirty="0" err="1">
              <a:solidFill>
                <a:schemeClr val="tx1"/>
              </a:solidFill>
              <a:latin typeface="Avenir Book" panose="02000503020000020003" pitchFamily="2" charset="0"/>
            </a:endParaRPr>
          </a:p>
        </p:txBody>
      </p:sp>
      <p:sp>
        <p:nvSpPr>
          <p:cNvPr id="12" name="Rectangle 11">
            <a:extLst>
              <a:ext uri="{FF2B5EF4-FFF2-40B4-BE49-F238E27FC236}">
                <a16:creationId xmlns:a16="http://schemas.microsoft.com/office/drawing/2014/main" id="{434E22DB-6EF0-5450-D475-8FF89870234F}"/>
              </a:ext>
            </a:extLst>
          </p:cNvPr>
          <p:cNvSpPr/>
          <p:nvPr/>
        </p:nvSpPr>
        <p:spPr>
          <a:xfrm>
            <a:off x="7438750" y="3858229"/>
            <a:ext cx="3870372" cy="279920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pc="100" baseline="0" dirty="0" err="1">
              <a:solidFill>
                <a:schemeClr val="tx1"/>
              </a:solidFill>
              <a:latin typeface="Avenir Book" panose="02000503020000020003" pitchFamily="2" charset="0"/>
            </a:endParaRPr>
          </a:p>
        </p:txBody>
      </p:sp>
      <p:sp>
        <p:nvSpPr>
          <p:cNvPr id="4" name="TextBox 3">
            <a:extLst>
              <a:ext uri="{FF2B5EF4-FFF2-40B4-BE49-F238E27FC236}">
                <a16:creationId xmlns:a16="http://schemas.microsoft.com/office/drawing/2014/main" id="{C786B305-0DCF-8D0D-AC8F-EAB215DD1FCE}"/>
              </a:ext>
            </a:extLst>
          </p:cNvPr>
          <p:cNvSpPr txBox="1"/>
          <p:nvPr/>
        </p:nvSpPr>
        <p:spPr>
          <a:xfrm>
            <a:off x="3173872" y="3200400"/>
            <a:ext cx="3870372" cy="1246495"/>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Goals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Ensure students are learning relevant aspects from the best possible faculty </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Ensure 100% placement</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Ensure demand for the next batch</a:t>
            </a:r>
          </a:p>
        </p:txBody>
      </p:sp>
      <p:sp>
        <p:nvSpPr>
          <p:cNvPr id="5" name="TextBox 4">
            <a:extLst>
              <a:ext uri="{FF2B5EF4-FFF2-40B4-BE49-F238E27FC236}">
                <a16:creationId xmlns:a16="http://schemas.microsoft.com/office/drawing/2014/main" id="{EDD8D956-0211-6C6C-0A12-8D4825203E78}"/>
              </a:ext>
            </a:extLst>
          </p:cNvPr>
          <p:cNvSpPr txBox="1"/>
          <p:nvPr/>
        </p:nvSpPr>
        <p:spPr>
          <a:xfrm>
            <a:off x="782755" y="2179282"/>
            <a:ext cx="1953582" cy="2400657"/>
          </a:xfrm>
          <a:prstGeom prst="rect">
            <a:avLst/>
          </a:prstGeom>
          <a:noFill/>
          <a:ln w="3175">
            <a:noFill/>
          </a:ln>
        </p:spPr>
        <p:txBody>
          <a:bodyPr wrap="square">
            <a:spAutoFit/>
          </a:bodyPr>
          <a:lstStyle/>
          <a:p>
            <a:pPr>
              <a:spcBef>
                <a:spcPts val="300"/>
              </a:spcBef>
              <a:spcAft>
                <a:spcPts val="300"/>
              </a:spcAft>
            </a:pPr>
            <a:r>
              <a:rPr lang="en-US" sz="1200" b="1" dirty="0">
                <a:latin typeface="Avenir Book" panose="02000503020000020003" pitchFamily="2" charset="0"/>
                <a:cs typeface="Times New Roman" panose="02020603050405020304" pitchFamily="18" charset="0"/>
              </a:rPr>
              <a:t>Meet Deepa</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In her late 20s or early 30s</a:t>
            </a:r>
          </a:p>
          <a:p>
            <a:pPr marL="187325" indent="-187325">
              <a:spcBef>
                <a:spcPts val="300"/>
              </a:spcBef>
              <a:spcAft>
                <a:spcPts val="300"/>
              </a:spcAft>
              <a:buFontTx/>
              <a:buChar char="-"/>
            </a:pPr>
            <a:r>
              <a:rPr lang="en-US" sz="1200" dirty="0" err="1">
                <a:latin typeface="Avenir Book" panose="02000503020000020003" pitchFamily="2" charset="0"/>
                <a:cs typeface="Times New Roman" panose="02020603050405020304" pitchFamily="18" charset="0"/>
              </a:rPr>
              <a:t>Engg</a:t>
            </a:r>
            <a:r>
              <a:rPr lang="en-US" sz="1200" dirty="0">
                <a:latin typeface="Avenir Book" panose="02000503020000020003" pitchFamily="2" charset="0"/>
                <a:cs typeface="Times New Roman" panose="02020603050405020304" pitchFamily="18" charset="0"/>
              </a:rPr>
              <a:t> + MBA</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MBA from Stanford</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Forbes 30 under 30</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Mumbai</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Was the founder of an ed tech startup before joining XYZ</a:t>
            </a:r>
          </a:p>
        </p:txBody>
      </p:sp>
      <p:sp>
        <p:nvSpPr>
          <p:cNvPr id="6" name="TextBox 5">
            <a:extLst>
              <a:ext uri="{FF2B5EF4-FFF2-40B4-BE49-F238E27FC236}">
                <a16:creationId xmlns:a16="http://schemas.microsoft.com/office/drawing/2014/main" id="{EC13E58C-A4BE-E329-92CB-9AE91682E6D5}"/>
              </a:ext>
            </a:extLst>
          </p:cNvPr>
          <p:cNvSpPr txBox="1"/>
          <p:nvPr/>
        </p:nvSpPr>
        <p:spPr>
          <a:xfrm>
            <a:off x="3173872" y="2179283"/>
            <a:ext cx="3870372" cy="723275"/>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Motivations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Prove that she is a capable business leader by growing the PGP program at XYZ</a:t>
            </a:r>
          </a:p>
        </p:txBody>
      </p:sp>
      <p:sp>
        <p:nvSpPr>
          <p:cNvPr id="7" name="TextBox 6">
            <a:extLst>
              <a:ext uri="{FF2B5EF4-FFF2-40B4-BE49-F238E27FC236}">
                <a16:creationId xmlns:a16="http://schemas.microsoft.com/office/drawing/2014/main" id="{C17D9C84-B435-F117-246F-1AE1EAD2C0BC}"/>
              </a:ext>
            </a:extLst>
          </p:cNvPr>
          <p:cNvSpPr txBox="1"/>
          <p:nvPr/>
        </p:nvSpPr>
        <p:spPr>
          <a:xfrm>
            <a:off x="3173872" y="4767009"/>
            <a:ext cx="3870372" cy="1323439"/>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Everyday activities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Network with industry leaders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Review marketing activities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Review academic plans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Review academic progress</a:t>
            </a:r>
            <a:endParaRPr lang="en-IN" sz="1200" dirty="0">
              <a:latin typeface="Avenir Book" panose="02000503020000020003" pitchFamily="2" charset="0"/>
              <a:cs typeface="Times New Roman" panose="02020603050405020304" pitchFamily="18" charset="0"/>
            </a:endParaRPr>
          </a:p>
        </p:txBody>
      </p:sp>
      <p:sp>
        <p:nvSpPr>
          <p:cNvPr id="8" name="Rectangle 7"/>
          <p:cNvSpPr/>
          <p:nvPr/>
        </p:nvSpPr>
        <p:spPr>
          <a:xfrm>
            <a:off x="7438749" y="3200400"/>
            <a:ext cx="3836683" cy="984885"/>
          </a:xfrm>
          <a:prstGeom prst="rect">
            <a:avLst/>
          </a:prstGeom>
          <a:noFill/>
          <a:ln>
            <a:solidFill>
              <a:schemeClr val="bg2"/>
            </a:solidFill>
          </a:ln>
        </p:spPr>
        <p:txBody>
          <a:bodyPr wrap="square">
            <a:spAutoFit/>
          </a:bodyPr>
          <a:lstStyle/>
          <a:p>
            <a:pPr lvl="0">
              <a:spcBef>
                <a:spcPts val="300"/>
              </a:spcBef>
              <a:spcAft>
                <a:spcPts val="300"/>
              </a:spcAft>
            </a:pPr>
            <a:r>
              <a:rPr lang="en-US" sz="1200" b="1" u="sng" dirty="0">
                <a:latin typeface="Avenir Book" panose="02000503020000020003" pitchFamily="2" charset="0"/>
                <a:cs typeface="Times New Roman" panose="02020603050405020304" pitchFamily="18" charset="0"/>
              </a:rPr>
              <a:t>Frustrations</a:t>
            </a:r>
          </a:p>
          <a:p>
            <a:pPr marL="187325" indent="-187325">
              <a:spcBef>
                <a:spcPts val="300"/>
              </a:spcBef>
              <a:spcAft>
                <a:spcPts val="300"/>
              </a:spcAft>
              <a:buFontTx/>
              <a:buChar char="-"/>
            </a:pPr>
            <a:r>
              <a:rPr lang="en-IN" sz="1200" dirty="0">
                <a:latin typeface="Avenir Book" panose="02000503020000020003" pitchFamily="2" charset="0"/>
                <a:cs typeface="Times New Roman" panose="02020603050405020304" pitchFamily="18" charset="0"/>
              </a:rPr>
              <a:t>Team don’t understand the connections</a:t>
            </a:r>
          </a:p>
          <a:p>
            <a:pPr marL="187325" indent="-187325">
              <a:spcBef>
                <a:spcPts val="300"/>
              </a:spcBef>
              <a:spcAft>
                <a:spcPts val="300"/>
              </a:spcAft>
              <a:buFontTx/>
              <a:buChar char="-"/>
            </a:pPr>
            <a:r>
              <a:rPr lang="en-IN" sz="1200" dirty="0">
                <a:latin typeface="Avenir Book" panose="02000503020000020003" pitchFamily="2" charset="0"/>
                <a:cs typeface="Times New Roman" panose="02020603050405020304" pitchFamily="18" charset="0"/>
              </a:rPr>
              <a:t>Academic teams are not focussed enough on student success</a:t>
            </a:r>
          </a:p>
        </p:txBody>
      </p:sp>
      <p:sp>
        <p:nvSpPr>
          <p:cNvPr id="9" name="Rectangle 8"/>
          <p:cNvSpPr/>
          <p:nvPr/>
        </p:nvSpPr>
        <p:spPr>
          <a:xfrm>
            <a:off x="7438748" y="4767009"/>
            <a:ext cx="3836683" cy="800219"/>
          </a:xfrm>
          <a:prstGeom prst="rect">
            <a:avLst/>
          </a:prstGeom>
          <a:noFill/>
          <a:ln>
            <a:solidFill>
              <a:schemeClr val="bg2"/>
            </a:solidFill>
          </a:ln>
        </p:spPr>
        <p:txBody>
          <a:bodyPr wrap="square">
            <a:spAutoFit/>
          </a:bodyPr>
          <a:lstStyle/>
          <a:p>
            <a:pPr lvl="0">
              <a:spcBef>
                <a:spcPts val="300"/>
              </a:spcBef>
              <a:spcAft>
                <a:spcPts val="300"/>
              </a:spcAft>
            </a:pPr>
            <a:r>
              <a:rPr lang="en-US" sz="1200" b="1" u="sng" dirty="0">
                <a:latin typeface="Avenir Book" panose="02000503020000020003" pitchFamily="2" charset="0"/>
                <a:cs typeface="Times New Roman" panose="02020603050405020304" pitchFamily="18" charset="0"/>
              </a:rPr>
              <a:t>Fears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Students are not placed</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Unable to grow demand for next batch</a:t>
            </a:r>
            <a:endParaRPr lang="en-IN" sz="1200" dirty="0">
              <a:latin typeface="Avenir Book" panose="02000503020000020003" pitchFamily="2"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F5FD542C-DB2D-A4BD-4C4F-9092C4EEF564}"/>
              </a:ext>
            </a:extLst>
          </p:cNvPr>
          <p:cNvSpPr>
            <a:spLocks noGrp="1"/>
          </p:cNvSpPr>
          <p:nvPr>
            <p:ph sz="quarter" idx="10"/>
          </p:nvPr>
        </p:nvSpPr>
        <p:spPr/>
        <p:txBody>
          <a:bodyPr/>
          <a:lstStyle/>
          <a:p>
            <a:r>
              <a:rPr lang="en-US" dirty="0"/>
              <a:t>Deepa – Director PGP @ XYZ</a:t>
            </a:r>
          </a:p>
        </p:txBody>
      </p:sp>
      <p:sp>
        <p:nvSpPr>
          <p:cNvPr id="3" name="Slide Number Placeholder 5">
            <a:extLst>
              <a:ext uri="{FF2B5EF4-FFF2-40B4-BE49-F238E27FC236}">
                <a16:creationId xmlns:a16="http://schemas.microsoft.com/office/drawing/2014/main" id="{66F68256-13A7-7F3D-176F-D6B6B978A07F}"/>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15</a:t>
            </a:fld>
            <a:endParaRPr lang="en-US" altLang="en-US"/>
          </a:p>
        </p:txBody>
      </p:sp>
    </p:spTree>
    <p:extLst>
      <p:ext uri="{BB962C8B-B14F-4D97-AF65-F5344CB8AC3E}">
        <p14:creationId xmlns:p14="http://schemas.microsoft.com/office/powerpoint/2010/main" val="2834158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3EAF34E-910B-8CEC-F9D2-091118705759}"/>
              </a:ext>
            </a:extLst>
          </p:cNvPr>
          <p:cNvSpPr>
            <a:spLocks noGrp="1"/>
          </p:cNvSpPr>
          <p:nvPr>
            <p:ph sz="quarter" idx="10"/>
          </p:nvPr>
        </p:nvSpPr>
        <p:spPr/>
        <p:txBody>
          <a:bodyPr/>
          <a:lstStyle/>
          <a:p>
            <a:r>
              <a:rPr lang="en-US" dirty="0"/>
              <a:t>Break Out Room Activity – SNCB Case</a:t>
            </a:r>
          </a:p>
        </p:txBody>
      </p:sp>
    </p:spTree>
    <p:extLst>
      <p:ext uri="{BB962C8B-B14F-4D97-AF65-F5344CB8AC3E}">
        <p14:creationId xmlns:p14="http://schemas.microsoft.com/office/powerpoint/2010/main" val="2486141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3D18B9-6541-7C5F-39ED-2EF820DB1D82}"/>
              </a:ext>
            </a:extLst>
          </p:cNvPr>
          <p:cNvSpPr>
            <a:spLocks noGrp="1"/>
          </p:cNvSpPr>
          <p:nvPr>
            <p:ph idx="1"/>
          </p:nvPr>
        </p:nvSpPr>
        <p:spPr/>
        <p:txBody>
          <a:bodyPr/>
          <a:lstStyle/>
          <a:p>
            <a:pPr marL="0" marR="0">
              <a:lnSpc>
                <a:spcPct val="115000"/>
              </a:lnSpc>
              <a:spcBef>
                <a:spcPts val="600"/>
              </a:spcBef>
              <a:spcAft>
                <a:spcPts val="600"/>
              </a:spcAft>
            </a:pPr>
            <a:r>
              <a:rPr lang="en-IN" sz="1800" dirty="0">
                <a:effectLst/>
                <a:latin typeface="Avenir Book" panose="02000503020000020003" pitchFamily="2" charset="0"/>
                <a:ea typeface="Calibri" panose="020F0502020204030204" pitchFamily="34" charset="0"/>
                <a:cs typeface="Calibri" panose="020F0502020204030204" pitchFamily="34" charset="0"/>
              </a:rPr>
              <a:t>It was a Thursday afternoon in June 2017 and Jai, a Principal Product Manager with </a:t>
            </a:r>
            <a:r>
              <a:rPr lang="en-IN" sz="1800" dirty="0" err="1">
                <a:effectLst/>
                <a:latin typeface="Avenir Book" panose="02000503020000020003" pitchFamily="2" charset="0"/>
                <a:ea typeface="Calibri" panose="020F0502020204030204" pitchFamily="34" charset="0"/>
                <a:cs typeface="Calibri" panose="020F0502020204030204" pitchFamily="34" charset="0"/>
              </a:rPr>
              <a:t>GlobalTravel</a:t>
            </a:r>
            <a:r>
              <a:rPr lang="en-IN" sz="1800" dirty="0">
                <a:effectLst/>
                <a:latin typeface="Avenir Book" panose="02000503020000020003" pitchFamily="2" charset="0"/>
                <a:ea typeface="Calibri" panose="020F0502020204030204" pitchFamily="34" charset="0"/>
                <a:cs typeface="Calibri" panose="020F0502020204030204" pitchFamily="34" charset="0"/>
              </a:rPr>
              <a:t> (GT), had just gotten off his monthly call with the SNCB Team. What the SNCB team communicated to him on the call had him worried. </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a:p>
            <a:pPr marL="0" marR="0">
              <a:lnSpc>
                <a:spcPct val="115000"/>
              </a:lnSpc>
              <a:spcBef>
                <a:spcPts val="600"/>
              </a:spcBef>
              <a:spcAft>
                <a:spcPts val="600"/>
              </a:spcAft>
            </a:pPr>
            <a:r>
              <a:rPr lang="en-IN" sz="1800" dirty="0">
                <a:effectLst/>
                <a:latin typeface="Avenir Book" panose="02000503020000020003" pitchFamily="2" charset="0"/>
                <a:ea typeface="Calibri" panose="020F0502020204030204" pitchFamily="34" charset="0"/>
                <a:cs typeface="Calibri" panose="020F0502020204030204" pitchFamily="34" charset="0"/>
              </a:rPr>
              <a:t>SNCB operates the rail network in Belgium, Netherlands &amp; Luxembourg (</a:t>
            </a:r>
            <a:r>
              <a:rPr lang="en-IN" sz="1800" dirty="0" err="1">
                <a:effectLst/>
                <a:latin typeface="Avenir Book" panose="02000503020000020003" pitchFamily="2" charset="0"/>
                <a:ea typeface="Calibri" panose="020F0502020204030204" pitchFamily="34" charset="0"/>
                <a:cs typeface="Calibri" panose="020F0502020204030204" pitchFamily="34" charset="0"/>
              </a:rPr>
              <a:t>BeNeLux</a:t>
            </a:r>
            <a:r>
              <a:rPr lang="en-IN" sz="1800" dirty="0">
                <a:effectLst/>
                <a:latin typeface="Avenir Book" panose="02000503020000020003" pitchFamily="2" charset="0"/>
                <a:ea typeface="Calibri" panose="020F0502020204030204" pitchFamily="34" charset="0"/>
                <a:cs typeface="Calibri" panose="020F0502020204030204" pitchFamily="34" charset="0"/>
              </a:rPr>
              <a:t>). They had an API based platform which GT had integrated with. SNCB was planning to upgrade their APIs in Jan 2018 and if GT didn’t upgrade to the latest APIs by Dec 2018, GT would lose access to the SNCB content.</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a:p>
            <a:pPr marL="0" marR="0">
              <a:lnSpc>
                <a:spcPct val="115000"/>
              </a:lnSpc>
              <a:spcBef>
                <a:spcPts val="600"/>
              </a:spcBef>
              <a:spcAft>
                <a:spcPts val="600"/>
              </a:spcAft>
            </a:pPr>
            <a:r>
              <a:rPr lang="en-IN" sz="1800" dirty="0">
                <a:effectLst/>
                <a:latin typeface="Avenir Book" panose="02000503020000020003" pitchFamily="2" charset="0"/>
                <a:ea typeface="Calibri" panose="020F0502020204030204" pitchFamily="34" charset="0"/>
                <a:cs typeface="Calibri" panose="020F0502020204030204" pitchFamily="34" charset="0"/>
              </a:rPr>
              <a:t>GT had 2 multi-national customers  in </a:t>
            </a:r>
            <a:r>
              <a:rPr lang="en-IN" sz="1800" dirty="0" err="1">
                <a:effectLst/>
                <a:latin typeface="Avenir Book" panose="02000503020000020003" pitchFamily="2" charset="0"/>
                <a:ea typeface="Calibri" panose="020F0502020204030204" pitchFamily="34" charset="0"/>
                <a:cs typeface="Calibri" panose="020F0502020204030204" pitchFamily="34" charset="0"/>
              </a:rPr>
              <a:t>BeNeLux</a:t>
            </a:r>
            <a:r>
              <a:rPr lang="en-IN" sz="1800" dirty="0">
                <a:effectLst/>
                <a:latin typeface="Avenir Book" panose="02000503020000020003" pitchFamily="2" charset="0"/>
                <a:ea typeface="Calibri" panose="020F0502020204030204" pitchFamily="34" charset="0"/>
                <a:cs typeface="Calibri" panose="020F0502020204030204" pitchFamily="34" charset="0"/>
              </a:rPr>
              <a:t> – AB Consulting (ABC) and EM Energy (EME). While the business from </a:t>
            </a:r>
            <a:r>
              <a:rPr lang="en-IN" sz="1800" dirty="0" err="1">
                <a:effectLst/>
                <a:latin typeface="Avenir Book" panose="02000503020000020003" pitchFamily="2" charset="0"/>
                <a:ea typeface="Calibri" panose="020F0502020204030204" pitchFamily="34" charset="0"/>
                <a:cs typeface="Calibri" panose="020F0502020204030204" pitchFamily="34" charset="0"/>
              </a:rPr>
              <a:t>BeNeLux</a:t>
            </a:r>
            <a:r>
              <a:rPr lang="en-IN" sz="1800" dirty="0">
                <a:effectLst/>
                <a:latin typeface="Avenir Book" panose="02000503020000020003" pitchFamily="2" charset="0"/>
                <a:ea typeface="Calibri" panose="020F0502020204030204" pitchFamily="34" charset="0"/>
                <a:cs typeface="Calibri" panose="020F0502020204030204" pitchFamily="34" charset="0"/>
              </a:rPr>
              <a:t> for these 2 customers was not large, ABC and EME were 2 of GTs top 5 customers globally.</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a:p>
            <a:pPr marL="0" marR="0">
              <a:lnSpc>
                <a:spcPct val="115000"/>
              </a:lnSpc>
              <a:spcBef>
                <a:spcPts val="600"/>
              </a:spcBef>
              <a:spcAft>
                <a:spcPts val="600"/>
              </a:spcAft>
            </a:pPr>
            <a:r>
              <a:rPr lang="en-IN" sz="1800" dirty="0">
                <a:effectLst/>
                <a:latin typeface="Avenir Book" panose="02000503020000020003" pitchFamily="2" charset="0"/>
                <a:ea typeface="Calibri" panose="020F0502020204030204" pitchFamily="34" charset="0"/>
                <a:cs typeface="Calibri" panose="020F0502020204030204" pitchFamily="34" charset="0"/>
              </a:rPr>
              <a:t>His gut feel was that this upgrade would be expensive. His plan was to launch UK Rail in 2018, something he had promised the UK team in 2016. An expensive SNCB upgrade in 2018 would mean that he would need to postpone the UK Rail work to 2019.</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5F2225F3-E398-9DA8-7817-98938951A8A8}"/>
              </a:ext>
            </a:extLst>
          </p:cNvPr>
          <p:cNvSpPr>
            <a:spLocks noGrp="1"/>
          </p:cNvSpPr>
          <p:nvPr>
            <p:ph sz="quarter" idx="10"/>
          </p:nvPr>
        </p:nvSpPr>
        <p:spPr/>
        <p:txBody>
          <a:bodyPr/>
          <a:lstStyle/>
          <a:p>
            <a:r>
              <a:rPr lang="en-US" dirty="0"/>
              <a:t>Situation</a:t>
            </a:r>
          </a:p>
        </p:txBody>
      </p:sp>
      <p:sp>
        <p:nvSpPr>
          <p:cNvPr id="2" name="Slide Number Placeholder 5">
            <a:extLst>
              <a:ext uri="{FF2B5EF4-FFF2-40B4-BE49-F238E27FC236}">
                <a16:creationId xmlns:a16="http://schemas.microsoft.com/office/drawing/2014/main" id="{F600D777-8126-B501-6B66-335C02CBFACA}"/>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17</a:t>
            </a:fld>
            <a:endParaRPr lang="en-US" altLang="en-US"/>
          </a:p>
        </p:txBody>
      </p:sp>
    </p:spTree>
    <p:extLst>
      <p:ext uri="{BB962C8B-B14F-4D97-AF65-F5344CB8AC3E}">
        <p14:creationId xmlns:p14="http://schemas.microsoft.com/office/powerpoint/2010/main" val="3030495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C3FD155-D64D-64E2-701A-ED641B0B4F0E}"/>
              </a:ext>
            </a:extLst>
          </p:cNvPr>
          <p:cNvSpPr>
            <a:spLocks noGrp="1"/>
          </p:cNvSpPr>
          <p:nvPr>
            <p:ph idx="1"/>
          </p:nvPr>
        </p:nvSpPr>
        <p:spPr/>
        <p:txBody>
          <a:bodyPr/>
          <a:lstStyle/>
          <a:p>
            <a:pPr marL="0" marR="0">
              <a:lnSpc>
                <a:spcPct val="115000"/>
              </a:lnSpc>
              <a:spcBef>
                <a:spcPts val="600"/>
              </a:spcBef>
              <a:spcAft>
                <a:spcPts val="600"/>
              </a:spcAft>
            </a:pPr>
            <a:r>
              <a:rPr lang="en-IN" sz="1800" dirty="0" err="1">
                <a:effectLst/>
                <a:latin typeface="Avenir Book" panose="02000503020000020003" pitchFamily="2" charset="0"/>
                <a:ea typeface="Calibri" panose="020F0502020204030204" pitchFamily="34" charset="0"/>
                <a:cs typeface="Calibri" panose="020F0502020204030204" pitchFamily="34" charset="0"/>
              </a:rPr>
              <a:t>GlobalTravel</a:t>
            </a:r>
            <a:r>
              <a:rPr lang="en-IN" sz="1800" dirty="0">
                <a:effectLst/>
                <a:latin typeface="Avenir Book" panose="02000503020000020003" pitchFamily="2" charset="0"/>
                <a:ea typeface="Calibri" panose="020F0502020204030204" pitchFamily="34" charset="0"/>
                <a:cs typeface="Calibri" panose="020F0502020204030204" pitchFamily="34" charset="0"/>
              </a:rPr>
              <a:t> (GT) is a corporate travel booking tool used by ~70% of the Fortune 200 in the US market. GT was launched in 1997 in the early days of the internet. </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a:p>
            <a:pPr marL="0" marR="0">
              <a:lnSpc>
                <a:spcPct val="115000"/>
              </a:lnSpc>
              <a:spcBef>
                <a:spcPts val="600"/>
              </a:spcBef>
              <a:spcAft>
                <a:spcPts val="600"/>
              </a:spcAft>
            </a:pPr>
            <a:r>
              <a:rPr lang="en-IN" sz="1800" dirty="0">
                <a:effectLst/>
                <a:latin typeface="Avenir Book" panose="02000503020000020003" pitchFamily="2" charset="0"/>
                <a:ea typeface="Calibri" panose="020F0502020204030204" pitchFamily="34" charset="0"/>
                <a:cs typeface="Calibri" panose="020F0502020204030204" pitchFamily="34" charset="0"/>
              </a:rPr>
              <a:t>Once a corporation signs up with GT:</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a:p>
            <a:pPr marL="342900" marR="0" lvl="0" indent="-342900">
              <a:lnSpc>
                <a:spcPct val="115000"/>
              </a:lnSpc>
              <a:spcBef>
                <a:spcPts val="0"/>
              </a:spcBef>
              <a:spcAft>
                <a:spcPts val="600"/>
              </a:spcAft>
              <a:buFont typeface="Times New Roman" panose="02020603050405020304" pitchFamily="18" charset="0"/>
              <a:buChar char="-"/>
            </a:pPr>
            <a:r>
              <a:rPr lang="en-IN" sz="1800" dirty="0">
                <a:effectLst/>
                <a:latin typeface="Avenir Book" panose="02000503020000020003" pitchFamily="2" charset="0"/>
                <a:ea typeface="Times New Roman" panose="02020603050405020304" pitchFamily="18" charset="0"/>
                <a:cs typeface="Times New Roman" panose="02020603050405020304" pitchFamily="18" charset="0"/>
              </a:rPr>
              <a:t>Their travel managers can set up their travel policies (for example eligibility for business class travel based on flight duration/ designation)</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a:p>
            <a:pPr marL="342900" marR="0" lvl="0" indent="-342900">
              <a:lnSpc>
                <a:spcPct val="115000"/>
              </a:lnSpc>
              <a:spcBef>
                <a:spcPts val="0"/>
              </a:spcBef>
              <a:spcAft>
                <a:spcPts val="0"/>
              </a:spcAft>
              <a:buFont typeface="Times New Roman" panose="02020603050405020304" pitchFamily="18" charset="0"/>
              <a:buChar char="-"/>
            </a:pPr>
            <a:r>
              <a:rPr lang="en-IN" sz="1800" dirty="0">
                <a:effectLst/>
                <a:latin typeface="Avenir Book" panose="02000503020000020003" pitchFamily="2" charset="0"/>
                <a:ea typeface="Times New Roman" panose="02020603050405020304" pitchFamily="18" charset="0"/>
                <a:cs typeface="Times New Roman" panose="02020603050405020304" pitchFamily="18" charset="0"/>
              </a:rPr>
              <a:t>Their employees get access to GT</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a:p>
            <a:pPr marL="342900" marR="0" lvl="0" indent="-342900">
              <a:lnSpc>
                <a:spcPct val="115000"/>
              </a:lnSpc>
              <a:spcBef>
                <a:spcPts val="0"/>
              </a:spcBef>
              <a:spcAft>
                <a:spcPts val="0"/>
              </a:spcAft>
              <a:buFont typeface="Times New Roman" panose="02020603050405020304" pitchFamily="18" charset="0"/>
              <a:buChar char="-"/>
            </a:pPr>
            <a:r>
              <a:rPr lang="en-IN" sz="1800" dirty="0">
                <a:effectLst/>
                <a:latin typeface="Avenir Book" panose="02000503020000020003" pitchFamily="2" charset="0"/>
                <a:ea typeface="Times New Roman" panose="02020603050405020304" pitchFamily="18" charset="0"/>
                <a:cs typeface="Times New Roman" panose="02020603050405020304" pitchFamily="18" charset="0"/>
              </a:rPr>
              <a:t>Employees can search for and book their own travel – air/ rail/ hotel/ rental car</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a:p>
            <a:pPr marL="342900" marR="0" lvl="0" indent="-342900">
              <a:lnSpc>
                <a:spcPct val="115000"/>
              </a:lnSpc>
              <a:spcBef>
                <a:spcPts val="600"/>
              </a:spcBef>
              <a:spcAft>
                <a:spcPts val="0"/>
              </a:spcAft>
              <a:buFont typeface="Times New Roman" panose="02020603050405020304" pitchFamily="18" charset="0"/>
              <a:buChar char="-"/>
            </a:pPr>
            <a:r>
              <a:rPr lang="en-IN" sz="1800" dirty="0">
                <a:effectLst/>
                <a:latin typeface="Avenir Book" panose="02000503020000020003" pitchFamily="2" charset="0"/>
                <a:ea typeface="Times New Roman" panose="02020603050405020304" pitchFamily="18" charset="0"/>
                <a:cs typeface="Times New Roman" panose="02020603050405020304" pitchFamily="18" charset="0"/>
              </a:rPr>
              <a:t>Travel self-service saves the corporation about $7.50 per booking</a:t>
            </a:r>
            <a:endParaRPr lang="en-US" sz="1800" dirty="0">
              <a:effectLst/>
              <a:latin typeface="Avenir Book" panose="02000503020000020003" pitchFamily="2" charset="0"/>
              <a:ea typeface="Calibri" panose="020F0502020204030204" pitchFamily="34" charset="0"/>
              <a:cs typeface="Calibri" panose="020F0502020204030204" pitchFamily="34" charset="0"/>
            </a:endParaRPr>
          </a:p>
          <a:p>
            <a:pPr marL="0" marR="0">
              <a:lnSpc>
                <a:spcPct val="115000"/>
              </a:lnSpc>
              <a:spcBef>
                <a:spcPts val="0"/>
              </a:spcBef>
              <a:spcAft>
                <a:spcPts val="1000"/>
              </a:spcAft>
            </a:pPr>
            <a:r>
              <a:rPr lang="en-IN" sz="1800" dirty="0">
                <a:effectLst/>
                <a:latin typeface="Avenir Book" panose="02000503020000020003" pitchFamily="2" charset="0"/>
                <a:ea typeface="Times New Roman" panose="02020603050405020304" pitchFamily="18" charset="0"/>
                <a:cs typeface="Times New Roman" panose="02020603050405020304" pitchFamily="18" charset="0"/>
              </a:rPr>
              <a:t>Jai as a Principal Product Manager with GT is responsible for the Hotel and Rail portfolios. Jai has been with GT since Dec 2013.</a:t>
            </a:r>
            <a:endParaRPr lang="en-US" sz="1800" dirty="0">
              <a:effectLst/>
              <a:latin typeface="Calibri" panose="020F0502020204030204" pitchFamily="34" charset="0"/>
              <a:ea typeface="Calibri" panose="020F0502020204030204" pitchFamily="34" charset="0"/>
            </a:endParaRPr>
          </a:p>
        </p:txBody>
      </p:sp>
      <p:sp>
        <p:nvSpPr>
          <p:cNvPr id="3" name="Content Placeholder 2">
            <a:extLst>
              <a:ext uri="{FF2B5EF4-FFF2-40B4-BE49-F238E27FC236}">
                <a16:creationId xmlns:a16="http://schemas.microsoft.com/office/drawing/2014/main" id="{B2110C56-A0C8-0855-E8F3-8AD1976A8EB0}"/>
              </a:ext>
            </a:extLst>
          </p:cNvPr>
          <p:cNvSpPr>
            <a:spLocks noGrp="1"/>
          </p:cNvSpPr>
          <p:nvPr>
            <p:ph sz="quarter" idx="10"/>
          </p:nvPr>
        </p:nvSpPr>
        <p:spPr/>
        <p:txBody>
          <a:bodyPr/>
          <a:lstStyle/>
          <a:p>
            <a:r>
              <a:rPr lang="en-US" dirty="0" err="1"/>
              <a:t>GlobalTravel</a:t>
            </a:r>
            <a:r>
              <a:rPr lang="en-US" dirty="0"/>
              <a:t> Company Background</a:t>
            </a:r>
          </a:p>
        </p:txBody>
      </p:sp>
      <p:sp>
        <p:nvSpPr>
          <p:cNvPr id="4" name="Slide Number Placeholder 5">
            <a:extLst>
              <a:ext uri="{FF2B5EF4-FFF2-40B4-BE49-F238E27FC236}">
                <a16:creationId xmlns:a16="http://schemas.microsoft.com/office/drawing/2014/main" id="{41504F14-C94B-64E8-9EE3-C2A129C161D7}"/>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18</a:t>
            </a:fld>
            <a:endParaRPr lang="en-US" altLang="en-US"/>
          </a:p>
        </p:txBody>
      </p:sp>
    </p:spTree>
    <p:extLst>
      <p:ext uri="{BB962C8B-B14F-4D97-AF65-F5344CB8AC3E}">
        <p14:creationId xmlns:p14="http://schemas.microsoft.com/office/powerpoint/2010/main" val="10806648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E6A0C5-61F2-B5C1-FFCD-85BFECBEE67A}"/>
              </a:ext>
            </a:extLst>
          </p:cNvPr>
          <p:cNvSpPr>
            <a:spLocks noGrp="1"/>
          </p:cNvSpPr>
          <p:nvPr>
            <p:ph idx="1"/>
          </p:nvPr>
        </p:nvSpPr>
        <p:spPr/>
        <p:txBody>
          <a:bodyPr/>
          <a:lstStyle/>
          <a:p>
            <a:pPr marL="0">
              <a:lnSpc>
                <a:spcPct val="115000"/>
              </a:lnSpc>
              <a:spcBef>
                <a:spcPts val="600"/>
              </a:spcBef>
              <a:spcAft>
                <a:spcPts val="600"/>
              </a:spcAft>
            </a:pPr>
            <a:r>
              <a:rPr lang="en-IN" sz="1800" dirty="0">
                <a:latin typeface="Avenir Book" panose="02000503020000020003" pitchFamily="2" charset="0"/>
                <a:cs typeface="Calibri" panose="020F0502020204030204" pitchFamily="34" charset="0"/>
              </a:rPr>
              <a:t>GT had expanded into Europe in 2012 as one of their largest customers in the US, AB Consulting, wanted their European operations also to be serviced by GT. As part of this, GT had integrated with various rail operators in Europe such as SNCF (France) and SNCB (</a:t>
            </a:r>
            <a:r>
              <a:rPr lang="en-IN" sz="1800" dirty="0" err="1">
                <a:latin typeface="Avenir Book" panose="02000503020000020003" pitchFamily="2" charset="0"/>
                <a:cs typeface="Calibri" panose="020F0502020204030204" pitchFamily="34" charset="0"/>
              </a:rPr>
              <a:t>BeNeLux</a:t>
            </a:r>
            <a:r>
              <a:rPr lang="en-IN" sz="1800" dirty="0">
                <a:latin typeface="Avenir Book" panose="02000503020000020003" pitchFamily="2" charset="0"/>
                <a:cs typeface="Calibri" panose="020F0502020204030204" pitchFamily="34" charset="0"/>
              </a:rPr>
              <a:t>) in early 2013.</a:t>
            </a:r>
            <a:endParaRPr lang="en-US" sz="1800" dirty="0">
              <a:latin typeface="Avenir Book" panose="02000503020000020003" pitchFamily="2" charset="0"/>
              <a:cs typeface="Calibri" panose="020F0502020204030204" pitchFamily="34" charset="0"/>
            </a:endParaRPr>
          </a:p>
          <a:p>
            <a:pPr marL="0">
              <a:lnSpc>
                <a:spcPct val="115000"/>
              </a:lnSpc>
              <a:spcBef>
                <a:spcPts val="600"/>
              </a:spcBef>
              <a:spcAft>
                <a:spcPts val="600"/>
              </a:spcAft>
            </a:pPr>
            <a:r>
              <a:rPr lang="en-IN" sz="1800" dirty="0">
                <a:latin typeface="Avenir Book" panose="02000503020000020003" pitchFamily="2" charset="0"/>
                <a:cs typeface="Calibri" panose="020F0502020204030204" pitchFamily="34" charset="0"/>
              </a:rPr>
              <a:t>The key customers using Belgium rail are AB Consulting and EM Energy. GT had invested over $300k for the integration 2013. The revenue from Belgium Rail is $40k per year.</a:t>
            </a:r>
            <a:endParaRPr lang="en-US" sz="1800" dirty="0">
              <a:latin typeface="Avenir Book" panose="02000503020000020003" pitchFamily="2" charset="0"/>
              <a:cs typeface="Calibri" panose="020F0502020204030204" pitchFamily="34" charset="0"/>
            </a:endParaRPr>
          </a:p>
        </p:txBody>
      </p:sp>
      <p:sp>
        <p:nvSpPr>
          <p:cNvPr id="3" name="Content Placeholder 2">
            <a:extLst>
              <a:ext uri="{FF2B5EF4-FFF2-40B4-BE49-F238E27FC236}">
                <a16:creationId xmlns:a16="http://schemas.microsoft.com/office/drawing/2014/main" id="{BDF09F74-7555-60CF-F935-832CD79FDA86}"/>
              </a:ext>
            </a:extLst>
          </p:cNvPr>
          <p:cNvSpPr>
            <a:spLocks noGrp="1"/>
          </p:cNvSpPr>
          <p:nvPr>
            <p:ph sz="quarter" idx="10"/>
          </p:nvPr>
        </p:nvSpPr>
        <p:spPr/>
        <p:txBody>
          <a:bodyPr/>
          <a:lstStyle/>
          <a:p>
            <a:r>
              <a:rPr lang="en-US" dirty="0"/>
              <a:t>GT European Operations Background</a:t>
            </a:r>
          </a:p>
        </p:txBody>
      </p:sp>
      <p:sp>
        <p:nvSpPr>
          <p:cNvPr id="4" name="Slide Number Placeholder 5">
            <a:extLst>
              <a:ext uri="{FF2B5EF4-FFF2-40B4-BE49-F238E27FC236}">
                <a16:creationId xmlns:a16="http://schemas.microsoft.com/office/drawing/2014/main" id="{C1CED47D-09C2-7667-4661-4A9F2A9D926C}"/>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19</a:t>
            </a:fld>
            <a:endParaRPr lang="en-US" altLang="en-US"/>
          </a:p>
        </p:txBody>
      </p:sp>
    </p:spTree>
    <p:extLst>
      <p:ext uri="{BB962C8B-B14F-4D97-AF65-F5344CB8AC3E}">
        <p14:creationId xmlns:p14="http://schemas.microsoft.com/office/powerpoint/2010/main" val="11516405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4B1EBD-99CD-32CA-D409-C99FFB34B2CD}"/>
              </a:ext>
            </a:extLst>
          </p:cNvPr>
          <p:cNvSpPr>
            <a:spLocks noGrp="1"/>
          </p:cNvSpPr>
          <p:nvPr>
            <p:ph sz="quarter" idx="10"/>
          </p:nvPr>
        </p:nvSpPr>
        <p:spPr/>
        <p:txBody>
          <a:bodyPr/>
          <a:lstStyle/>
          <a:p>
            <a:r>
              <a:rPr lang="en-US" dirty="0"/>
              <a:t>GT Org Structure</a:t>
            </a:r>
          </a:p>
        </p:txBody>
      </p:sp>
      <p:graphicFrame>
        <p:nvGraphicFramePr>
          <p:cNvPr id="9" name="Content Placeholder 8">
            <a:extLst>
              <a:ext uri="{FF2B5EF4-FFF2-40B4-BE49-F238E27FC236}">
                <a16:creationId xmlns:a16="http://schemas.microsoft.com/office/drawing/2014/main" id="{D7A1AE31-D667-1BF3-F00E-4952BBAD3045}"/>
              </a:ext>
            </a:extLst>
          </p:cNvPr>
          <p:cNvGraphicFramePr>
            <a:graphicFrameLocks noGrp="1"/>
          </p:cNvGraphicFramePr>
          <p:nvPr>
            <p:ph idx="1"/>
          </p:nvPr>
        </p:nvGraphicFramePr>
        <p:xfrm>
          <a:off x="279400" y="1442592"/>
          <a:ext cx="5689600" cy="4138803"/>
        </p:xfrm>
        <a:graphic>
          <a:graphicData uri="http://schemas.openxmlformats.org/drawingml/2006/table">
            <a:tbl>
              <a:tblPr firstRow="1" firstCol="1" bandRow="1">
                <a:tableStyleId>{5C22544A-7EE6-4342-B048-85BDC9FD1C3A}</a:tableStyleId>
              </a:tblPr>
              <a:tblGrid>
                <a:gridCol w="1270000">
                  <a:extLst>
                    <a:ext uri="{9D8B030D-6E8A-4147-A177-3AD203B41FA5}">
                      <a16:colId xmlns:a16="http://schemas.microsoft.com/office/drawing/2014/main" val="4109152578"/>
                    </a:ext>
                  </a:extLst>
                </a:gridCol>
                <a:gridCol w="4419600">
                  <a:extLst>
                    <a:ext uri="{9D8B030D-6E8A-4147-A177-3AD203B41FA5}">
                      <a16:colId xmlns:a16="http://schemas.microsoft.com/office/drawing/2014/main" val="2218397721"/>
                    </a:ext>
                  </a:extLst>
                </a:gridCol>
              </a:tblGrid>
              <a:tr h="289494">
                <a:tc>
                  <a:txBody>
                    <a:bodyPr/>
                    <a:lstStyle/>
                    <a:p>
                      <a:pPr marL="0" marR="0">
                        <a:lnSpc>
                          <a:spcPct val="115000"/>
                        </a:lnSpc>
                        <a:spcBef>
                          <a:spcPts val="600"/>
                        </a:spcBef>
                        <a:spcAft>
                          <a:spcPts val="600"/>
                        </a:spcAft>
                      </a:pPr>
                      <a:r>
                        <a:rPr lang="en-IN" sz="1050" b="0" kern="100" dirty="0">
                          <a:effectLst/>
                          <a:latin typeface="Arial" panose="020B0604020202020204" pitchFamily="34" charset="0"/>
                          <a:cs typeface="Arial" panose="020B0604020202020204" pitchFamily="34" charset="0"/>
                        </a:rPr>
                        <a:t>Name/ Role/ Location</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600"/>
                        </a:spcBef>
                        <a:spcAft>
                          <a:spcPts val="600"/>
                        </a:spcAft>
                      </a:pPr>
                      <a:r>
                        <a:rPr lang="en-IN" sz="1050" b="0" kern="100" dirty="0">
                          <a:effectLst/>
                          <a:latin typeface="Arial" panose="020B0604020202020204" pitchFamily="34" charset="0"/>
                          <a:cs typeface="Arial" panose="020B0604020202020204" pitchFamily="34" charset="0"/>
                        </a:rPr>
                        <a:t>Notes</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8762859"/>
                  </a:ext>
                </a:extLst>
              </a:tr>
              <a:tr h="320106">
                <a:tc>
                  <a:txBody>
                    <a:bodyPr/>
                    <a:lstStyle/>
                    <a:p>
                      <a:pPr marL="0" marR="0">
                        <a:lnSpc>
                          <a:spcPct val="115000"/>
                        </a:lnSpc>
                        <a:spcBef>
                          <a:spcPts val="600"/>
                        </a:spcBef>
                        <a:spcAft>
                          <a:spcPts val="600"/>
                        </a:spcAft>
                      </a:pPr>
                      <a:r>
                        <a:rPr lang="en-US" sz="1050" b="0" kern="100" dirty="0">
                          <a:effectLst/>
                          <a:latin typeface="Arial" panose="020B0604020202020204" pitchFamily="34" charset="0"/>
                          <a:cs typeface="Arial" panose="020B0604020202020204" pitchFamily="34" charset="0"/>
                        </a:rPr>
                        <a:t>Jai - Principal PM</a:t>
                      </a:r>
                      <a:br>
                        <a:rPr lang="en-US" sz="1050" b="0" kern="100" dirty="0">
                          <a:effectLst/>
                          <a:latin typeface="Arial" panose="020B0604020202020204" pitchFamily="34" charset="0"/>
                          <a:cs typeface="Arial" panose="020B0604020202020204" pitchFamily="34" charset="0"/>
                        </a:rPr>
                      </a:br>
                      <a:r>
                        <a:rPr lang="en-US" sz="1050" b="0" kern="100" dirty="0">
                          <a:effectLst/>
                          <a:latin typeface="Arial" panose="020B0604020202020204" pitchFamily="34" charset="0"/>
                          <a:cs typeface="Arial" panose="020B0604020202020204" pitchFamily="34" charset="0"/>
                        </a:rPr>
                        <a:t>Bangalore</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600"/>
                        </a:spcBef>
                        <a:spcAft>
                          <a:spcPts val="600"/>
                        </a:spcAft>
                      </a:pPr>
                      <a:r>
                        <a:rPr lang="en-IN" sz="1050" b="0" kern="100" dirty="0">
                          <a:effectLst/>
                          <a:latin typeface="Arial" panose="020B0604020202020204" pitchFamily="34" charset="0"/>
                          <a:cs typeface="Arial" panose="020B0604020202020204" pitchFamily="34" charset="0"/>
                        </a:rPr>
                        <a:t>Product Manager responsible for Rail &amp; Hotel. He has been with GT since Dec 2013. He is personally committed to delivering UK rail in 2018, since its been a gap in the rail portfolio since 2014.</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641668457"/>
                  </a:ext>
                </a:extLst>
              </a:tr>
              <a:tr h="586552">
                <a:tc>
                  <a:txBody>
                    <a:bodyPr/>
                    <a:lstStyle/>
                    <a:p>
                      <a:pPr marL="0" marR="0">
                        <a:lnSpc>
                          <a:spcPct val="115000"/>
                        </a:lnSpc>
                        <a:spcBef>
                          <a:spcPts val="600"/>
                        </a:spcBef>
                        <a:spcAft>
                          <a:spcPts val="600"/>
                        </a:spcAft>
                      </a:pPr>
                      <a:r>
                        <a:rPr lang="en-US" sz="1050" b="0" kern="100" dirty="0">
                          <a:effectLst/>
                          <a:latin typeface="Arial" panose="020B0604020202020204" pitchFamily="34" charset="0"/>
                          <a:cs typeface="Arial" panose="020B0604020202020204" pitchFamily="34" charset="0"/>
                        </a:rPr>
                        <a:t>Mark - Sr Principal Architect</a:t>
                      </a:r>
                      <a:br>
                        <a:rPr lang="en-US" sz="1050" b="0" kern="100" dirty="0">
                          <a:effectLst/>
                          <a:latin typeface="Arial" panose="020B0604020202020204" pitchFamily="34" charset="0"/>
                          <a:cs typeface="Arial" panose="020B0604020202020204" pitchFamily="34" charset="0"/>
                        </a:rPr>
                      </a:br>
                      <a:r>
                        <a:rPr lang="en-US" sz="1050" b="0" kern="100" dirty="0">
                          <a:effectLst/>
                          <a:latin typeface="Arial" panose="020B0604020202020204" pitchFamily="34" charset="0"/>
                          <a:cs typeface="Arial" panose="020B0604020202020204" pitchFamily="34" charset="0"/>
                        </a:rPr>
                        <a:t>Dallas</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600"/>
                        </a:spcBef>
                        <a:spcAft>
                          <a:spcPts val="600"/>
                        </a:spcAft>
                      </a:pPr>
                      <a:r>
                        <a:rPr lang="en-US" sz="1050" b="0" kern="100" dirty="0">
                          <a:effectLst/>
                          <a:latin typeface="Arial" panose="020B0604020202020204" pitchFamily="34" charset="0"/>
                          <a:cs typeface="Arial" panose="020B0604020202020204" pitchFamily="34" charset="0"/>
                        </a:rPr>
                        <a:t>Mark is responsible for the Rail architecture. He has been with GT since 2005 and is extremely passionate and knowledgeable. </a:t>
                      </a:r>
                      <a:br>
                        <a:rPr lang="en-US" sz="1050" b="0" kern="100" dirty="0">
                          <a:effectLst/>
                          <a:latin typeface="Arial" panose="020B0604020202020204" pitchFamily="34" charset="0"/>
                          <a:cs typeface="Arial" panose="020B0604020202020204" pitchFamily="34" charset="0"/>
                        </a:rPr>
                      </a:br>
                      <a:r>
                        <a:rPr lang="en-US" sz="1050" b="0" kern="100" dirty="0">
                          <a:effectLst/>
                          <a:latin typeface="Arial" panose="020B0604020202020204" pitchFamily="34" charset="0"/>
                          <a:cs typeface="Arial" panose="020B0604020202020204" pitchFamily="34" charset="0"/>
                        </a:rPr>
                        <a:t>His estimate for the SNCB upgrade work is about $300k and a timeline of 6 months. In the past, his estimates have tended to be less than the actual effort. </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76668327"/>
                  </a:ext>
                </a:extLst>
              </a:tr>
              <a:tr h="0">
                <a:tc>
                  <a:txBody>
                    <a:bodyPr/>
                    <a:lstStyle/>
                    <a:p>
                      <a:pPr marL="0" marR="0">
                        <a:lnSpc>
                          <a:spcPct val="115000"/>
                        </a:lnSpc>
                        <a:spcBef>
                          <a:spcPts val="600"/>
                        </a:spcBef>
                        <a:spcAft>
                          <a:spcPts val="600"/>
                        </a:spcAft>
                      </a:pPr>
                      <a:r>
                        <a:rPr lang="en-US" sz="1050" b="0" kern="100" dirty="0">
                          <a:effectLst/>
                          <a:latin typeface="Arial" panose="020B0604020202020204" pitchFamily="34" charset="0"/>
                          <a:cs typeface="Arial" panose="020B0604020202020204" pitchFamily="34" charset="0"/>
                        </a:rPr>
                        <a:t>Deepa - Tech Lead</a:t>
                      </a:r>
                      <a:br>
                        <a:rPr lang="en-US" sz="1050" b="0" kern="100" dirty="0">
                          <a:effectLst/>
                          <a:latin typeface="Arial" panose="020B0604020202020204" pitchFamily="34" charset="0"/>
                          <a:cs typeface="Arial" panose="020B0604020202020204" pitchFamily="34" charset="0"/>
                        </a:rPr>
                      </a:br>
                      <a:r>
                        <a:rPr lang="en-US" sz="1050" b="0" kern="100" dirty="0">
                          <a:effectLst/>
                          <a:latin typeface="Arial" panose="020B0604020202020204" pitchFamily="34" charset="0"/>
                          <a:cs typeface="Arial" panose="020B0604020202020204" pitchFamily="34" charset="0"/>
                        </a:rPr>
                        <a:t>Bangalore</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600"/>
                        </a:spcBef>
                        <a:spcAft>
                          <a:spcPts val="600"/>
                        </a:spcAft>
                      </a:pPr>
                      <a:r>
                        <a:rPr lang="en-US" sz="1050" b="0" kern="100" dirty="0">
                          <a:effectLst/>
                          <a:latin typeface="Arial" panose="020B0604020202020204" pitchFamily="34" charset="0"/>
                          <a:cs typeface="Arial" panose="020B0604020202020204" pitchFamily="34" charset="0"/>
                        </a:rPr>
                        <a:t>Works closely with Mark for Rail implementations. She joined GT in Dec 2016. She is super excited about working on parts of the product which are new to her.</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897286467"/>
                  </a:ext>
                </a:extLst>
              </a:tr>
              <a:tr h="455753">
                <a:tc>
                  <a:txBody>
                    <a:bodyPr/>
                    <a:lstStyle/>
                    <a:p>
                      <a:pPr marL="0" marR="0">
                        <a:lnSpc>
                          <a:spcPct val="115000"/>
                        </a:lnSpc>
                        <a:spcBef>
                          <a:spcPts val="600"/>
                        </a:spcBef>
                        <a:spcAft>
                          <a:spcPts val="600"/>
                        </a:spcAft>
                      </a:pPr>
                      <a:r>
                        <a:rPr lang="en-US" sz="1050" b="0" kern="100" dirty="0">
                          <a:effectLst/>
                          <a:latin typeface="Arial" panose="020B0604020202020204" pitchFamily="34" charset="0"/>
                          <a:cs typeface="Arial" panose="020B0604020202020204" pitchFamily="34" charset="0"/>
                        </a:rPr>
                        <a:t>Anne - Director PM</a:t>
                      </a:r>
                      <a:br>
                        <a:rPr lang="en-US" sz="1050" b="0" kern="100" dirty="0">
                          <a:effectLst/>
                          <a:latin typeface="Arial" panose="020B0604020202020204" pitchFamily="34" charset="0"/>
                          <a:cs typeface="Arial" panose="020B0604020202020204" pitchFamily="34" charset="0"/>
                        </a:rPr>
                      </a:br>
                      <a:r>
                        <a:rPr lang="en-US" sz="1050" b="0" kern="100" dirty="0">
                          <a:effectLst/>
                          <a:latin typeface="Arial" panose="020B0604020202020204" pitchFamily="34" charset="0"/>
                          <a:cs typeface="Arial" panose="020B0604020202020204" pitchFamily="34" charset="0"/>
                        </a:rPr>
                        <a:t>Dallas</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600"/>
                        </a:spcBef>
                        <a:spcAft>
                          <a:spcPts val="600"/>
                        </a:spcAft>
                      </a:pPr>
                      <a:r>
                        <a:rPr lang="en-US" sz="1050" b="0" kern="100" dirty="0">
                          <a:effectLst/>
                          <a:latin typeface="Arial" panose="020B0604020202020204" pitchFamily="34" charset="0"/>
                          <a:cs typeface="Arial" panose="020B0604020202020204" pitchFamily="34" charset="0"/>
                        </a:rPr>
                        <a:t>Responsible for GT product Management. She joined GT in Jan 2016. Jai reports to Anne. She doesn’t like to get involved in day-to-day activities but expects to be pulled in wherever required. She has a good relationship with Denise, the Director for Customer Success (see below). Given her English origins, Anne has a keen interest in the UK market.</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285268195"/>
                  </a:ext>
                </a:extLst>
              </a:tr>
              <a:tr h="455753">
                <a:tc>
                  <a:txBody>
                    <a:bodyPr/>
                    <a:lstStyle/>
                    <a:p>
                      <a:r>
                        <a:rPr lang="en-US" sz="1050" b="0" kern="100" dirty="0">
                          <a:solidFill>
                            <a:schemeClr val="lt1"/>
                          </a:solidFill>
                          <a:effectLst/>
                          <a:latin typeface="Arial" panose="020B0604020202020204" pitchFamily="34" charset="0"/>
                          <a:ea typeface="+mn-ea"/>
                          <a:cs typeface="Arial" panose="020B0604020202020204" pitchFamily="34" charset="0"/>
                        </a:rPr>
                        <a:t>Maurizio - Customer Success Manager</a:t>
                      </a:r>
                    </a:p>
                    <a:p>
                      <a:r>
                        <a:rPr lang="en-IN" sz="1050" b="0" kern="100" dirty="0">
                          <a:solidFill>
                            <a:schemeClr val="lt1"/>
                          </a:solidFill>
                          <a:effectLst/>
                          <a:latin typeface="Arial" panose="020B0604020202020204" pitchFamily="34" charset="0"/>
                          <a:ea typeface="+mn-ea"/>
                          <a:cs typeface="Arial" panose="020B0604020202020204" pitchFamily="34" charset="0"/>
                        </a:rPr>
                        <a:t>Brussels</a:t>
                      </a:r>
                      <a:r>
                        <a:rPr lang="en-US" sz="1050" b="0" kern="100" dirty="0">
                          <a:solidFill>
                            <a:schemeClr val="lt1"/>
                          </a:solidFill>
                          <a:effectLst/>
                          <a:latin typeface="Arial" panose="020B0604020202020204" pitchFamily="34" charset="0"/>
                          <a:ea typeface="+mn-ea"/>
                          <a:cs typeface="Arial" panose="020B0604020202020204" pitchFamily="34" charset="0"/>
                        </a:rPr>
                        <a:t> </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600"/>
                        </a:spcBef>
                        <a:spcAft>
                          <a:spcPts val="600"/>
                        </a:spcAft>
                      </a:pPr>
                      <a:r>
                        <a:rPr lang="en-IN" sz="1050" b="0" kern="100" dirty="0">
                          <a:solidFill>
                            <a:schemeClr val="dk1"/>
                          </a:solidFill>
                          <a:effectLst/>
                          <a:latin typeface="Arial" panose="020B0604020202020204" pitchFamily="34" charset="0"/>
                          <a:ea typeface="+mn-ea"/>
                          <a:cs typeface="Arial" panose="020B0604020202020204" pitchFamily="34" charset="0"/>
                        </a:rPr>
                        <a:t>Maurizio joined GT in 2014. He is responsible for the </a:t>
                      </a:r>
                      <a:r>
                        <a:rPr lang="en-IN" sz="1050" b="0" kern="100" dirty="0" err="1">
                          <a:solidFill>
                            <a:schemeClr val="dk1"/>
                          </a:solidFill>
                          <a:effectLst/>
                          <a:latin typeface="Arial" panose="020B0604020202020204" pitchFamily="34" charset="0"/>
                          <a:ea typeface="+mn-ea"/>
                          <a:cs typeface="Arial" panose="020B0604020202020204" pitchFamily="34" charset="0"/>
                        </a:rPr>
                        <a:t>BeNeLux</a:t>
                      </a:r>
                      <a:r>
                        <a:rPr lang="en-IN" sz="1050" b="0" kern="100" dirty="0">
                          <a:solidFill>
                            <a:schemeClr val="dk1"/>
                          </a:solidFill>
                          <a:effectLst/>
                          <a:latin typeface="Arial" panose="020B0604020202020204" pitchFamily="34" charset="0"/>
                          <a:ea typeface="+mn-ea"/>
                          <a:cs typeface="Arial" panose="020B0604020202020204" pitchFamily="34" charset="0"/>
                        </a:rPr>
                        <a:t> business of AB Consulting &amp; EM Energy. Maurizio is extremely concerned about keeping the 2 customers happy since there are no other customers in </a:t>
                      </a:r>
                      <a:r>
                        <a:rPr lang="en-IN" sz="1050" b="0" kern="100" dirty="0" err="1">
                          <a:solidFill>
                            <a:schemeClr val="dk1"/>
                          </a:solidFill>
                          <a:effectLst/>
                          <a:latin typeface="Arial" panose="020B0604020202020204" pitchFamily="34" charset="0"/>
                          <a:ea typeface="+mn-ea"/>
                          <a:cs typeface="Arial" panose="020B0604020202020204" pitchFamily="34" charset="0"/>
                        </a:rPr>
                        <a:t>BeNeLux</a:t>
                      </a:r>
                      <a:r>
                        <a:rPr lang="en-IN" sz="1050" b="0" kern="100" dirty="0">
                          <a:solidFill>
                            <a:schemeClr val="dk1"/>
                          </a:solidFill>
                          <a:effectLst/>
                          <a:latin typeface="Arial" panose="020B0604020202020204" pitchFamily="34" charset="0"/>
                          <a:ea typeface="+mn-ea"/>
                          <a:cs typeface="Arial" panose="020B0604020202020204" pitchFamily="34" charset="0"/>
                        </a:rPr>
                        <a:t>. </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76144806"/>
                  </a:ext>
                </a:extLst>
              </a:tr>
            </a:tbl>
          </a:graphicData>
        </a:graphic>
      </p:graphicFrame>
      <p:graphicFrame>
        <p:nvGraphicFramePr>
          <p:cNvPr id="10" name="Content Placeholder 8">
            <a:extLst>
              <a:ext uri="{FF2B5EF4-FFF2-40B4-BE49-F238E27FC236}">
                <a16:creationId xmlns:a16="http://schemas.microsoft.com/office/drawing/2014/main" id="{ACE43DB4-E985-6565-EB87-8861DE8C22B1}"/>
              </a:ext>
            </a:extLst>
          </p:cNvPr>
          <p:cNvGraphicFramePr>
            <a:graphicFrameLocks/>
          </p:cNvGraphicFramePr>
          <p:nvPr/>
        </p:nvGraphicFramePr>
        <p:xfrm>
          <a:off x="6223000" y="1442592"/>
          <a:ext cx="5689600" cy="4490847"/>
        </p:xfrm>
        <a:graphic>
          <a:graphicData uri="http://schemas.openxmlformats.org/drawingml/2006/table">
            <a:tbl>
              <a:tblPr firstRow="1" firstCol="1" bandRow="1">
                <a:tableStyleId>{5C22544A-7EE6-4342-B048-85BDC9FD1C3A}</a:tableStyleId>
              </a:tblPr>
              <a:tblGrid>
                <a:gridCol w="1270000">
                  <a:extLst>
                    <a:ext uri="{9D8B030D-6E8A-4147-A177-3AD203B41FA5}">
                      <a16:colId xmlns:a16="http://schemas.microsoft.com/office/drawing/2014/main" val="4109152578"/>
                    </a:ext>
                  </a:extLst>
                </a:gridCol>
                <a:gridCol w="4419600">
                  <a:extLst>
                    <a:ext uri="{9D8B030D-6E8A-4147-A177-3AD203B41FA5}">
                      <a16:colId xmlns:a16="http://schemas.microsoft.com/office/drawing/2014/main" val="2218397721"/>
                    </a:ext>
                  </a:extLst>
                </a:gridCol>
              </a:tblGrid>
              <a:tr h="289494">
                <a:tc>
                  <a:txBody>
                    <a:bodyPr/>
                    <a:lstStyle/>
                    <a:p>
                      <a:pPr marL="0" marR="0">
                        <a:lnSpc>
                          <a:spcPct val="115000"/>
                        </a:lnSpc>
                        <a:spcBef>
                          <a:spcPts val="600"/>
                        </a:spcBef>
                        <a:spcAft>
                          <a:spcPts val="600"/>
                        </a:spcAft>
                      </a:pPr>
                      <a:r>
                        <a:rPr lang="en-IN" sz="1050" b="0" kern="100">
                          <a:effectLst/>
                          <a:latin typeface="Arial" panose="020B0604020202020204" pitchFamily="34" charset="0"/>
                          <a:cs typeface="Arial" panose="020B0604020202020204" pitchFamily="34" charset="0"/>
                        </a:rPr>
                        <a:t>Name/ Role/ Location</a:t>
                      </a:r>
                      <a:endParaRPr lang="en-US" sz="1050" b="0" kern="1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15000"/>
                        </a:lnSpc>
                        <a:spcBef>
                          <a:spcPts val="600"/>
                        </a:spcBef>
                        <a:spcAft>
                          <a:spcPts val="600"/>
                        </a:spcAft>
                      </a:pPr>
                      <a:r>
                        <a:rPr lang="en-IN" sz="1050" b="0" kern="100" dirty="0">
                          <a:effectLst/>
                          <a:latin typeface="Arial" panose="020B0604020202020204" pitchFamily="34" charset="0"/>
                          <a:cs typeface="Arial" panose="020B0604020202020204" pitchFamily="34" charset="0"/>
                        </a:rPr>
                        <a:t>Notes</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8762859"/>
                  </a:ext>
                </a:extLst>
              </a:tr>
              <a:tr h="586552">
                <a:tc>
                  <a:txBody>
                    <a:bodyPr/>
                    <a:lstStyle/>
                    <a:p>
                      <a:pPr marL="0" marR="0">
                        <a:lnSpc>
                          <a:spcPct val="115000"/>
                        </a:lnSpc>
                        <a:spcBef>
                          <a:spcPts val="600"/>
                        </a:spcBef>
                        <a:spcAft>
                          <a:spcPts val="600"/>
                        </a:spcAft>
                      </a:pPr>
                      <a:r>
                        <a:rPr lang="en-US" sz="1050" b="0" kern="100" dirty="0">
                          <a:effectLst/>
                          <a:latin typeface="Arial" panose="020B0604020202020204" pitchFamily="34" charset="0"/>
                          <a:ea typeface="Calibri" panose="020F0502020204030204" pitchFamily="34" charset="0"/>
                          <a:cs typeface="Arial" panose="020B0604020202020204" pitchFamily="34" charset="0"/>
                        </a:rPr>
                        <a:t>Kyle - Customer Success Manager</a:t>
                      </a:r>
                    </a:p>
                    <a:p>
                      <a:pPr marL="0" marR="0">
                        <a:lnSpc>
                          <a:spcPct val="115000"/>
                        </a:lnSpc>
                        <a:spcBef>
                          <a:spcPts val="600"/>
                        </a:spcBef>
                        <a:spcAft>
                          <a:spcPts val="600"/>
                        </a:spcAft>
                      </a:pPr>
                      <a:r>
                        <a:rPr lang="en-US" sz="1050" b="0" kern="100" dirty="0">
                          <a:effectLst/>
                          <a:latin typeface="Arial" panose="020B0604020202020204" pitchFamily="34" charset="0"/>
                          <a:ea typeface="Calibri" panose="020F0502020204030204" pitchFamily="34" charset="0"/>
                          <a:cs typeface="Arial" panose="020B0604020202020204" pitchFamily="34" charset="0"/>
                        </a:rPr>
                        <a:t>San Francisco </a:t>
                      </a:r>
                    </a:p>
                  </a:txBody>
                  <a:tcPr marL="68580" marR="68580" marT="0" marB="0"/>
                </a:tc>
                <a:tc>
                  <a:txBody>
                    <a:bodyPr/>
                    <a:lstStyle/>
                    <a:p>
                      <a:pPr marL="0" marR="0" indent="0" algn="l" defTabSz="914400" rtl="0" eaLnBrk="1" fontAlgn="auto" latinLnBrk="0" hangingPunct="1">
                        <a:lnSpc>
                          <a:spcPct val="115000"/>
                        </a:lnSpc>
                        <a:spcBef>
                          <a:spcPts val="600"/>
                        </a:spcBef>
                        <a:spcAft>
                          <a:spcPts val="600"/>
                        </a:spcAft>
                        <a:buClrTx/>
                        <a:buSzTx/>
                        <a:buFontTx/>
                        <a:buNone/>
                        <a:tabLst/>
                        <a:defRPr/>
                      </a:pPr>
                      <a:r>
                        <a:rPr lang="en-US" sz="1050" b="0" kern="100" dirty="0">
                          <a:solidFill>
                            <a:schemeClr val="dk1"/>
                          </a:solidFill>
                          <a:effectLst/>
                          <a:latin typeface="Arial" panose="020B0604020202020204" pitchFamily="34" charset="0"/>
                          <a:ea typeface="+mn-ea"/>
                          <a:cs typeface="Arial" panose="020B0604020202020204" pitchFamily="34" charset="0"/>
                        </a:rPr>
                        <a:t>While she is responsible for the global business of AB Consulting &amp; EM Energy, she is primarily </a:t>
                      </a:r>
                      <a:r>
                        <a:rPr lang="en-US" sz="1050" b="0" kern="100" dirty="0" err="1">
                          <a:solidFill>
                            <a:schemeClr val="dk1"/>
                          </a:solidFill>
                          <a:effectLst/>
                          <a:latin typeface="Arial" panose="020B0604020202020204" pitchFamily="34" charset="0"/>
                          <a:ea typeface="+mn-ea"/>
                          <a:cs typeface="Arial" panose="020B0604020202020204" pitchFamily="34" charset="0"/>
                        </a:rPr>
                        <a:t>focussed</a:t>
                      </a:r>
                      <a:r>
                        <a:rPr lang="en-US" sz="1050" b="0" kern="100" dirty="0">
                          <a:solidFill>
                            <a:schemeClr val="dk1"/>
                          </a:solidFill>
                          <a:effectLst/>
                          <a:latin typeface="Arial" panose="020B0604020202020204" pitchFamily="34" charset="0"/>
                          <a:ea typeface="+mn-ea"/>
                          <a:cs typeface="Arial" panose="020B0604020202020204" pitchFamily="34" charset="0"/>
                        </a:rPr>
                        <a:t> on the US business. 2 of her key priorities for 2018 – Retain the </a:t>
                      </a:r>
                      <a:r>
                        <a:rPr lang="en-US" sz="1050" b="0" kern="100" dirty="0" err="1">
                          <a:solidFill>
                            <a:schemeClr val="dk1"/>
                          </a:solidFill>
                          <a:effectLst/>
                          <a:latin typeface="Arial" panose="020B0604020202020204" pitchFamily="34" charset="0"/>
                          <a:ea typeface="+mn-ea"/>
                          <a:cs typeface="Arial" panose="020B0604020202020204" pitchFamily="34" charset="0"/>
                        </a:rPr>
                        <a:t>BeNeLux</a:t>
                      </a:r>
                      <a:r>
                        <a:rPr lang="en-US" sz="1050" b="0" kern="100" dirty="0">
                          <a:solidFill>
                            <a:schemeClr val="dk1"/>
                          </a:solidFill>
                          <a:effectLst/>
                          <a:latin typeface="Arial" panose="020B0604020202020204" pitchFamily="34" charset="0"/>
                          <a:ea typeface="+mn-ea"/>
                          <a:cs typeface="Arial" panose="020B0604020202020204" pitchFamily="34" charset="0"/>
                        </a:rPr>
                        <a:t> business of ABC and EME and increase their business in the UK. </a:t>
                      </a:r>
                    </a:p>
                  </a:txBody>
                  <a:tcPr marL="68580" marR="68580" marT="0" marB="0"/>
                </a:tc>
                <a:extLst>
                  <a:ext uri="{0D108BD9-81ED-4DB2-BD59-A6C34878D82A}">
                    <a16:rowId xmlns:a16="http://schemas.microsoft.com/office/drawing/2014/main" val="976668327"/>
                  </a:ext>
                </a:extLst>
              </a:tr>
              <a:tr h="0">
                <a:tc>
                  <a:txBody>
                    <a:bodyPr/>
                    <a:lstStyle/>
                    <a:p>
                      <a:pPr marL="0" marR="0" indent="0" algn="l" defTabSz="914400" rtl="0" eaLnBrk="1" fontAlgn="auto" latinLnBrk="0" hangingPunct="1">
                        <a:lnSpc>
                          <a:spcPct val="115000"/>
                        </a:lnSpc>
                        <a:spcBef>
                          <a:spcPts val="600"/>
                        </a:spcBef>
                        <a:spcAft>
                          <a:spcPts val="600"/>
                        </a:spcAft>
                        <a:buClrTx/>
                        <a:buSzTx/>
                        <a:buFontTx/>
                        <a:buNone/>
                        <a:tabLst/>
                        <a:defRPr/>
                      </a:pPr>
                      <a:r>
                        <a:rPr lang="en-US" sz="1050" b="0" kern="100" dirty="0">
                          <a:effectLst/>
                          <a:latin typeface="Arial" panose="020B0604020202020204" pitchFamily="34" charset="0"/>
                          <a:ea typeface="Calibri" panose="020F0502020204030204" pitchFamily="34" charset="0"/>
                          <a:cs typeface="Arial" panose="020B0604020202020204" pitchFamily="34" charset="0"/>
                        </a:rPr>
                        <a:t>Denise - Director Customer Success</a:t>
                      </a:r>
                    </a:p>
                    <a:p>
                      <a:pPr marL="0" marR="0" indent="0" algn="l" defTabSz="914400" rtl="0" eaLnBrk="1" fontAlgn="auto" latinLnBrk="0" hangingPunct="1">
                        <a:lnSpc>
                          <a:spcPct val="115000"/>
                        </a:lnSpc>
                        <a:spcBef>
                          <a:spcPts val="600"/>
                        </a:spcBef>
                        <a:spcAft>
                          <a:spcPts val="600"/>
                        </a:spcAft>
                        <a:buClrTx/>
                        <a:buSzTx/>
                        <a:buFontTx/>
                        <a:buNone/>
                        <a:tabLst/>
                        <a:defRPr/>
                      </a:pPr>
                      <a:r>
                        <a:rPr lang="en-US" sz="1050" b="0" kern="100" dirty="0">
                          <a:effectLst/>
                          <a:latin typeface="Arial" panose="020B0604020202020204" pitchFamily="34" charset="0"/>
                          <a:ea typeface="Calibri" panose="020F0502020204030204" pitchFamily="34" charset="0"/>
                          <a:cs typeface="Arial" panose="020B0604020202020204" pitchFamily="34" charset="0"/>
                        </a:rPr>
                        <a:t>New York </a:t>
                      </a:r>
                    </a:p>
                  </a:txBody>
                  <a:tcPr marL="68580" marR="68580" marT="0" marB="0"/>
                </a:tc>
                <a:tc>
                  <a:txBody>
                    <a:bodyPr/>
                    <a:lstStyle/>
                    <a:p>
                      <a:pPr marL="0" marR="0" indent="0" algn="l" defTabSz="914400" rtl="0" eaLnBrk="1" fontAlgn="auto" latinLnBrk="0" hangingPunct="1">
                        <a:lnSpc>
                          <a:spcPct val="115000"/>
                        </a:lnSpc>
                        <a:spcBef>
                          <a:spcPts val="600"/>
                        </a:spcBef>
                        <a:spcAft>
                          <a:spcPts val="600"/>
                        </a:spcAft>
                        <a:buClrTx/>
                        <a:buSzTx/>
                        <a:buFontTx/>
                        <a:buNone/>
                        <a:tabLst/>
                        <a:defRPr/>
                      </a:pPr>
                      <a:r>
                        <a:rPr lang="en-US" sz="1050" b="0" kern="100" dirty="0">
                          <a:effectLst/>
                          <a:latin typeface="Arial" panose="020B0604020202020204" pitchFamily="34" charset="0"/>
                          <a:ea typeface="Calibri" panose="020F0502020204030204" pitchFamily="34" charset="0"/>
                          <a:cs typeface="Arial" panose="020B0604020202020204" pitchFamily="34" charset="0"/>
                        </a:rPr>
                        <a:t>Responsible for Customer Success globally. She has been with GT since 2005. Maurizio &amp; Kyle report to Denise. She doesn’t like to get involved in the day-to-day operations and likes to leave that to her team. </a:t>
                      </a:r>
                    </a:p>
                    <a:p>
                      <a:pPr marL="0" marR="0" indent="0" algn="l" defTabSz="914400" rtl="0" eaLnBrk="1" fontAlgn="auto" latinLnBrk="0" hangingPunct="1">
                        <a:lnSpc>
                          <a:spcPct val="115000"/>
                        </a:lnSpc>
                        <a:spcBef>
                          <a:spcPts val="600"/>
                        </a:spcBef>
                        <a:spcAft>
                          <a:spcPts val="600"/>
                        </a:spcAft>
                        <a:buClrTx/>
                        <a:buSzTx/>
                        <a:buFontTx/>
                        <a:buNone/>
                        <a:tabLst/>
                        <a:defRPr/>
                      </a:pPr>
                      <a:r>
                        <a:rPr lang="en-US" sz="1050" b="0" kern="100" dirty="0">
                          <a:effectLst/>
                          <a:latin typeface="Arial" panose="020B0604020202020204" pitchFamily="34" charset="0"/>
                          <a:ea typeface="Calibri" panose="020F0502020204030204" pitchFamily="34" charset="0"/>
                          <a:cs typeface="Arial" panose="020B0604020202020204" pitchFamily="34" charset="0"/>
                        </a:rPr>
                        <a:t>Denise is really looking forward to the UK rail delivery in 2018 so that she can onboard the UK business of some of the large US multinational customers. But she hates losing existing business more than she hates losing out on new business opportunities. </a:t>
                      </a:r>
                    </a:p>
                  </a:txBody>
                  <a:tcPr marL="68580" marR="68580" marT="0" marB="0"/>
                </a:tc>
                <a:extLst>
                  <a:ext uri="{0D108BD9-81ED-4DB2-BD59-A6C34878D82A}">
                    <a16:rowId xmlns:a16="http://schemas.microsoft.com/office/drawing/2014/main" val="1897286467"/>
                  </a:ext>
                </a:extLst>
              </a:tr>
              <a:tr h="455753">
                <a:tc>
                  <a:txBody>
                    <a:bodyPr/>
                    <a:lstStyle/>
                    <a:p>
                      <a:r>
                        <a:rPr lang="en-US" sz="1050" b="0" kern="1200" dirty="0">
                          <a:solidFill>
                            <a:schemeClr val="lt1"/>
                          </a:solidFill>
                          <a:effectLst/>
                          <a:latin typeface="Arial" panose="020B0604020202020204" pitchFamily="34" charset="0"/>
                          <a:ea typeface="+mn-ea"/>
                          <a:cs typeface="Arial" panose="020B0604020202020204" pitchFamily="34" charset="0"/>
                        </a:rPr>
                        <a:t>Richard - Director – New Business Development UK</a:t>
                      </a:r>
                    </a:p>
                    <a:p>
                      <a:r>
                        <a:rPr lang="en-IN" sz="1050" b="0" kern="1200" dirty="0">
                          <a:solidFill>
                            <a:schemeClr val="lt1"/>
                          </a:solidFill>
                          <a:effectLst/>
                          <a:latin typeface="Arial" panose="020B0604020202020204" pitchFamily="34" charset="0"/>
                          <a:ea typeface="+mn-ea"/>
                          <a:cs typeface="Arial" panose="020B0604020202020204" pitchFamily="34" charset="0"/>
                        </a:rPr>
                        <a:t>London</a:t>
                      </a:r>
                      <a:r>
                        <a:rPr lang="en-US" sz="1050" b="0" dirty="0">
                          <a:effectLst/>
                          <a:latin typeface="Arial" panose="020B0604020202020204" pitchFamily="34" charset="0"/>
                          <a:cs typeface="Arial" panose="020B0604020202020204" pitchFamily="34" charset="0"/>
                        </a:rPr>
                        <a:t> </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indent="0" algn="l" defTabSz="914400" rtl="0" eaLnBrk="1" fontAlgn="auto" latinLnBrk="0" hangingPunct="1">
                        <a:lnSpc>
                          <a:spcPct val="115000"/>
                        </a:lnSpc>
                        <a:spcBef>
                          <a:spcPts val="600"/>
                        </a:spcBef>
                        <a:spcAft>
                          <a:spcPts val="600"/>
                        </a:spcAft>
                        <a:buClrTx/>
                        <a:buSzTx/>
                        <a:buFontTx/>
                        <a:buNone/>
                        <a:tabLst/>
                        <a:defRPr/>
                      </a:pPr>
                      <a:r>
                        <a:rPr lang="en-US" sz="1050" b="0" kern="100" dirty="0">
                          <a:effectLst/>
                          <a:latin typeface="Arial" panose="020B0604020202020204" pitchFamily="34" charset="0"/>
                          <a:ea typeface="Calibri" panose="020F0502020204030204" pitchFamily="34" charset="0"/>
                          <a:cs typeface="Arial" panose="020B0604020202020204" pitchFamily="34" charset="0"/>
                        </a:rPr>
                        <a:t>Richard has been with GT since 2014. He has had limited success in generating new business in the UK. He has very vocally attributed the lack of new business in the UK to the lack of UK Rail. He is frustrated with the product team for not getting UK Rail till 2018. </a:t>
                      </a:r>
                    </a:p>
                  </a:txBody>
                  <a:tcPr marL="68580" marR="68580" marT="0" marB="0"/>
                </a:tc>
                <a:extLst>
                  <a:ext uri="{0D108BD9-81ED-4DB2-BD59-A6C34878D82A}">
                    <a16:rowId xmlns:a16="http://schemas.microsoft.com/office/drawing/2014/main" val="3285268195"/>
                  </a:ext>
                </a:extLst>
              </a:tr>
              <a:tr h="455753">
                <a:tc>
                  <a:txBody>
                    <a:bodyPr/>
                    <a:lstStyle/>
                    <a:p>
                      <a:r>
                        <a:rPr lang="en-US" sz="1050" b="0" kern="1200" dirty="0">
                          <a:solidFill>
                            <a:schemeClr val="lt1"/>
                          </a:solidFill>
                          <a:effectLst/>
                          <a:latin typeface="Arial" panose="020B0604020202020204" pitchFamily="34" charset="0"/>
                          <a:ea typeface="+mn-ea"/>
                          <a:cs typeface="Arial" panose="020B0604020202020204" pitchFamily="34" charset="0"/>
                        </a:rPr>
                        <a:t>Greg - General Manager GT</a:t>
                      </a:r>
                    </a:p>
                    <a:p>
                      <a:r>
                        <a:rPr lang="en-IN" sz="1050" b="0" kern="1200" dirty="0">
                          <a:solidFill>
                            <a:schemeClr val="lt1"/>
                          </a:solidFill>
                          <a:effectLst/>
                          <a:latin typeface="Arial" panose="020B0604020202020204" pitchFamily="34" charset="0"/>
                          <a:ea typeface="+mn-ea"/>
                          <a:cs typeface="Arial" panose="020B0604020202020204" pitchFamily="34" charset="0"/>
                        </a:rPr>
                        <a:t>Dallas</a:t>
                      </a:r>
                      <a:r>
                        <a:rPr lang="en-US" sz="1050" b="0" dirty="0">
                          <a:effectLst/>
                          <a:latin typeface="Arial" panose="020B0604020202020204" pitchFamily="34" charset="0"/>
                          <a:cs typeface="Arial" panose="020B0604020202020204" pitchFamily="34" charset="0"/>
                        </a:rPr>
                        <a:t> </a:t>
                      </a:r>
                      <a:endParaRPr lang="en-US" sz="1050" b="0" kern="1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indent="0" algn="l" defTabSz="914400" rtl="0" eaLnBrk="1" fontAlgn="auto" latinLnBrk="0" hangingPunct="1">
                        <a:lnSpc>
                          <a:spcPct val="115000"/>
                        </a:lnSpc>
                        <a:spcBef>
                          <a:spcPts val="600"/>
                        </a:spcBef>
                        <a:spcAft>
                          <a:spcPts val="600"/>
                        </a:spcAft>
                        <a:buClrTx/>
                        <a:buSzTx/>
                        <a:buFontTx/>
                        <a:buNone/>
                        <a:tabLst/>
                        <a:defRPr/>
                      </a:pPr>
                      <a:r>
                        <a:rPr lang="en-US" sz="1050" b="0" kern="100" dirty="0">
                          <a:effectLst/>
                          <a:latin typeface="Arial" panose="020B0604020202020204" pitchFamily="34" charset="0"/>
                          <a:ea typeface="Calibri" panose="020F0502020204030204" pitchFamily="34" charset="0"/>
                          <a:cs typeface="Arial" panose="020B0604020202020204" pitchFamily="34" charset="0"/>
                        </a:rPr>
                        <a:t>Responsible for the GT P&amp;L. He has been with GT since Jan 2013. He has 2 key revenue priorities:</a:t>
                      </a:r>
                      <a:br>
                        <a:rPr lang="en-US" sz="1050" b="0" kern="100" dirty="0">
                          <a:effectLst/>
                          <a:latin typeface="Arial" panose="020B0604020202020204" pitchFamily="34" charset="0"/>
                          <a:ea typeface="Calibri" panose="020F0502020204030204" pitchFamily="34" charset="0"/>
                          <a:cs typeface="Arial" panose="020B0604020202020204" pitchFamily="34" charset="0"/>
                        </a:rPr>
                      </a:br>
                      <a:r>
                        <a:rPr lang="en-US" sz="1050" b="0" kern="100" dirty="0">
                          <a:effectLst/>
                          <a:latin typeface="Arial" panose="020B0604020202020204" pitchFamily="34" charset="0"/>
                          <a:ea typeface="Calibri" panose="020F0502020204030204" pitchFamily="34" charset="0"/>
                          <a:cs typeface="Arial" panose="020B0604020202020204" pitchFamily="34" charset="0"/>
                        </a:rPr>
                        <a:t>1. Retain and grow existing customers globally</a:t>
                      </a:r>
                      <a:br>
                        <a:rPr lang="en-US" sz="1050" b="0" kern="100" dirty="0">
                          <a:effectLst/>
                          <a:latin typeface="Arial" panose="020B0604020202020204" pitchFamily="34" charset="0"/>
                          <a:ea typeface="Calibri" panose="020F0502020204030204" pitchFamily="34" charset="0"/>
                          <a:cs typeface="Arial" panose="020B0604020202020204" pitchFamily="34" charset="0"/>
                        </a:rPr>
                      </a:br>
                      <a:r>
                        <a:rPr lang="en-US" sz="1050" b="0" kern="100" dirty="0">
                          <a:effectLst/>
                          <a:latin typeface="Arial" panose="020B0604020202020204" pitchFamily="34" charset="0"/>
                          <a:ea typeface="Calibri" panose="020F0502020204030204" pitchFamily="34" charset="0"/>
                          <a:cs typeface="Arial" panose="020B0604020202020204" pitchFamily="34" charset="0"/>
                        </a:rPr>
                        <a:t>2. Acquire new customers globally</a:t>
                      </a:r>
                      <a:br>
                        <a:rPr lang="en-US" sz="1050" b="0" kern="100" dirty="0">
                          <a:effectLst/>
                          <a:latin typeface="Arial" panose="020B0604020202020204" pitchFamily="34" charset="0"/>
                          <a:ea typeface="Calibri" panose="020F0502020204030204" pitchFamily="34" charset="0"/>
                          <a:cs typeface="Arial" panose="020B0604020202020204" pitchFamily="34" charset="0"/>
                        </a:rPr>
                      </a:br>
                      <a:r>
                        <a:rPr lang="en-US" sz="1050" b="0" kern="100" dirty="0">
                          <a:effectLst/>
                          <a:latin typeface="Arial" panose="020B0604020202020204" pitchFamily="34" charset="0"/>
                          <a:ea typeface="Calibri" panose="020F0502020204030204" pitchFamily="34" charset="0"/>
                          <a:cs typeface="Arial" panose="020B0604020202020204" pitchFamily="34" charset="0"/>
                        </a:rPr>
                        <a:t>Richard, Anne &amp; Denise report to Greg. Greg and Richard had worked together in their previous organization. Greg had recruited Richard in 2014. </a:t>
                      </a:r>
                    </a:p>
                  </a:txBody>
                  <a:tcPr marL="68580" marR="68580" marT="0" marB="0"/>
                </a:tc>
                <a:extLst>
                  <a:ext uri="{0D108BD9-81ED-4DB2-BD59-A6C34878D82A}">
                    <a16:rowId xmlns:a16="http://schemas.microsoft.com/office/drawing/2014/main" val="417378049"/>
                  </a:ext>
                </a:extLst>
              </a:tr>
            </a:tbl>
          </a:graphicData>
        </a:graphic>
      </p:graphicFrame>
      <p:sp>
        <p:nvSpPr>
          <p:cNvPr id="2" name="Slide Number Placeholder 5">
            <a:extLst>
              <a:ext uri="{FF2B5EF4-FFF2-40B4-BE49-F238E27FC236}">
                <a16:creationId xmlns:a16="http://schemas.microsoft.com/office/drawing/2014/main" id="{E3B061BC-B46B-B189-95E5-9474A0E7ECEE}"/>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20</a:t>
            </a:fld>
            <a:endParaRPr lang="en-US" altLang="en-US"/>
          </a:p>
        </p:txBody>
      </p:sp>
    </p:spTree>
    <p:extLst>
      <p:ext uri="{BB962C8B-B14F-4D97-AF65-F5344CB8AC3E}">
        <p14:creationId xmlns:p14="http://schemas.microsoft.com/office/powerpoint/2010/main" val="35023219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4CFC36-F8BF-FD83-89F6-AD333C865B55}"/>
              </a:ext>
            </a:extLst>
          </p:cNvPr>
          <p:cNvSpPr>
            <a:spLocks noGrp="1"/>
          </p:cNvSpPr>
          <p:nvPr>
            <p:ph sz="quarter" idx="10"/>
          </p:nvPr>
        </p:nvSpPr>
        <p:spPr/>
        <p:txBody>
          <a:bodyPr/>
          <a:lstStyle/>
          <a:p>
            <a:r>
              <a:rPr lang="en-US" dirty="0"/>
              <a:t>Interest Vs Influence</a:t>
            </a:r>
          </a:p>
        </p:txBody>
      </p:sp>
      <p:sp>
        <p:nvSpPr>
          <p:cNvPr id="3" name="Freeform 2">
            <a:extLst>
              <a:ext uri="{FF2B5EF4-FFF2-40B4-BE49-F238E27FC236}">
                <a16:creationId xmlns:a16="http://schemas.microsoft.com/office/drawing/2014/main" id="{BE95A11F-5AA9-A270-7EC7-D2A1084E6E9C}"/>
              </a:ext>
            </a:extLst>
          </p:cNvPr>
          <p:cNvSpPr/>
          <p:nvPr/>
        </p:nvSpPr>
        <p:spPr>
          <a:xfrm>
            <a:off x="4292594" y="2131421"/>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defTabSz="889000">
              <a:lnSpc>
                <a:spcPct val="90000"/>
              </a:lnSpc>
              <a:spcAft>
                <a:spcPct val="35000"/>
              </a:spcAft>
            </a:pPr>
            <a:r>
              <a:rPr lang="en-GB" dirty="0">
                <a:solidFill>
                  <a:schemeClr val="tx2"/>
                </a:solidFill>
                <a:latin typeface="Avenir Book" panose="02000503020000020003" pitchFamily="2" charset="0"/>
              </a:rPr>
              <a:t>Greg</a:t>
            </a:r>
            <a:endParaRPr lang="en-GB" kern="1200" dirty="0">
              <a:solidFill>
                <a:schemeClr val="tx2"/>
              </a:solidFill>
              <a:latin typeface="Avenir Book" panose="02000503020000020003" pitchFamily="2" charset="0"/>
            </a:endParaRPr>
          </a:p>
          <a:p>
            <a:pPr marL="0" lvl="0" indent="0" algn="r" defTabSz="889000">
              <a:lnSpc>
                <a:spcPct val="90000"/>
              </a:lnSpc>
              <a:spcBef>
                <a:spcPct val="0"/>
              </a:spcBef>
              <a:spcAft>
                <a:spcPct val="35000"/>
              </a:spcAft>
              <a:buNone/>
            </a:pPr>
            <a:r>
              <a:rPr lang="en-GB" kern="1200" dirty="0">
                <a:solidFill>
                  <a:schemeClr val="tx2"/>
                </a:solidFill>
                <a:latin typeface="Avenir Book" panose="02000503020000020003" pitchFamily="2" charset="0"/>
              </a:rPr>
              <a:t>Denise</a:t>
            </a:r>
          </a:p>
        </p:txBody>
      </p:sp>
      <p:sp>
        <p:nvSpPr>
          <p:cNvPr id="4" name="Freeform 3">
            <a:extLst>
              <a:ext uri="{FF2B5EF4-FFF2-40B4-BE49-F238E27FC236}">
                <a16:creationId xmlns:a16="http://schemas.microsoft.com/office/drawing/2014/main" id="{D3CEEB71-CABC-FB56-F1F8-DD5929303971}"/>
              </a:ext>
            </a:extLst>
          </p:cNvPr>
          <p:cNvSpPr/>
          <p:nvPr/>
        </p:nvSpPr>
        <p:spPr>
          <a:xfrm>
            <a:off x="6258351" y="2131421"/>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r" defTabSz="889000">
              <a:lnSpc>
                <a:spcPct val="90000"/>
              </a:lnSpc>
              <a:spcBef>
                <a:spcPct val="0"/>
              </a:spcBef>
              <a:spcAft>
                <a:spcPct val="35000"/>
              </a:spcAft>
              <a:buNone/>
            </a:pPr>
            <a:r>
              <a:rPr lang="en-GB" kern="1200" dirty="0">
                <a:solidFill>
                  <a:schemeClr val="tx2"/>
                </a:solidFill>
                <a:latin typeface="Avenir Book" panose="02000503020000020003" pitchFamily="2" charset="0"/>
              </a:rPr>
              <a:t>Richard</a:t>
            </a:r>
          </a:p>
          <a:p>
            <a:pPr algn="ctr" defTabSz="889000">
              <a:lnSpc>
                <a:spcPct val="90000"/>
              </a:lnSpc>
              <a:spcAft>
                <a:spcPct val="35000"/>
              </a:spcAft>
            </a:pPr>
            <a:r>
              <a:rPr lang="en-GB" kern="1200" dirty="0">
                <a:solidFill>
                  <a:schemeClr val="tx2"/>
                </a:solidFill>
                <a:latin typeface="Avenir Book" panose="02000503020000020003" pitchFamily="2" charset="0"/>
              </a:rPr>
              <a:t>Anne</a:t>
            </a:r>
          </a:p>
          <a:p>
            <a:pPr marL="0" lvl="0" indent="0" defTabSz="889000">
              <a:lnSpc>
                <a:spcPct val="90000"/>
              </a:lnSpc>
              <a:spcBef>
                <a:spcPct val="0"/>
              </a:spcBef>
              <a:spcAft>
                <a:spcPct val="35000"/>
              </a:spcAft>
              <a:buNone/>
            </a:pPr>
            <a:r>
              <a:rPr lang="en-GB" dirty="0">
                <a:solidFill>
                  <a:schemeClr val="tx2"/>
                </a:solidFill>
                <a:latin typeface="Avenir Book" panose="02000503020000020003" pitchFamily="2" charset="0"/>
              </a:rPr>
              <a:t>Kyle</a:t>
            </a:r>
          </a:p>
          <a:p>
            <a:pPr algn="r" defTabSz="889000">
              <a:lnSpc>
                <a:spcPct val="90000"/>
              </a:lnSpc>
              <a:spcAft>
                <a:spcPct val="35000"/>
              </a:spcAft>
            </a:pPr>
            <a:r>
              <a:rPr lang="en-GB" kern="1200" dirty="0">
                <a:solidFill>
                  <a:schemeClr val="tx2"/>
                </a:solidFill>
                <a:latin typeface="Avenir Book" panose="02000503020000020003" pitchFamily="2" charset="0"/>
              </a:rPr>
              <a:t>Maurizio</a:t>
            </a:r>
          </a:p>
        </p:txBody>
      </p:sp>
      <p:sp>
        <p:nvSpPr>
          <p:cNvPr id="5" name="Freeform 4">
            <a:extLst>
              <a:ext uri="{FF2B5EF4-FFF2-40B4-BE49-F238E27FC236}">
                <a16:creationId xmlns:a16="http://schemas.microsoft.com/office/drawing/2014/main" id="{DA4A7B47-73ED-38B7-8A22-BAB070DE16E5}"/>
              </a:ext>
            </a:extLst>
          </p:cNvPr>
          <p:cNvSpPr/>
          <p:nvPr/>
        </p:nvSpPr>
        <p:spPr>
          <a:xfrm>
            <a:off x="4292594" y="3922911"/>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ctr" defTabSz="889000">
              <a:lnSpc>
                <a:spcPct val="90000"/>
              </a:lnSpc>
              <a:spcBef>
                <a:spcPct val="0"/>
              </a:spcBef>
              <a:spcAft>
                <a:spcPct val="35000"/>
              </a:spcAft>
              <a:buNone/>
            </a:pPr>
            <a:endParaRPr lang="en-GB" kern="1200" dirty="0">
              <a:solidFill>
                <a:schemeClr val="tx2"/>
              </a:solidFill>
              <a:latin typeface="Avenir Book" panose="02000503020000020003" pitchFamily="2" charset="0"/>
            </a:endParaRPr>
          </a:p>
        </p:txBody>
      </p:sp>
      <p:sp>
        <p:nvSpPr>
          <p:cNvPr id="6" name="Freeform 5">
            <a:extLst>
              <a:ext uri="{FF2B5EF4-FFF2-40B4-BE49-F238E27FC236}">
                <a16:creationId xmlns:a16="http://schemas.microsoft.com/office/drawing/2014/main" id="{C44E877D-46AA-13D3-C274-FAF63FFEDCFF}"/>
              </a:ext>
            </a:extLst>
          </p:cNvPr>
          <p:cNvSpPr/>
          <p:nvPr/>
        </p:nvSpPr>
        <p:spPr>
          <a:xfrm>
            <a:off x="6258351" y="3922910"/>
            <a:ext cx="1611136" cy="1611136"/>
          </a:xfrm>
          <a:custGeom>
            <a:avLst/>
            <a:gdLst>
              <a:gd name="connsiteX0" fmla="*/ 0 w 1611136"/>
              <a:gd name="connsiteY0" fmla="*/ 268528 h 1611136"/>
              <a:gd name="connsiteX1" fmla="*/ 268528 w 1611136"/>
              <a:gd name="connsiteY1" fmla="*/ 0 h 1611136"/>
              <a:gd name="connsiteX2" fmla="*/ 1342608 w 1611136"/>
              <a:gd name="connsiteY2" fmla="*/ 0 h 1611136"/>
              <a:gd name="connsiteX3" fmla="*/ 1611136 w 1611136"/>
              <a:gd name="connsiteY3" fmla="*/ 268528 h 1611136"/>
              <a:gd name="connsiteX4" fmla="*/ 1611136 w 1611136"/>
              <a:gd name="connsiteY4" fmla="*/ 1342608 h 1611136"/>
              <a:gd name="connsiteX5" fmla="*/ 1342608 w 1611136"/>
              <a:gd name="connsiteY5" fmla="*/ 1611136 h 1611136"/>
              <a:gd name="connsiteX6" fmla="*/ 268528 w 1611136"/>
              <a:gd name="connsiteY6" fmla="*/ 1611136 h 1611136"/>
              <a:gd name="connsiteX7" fmla="*/ 0 w 1611136"/>
              <a:gd name="connsiteY7" fmla="*/ 1342608 h 1611136"/>
              <a:gd name="connsiteX8" fmla="*/ 0 w 1611136"/>
              <a:gd name="connsiteY8" fmla="*/ 268528 h 1611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1136" h="1611136">
                <a:moveTo>
                  <a:pt x="0" y="268528"/>
                </a:moveTo>
                <a:cubicBezTo>
                  <a:pt x="0" y="120224"/>
                  <a:pt x="120224" y="0"/>
                  <a:pt x="268528" y="0"/>
                </a:cubicBezTo>
                <a:lnTo>
                  <a:pt x="1342608" y="0"/>
                </a:lnTo>
                <a:cubicBezTo>
                  <a:pt x="1490912" y="0"/>
                  <a:pt x="1611136" y="120224"/>
                  <a:pt x="1611136" y="268528"/>
                </a:cubicBezTo>
                <a:lnTo>
                  <a:pt x="1611136" y="1342608"/>
                </a:lnTo>
                <a:cubicBezTo>
                  <a:pt x="1611136" y="1490912"/>
                  <a:pt x="1490912" y="1611136"/>
                  <a:pt x="1342608" y="1611136"/>
                </a:cubicBezTo>
                <a:lnTo>
                  <a:pt x="268528" y="1611136"/>
                </a:lnTo>
                <a:cubicBezTo>
                  <a:pt x="120224" y="1611136"/>
                  <a:pt x="0" y="1490912"/>
                  <a:pt x="0" y="1342608"/>
                </a:cubicBezTo>
                <a:lnTo>
                  <a:pt x="0" y="268528"/>
                </a:lnTo>
                <a:close/>
              </a:path>
            </a:pathLst>
          </a:custGeom>
          <a:solidFill>
            <a:schemeClr val="bg2"/>
          </a:solidFill>
          <a:ln/>
        </p:spPr>
        <p:style>
          <a:lnRef idx="0">
            <a:schemeClr val="dk1"/>
          </a:lnRef>
          <a:fillRef idx="3">
            <a:schemeClr val="dk1"/>
          </a:fillRef>
          <a:effectRef idx="3">
            <a:schemeClr val="dk1"/>
          </a:effectRef>
          <a:fontRef idx="minor">
            <a:schemeClr val="lt1"/>
          </a:fontRef>
        </p:style>
        <p:txBody>
          <a:bodyPr spcFirstLastPara="0" vert="horz" wrap="square" lIns="154849" tIns="154849" rIns="154849" bIns="154849" numCol="1" spcCol="1270" anchor="ctr" anchorCtr="0">
            <a:noAutofit/>
          </a:bodyPr>
          <a:lstStyle/>
          <a:p>
            <a:pPr marL="0" lvl="0" indent="0" algn="r" defTabSz="889000">
              <a:lnSpc>
                <a:spcPct val="90000"/>
              </a:lnSpc>
              <a:spcBef>
                <a:spcPct val="0"/>
              </a:spcBef>
              <a:spcAft>
                <a:spcPct val="35000"/>
              </a:spcAft>
              <a:buNone/>
            </a:pPr>
            <a:r>
              <a:rPr lang="en-GB" kern="1200" dirty="0">
                <a:solidFill>
                  <a:schemeClr val="tx2"/>
                </a:solidFill>
                <a:latin typeface="Avenir Book" panose="02000503020000020003" pitchFamily="2" charset="0"/>
              </a:rPr>
              <a:t>Mark</a:t>
            </a:r>
          </a:p>
          <a:p>
            <a:pPr marL="0" lvl="0" indent="0" algn="r" defTabSz="889000">
              <a:lnSpc>
                <a:spcPct val="90000"/>
              </a:lnSpc>
              <a:spcBef>
                <a:spcPct val="0"/>
              </a:spcBef>
              <a:spcAft>
                <a:spcPct val="35000"/>
              </a:spcAft>
              <a:buNone/>
            </a:pPr>
            <a:r>
              <a:rPr lang="en-GB" kern="1200" dirty="0">
                <a:solidFill>
                  <a:schemeClr val="tx2"/>
                </a:solidFill>
                <a:latin typeface="Avenir Book" panose="02000503020000020003" pitchFamily="2" charset="0"/>
              </a:rPr>
              <a:t>Deepa</a:t>
            </a:r>
          </a:p>
        </p:txBody>
      </p:sp>
      <p:sp>
        <p:nvSpPr>
          <p:cNvPr id="7" name="TextBox 6">
            <a:extLst>
              <a:ext uri="{FF2B5EF4-FFF2-40B4-BE49-F238E27FC236}">
                <a16:creationId xmlns:a16="http://schemas.microsoft.com/office/drawing/2014/main" id="{12D4E5B0-1ADE-19A1-E30C-76DE7D9F3C94}"/>
              </a:ext>
            </a:extLst>
          </p:cNvPr>
          <p:cNvSpPr txBox="1"/>
          <p:nvPr/>
        </p:nvSpPr>
        <p:spPr>
          <a:xfrm>
            <a:off x="4292594" y="5745231"/>
            <a:ext cx="1611136" cy="402294"/>
          </a:xfrm>
          <a:prstGeom prst="rect">
            <a:avLst/>
          </a:prstGeom>
          <a:noFill/>
          <a:ln>
            <a:noFill/>
          </a:ln>
        </p:spPr>
        <p:txBody>
          <a:bodyPr wrap="square" tIns="72000" bIns="72000" rtlCol="0" anchor="ctr">
            <a:noAutofit/>
          </a:bodyPr>
          <a:lstStyle/>
          <a:p>
            <a:pPr algn="ctr"/>
            <a:r>
              <a:rPr lang="en-US" sz="1600" spc="150" baseline="0" dirty="0">
                <a:solidFill>
                  <a:schemeClr val="accent1"/>
                </a:solidFill>
                <a:latin typeface="Avenir Book" panose="02000503020000020003" pitchFamily="2" charset="0"/>
              </a:rPr>
              <a:t>Low Interest</a:t>
            </a:r>
          </a:p>
        </p:txBody>
      </p:sp>
      <p:sp>
        <p:nvSpPr>
          <p:cNvPr id="8" name="TextBox 7">
            <a:extLst>
              <a:ext uri="{FF2B5EF4-FFF2-40B4-BE49-F238E27FC236}">
                <a16:creationId xmlns:a16="http://schemas.microsoft.com/office/drawing/2014/main" id="{37B23CEA-B854-404D-E72B-95085DFCE4E2}"/>
              </a:ext>
            </a:extLst>
          </p:cNvPr>
          <p:cNvSpPr txBox="1"/>
          <p:nvPr/>
        </p:nvSpPr>
        <p:spPr>
          <a:xfrm>
            <a:off x="6258351" y="5747952"/>
            <a:ext cx="1611136" cy="402294"/>
          </a:xfrm>
          <a:prstGeom prst="rect">
            <a:avLst/>
          </a:prstGeom>
          <a:noFill/>
          <a:ln>
            <a:noFill/>
          </a:ln>
        </p:spPr>
        <p:txBody>
          <a:bodyPr wrap="square" tIns="72000" bIns="72000" rtlCol="0" anchor="ctr">
            <a:noAutofit/>
          </a:bodyPr>
          <a:lstStyle/>
          <a:p>
            <a:pPr algn="ctr"/>
            <a:r>
              <a:rPr lang="en-US" sz="1600" spc="150" baseline="0" dirty="0">
                <a:solidFill>
                  <a:schemeClr val="accent1"/>
                </a:solidFill>
                <a:latin typeface="Avenir Book" panose="02000503020000020003" pitchFamily="2" charset="0"/>
              </a:rPr>
              <a:t>High Interest</a:t>
            </a:r>
          </a:p>
        </p:txBody>
      </p:sp>
      <p:sp>
        <p:nvSpPr>
          <p:cNvPr id="9" name="TextBox 8">
            <a:extLst>
              <a:ext uri="{FF2B5EF4-FFF2-40B4-BE49-F238E27FC236}">
                <a16:creationId xmlns:a16="http://schemas.microsoft.com/office/drawing/2014/main" id="{2404AE4E-7511-B0F2-41B0-6CF95BEEE379}"/>
              </a:ext>
            </a:extLst>
          </p:cNvPr>
          <p:cNvSpPr txBox="1"/>
          <p:nvPr/>
        </p:nvSpPr>
        <p:spPr>
          <a:xfrm rot="16200000">
            <a:off x="3046500" y="4525279"/>
            <a:ext cx="1484555" cy="406397"/>
          </a:xfrm>
          <a:prstGeom prst="rect">
            <a:avLst/>
          </a:prstGeom>
          <a:noFill/>
          <a:ln>
            <a:noFill/>
          </a:ln>
        </p:spPr>
        <p:txBody>
          <a:bodyPr wrap="square" tIns="72000" bIns="72000" rtlCol="0" anchor="b">
            <a:noAutofit/>
          </a:bodyPr>
          <a:lstStyle/>
          <a:p>
            <a:pPr algn="ctr"/>
            <a:r>
              <a:rPr lang="en-US" sz="1600" spc="150" baseline="0" dirty="0">
                <a:solidFill>
                  <a:schemeClr val="accent1"/>
                </a:solidFill>
                <a:latin typeface="Avenir Book" panose="02000503020000020003" pitchFamily="2" charset="0"/>
              </a:rPr>
              <a:t>Low Influence</a:t>
            </a:r>
          </a:p>
        </p:txBody>
      </p:sp>
      <p:sp>
        <p:nvSpPr>
          <p:cNvPr id="10" name="TextBox 9">
            <a:extLst>
              <a:ext uri="{FF2B5EF4-FFF2-40B4-BE49-F238E27FC236}">
                <a16:creationId xmlns:a16="http://schemas.microsoft.com/office/drawing/2014/main" id="{882415D7-094D-9F51-C979-71B8958AB7A2}"/>
              </a:ext>
            </a:extLst>
          </p:cNvPr>
          <p:cNvSpPr txBox="1"/>
          <p:nvPr/>
        </p:nvSpPr>
        <p:spPr>
          <a:xfrm rot="16200000">
            <a:off x="2979030" y="2733790"/>
            <a:ext cx="1611137" cy="406396"/>
          </a:xfrm>
          <a:prstGeom prst="rect">
            <a:avLst/>
          </a:prstGeom>
          <a:noFill/>
          <a:ln>
            <a:noFill/>
          </a:ln>
        </p:spPr>
        <p:txBody>
          <a:bodyPr wrap="square" tIns="72000" bIns="72000" rtlCol="0" anchor="b">
            <a:noAutofit/>
          </a:bodyPr>
          <a:lstStyle/>
          <a:p>
            <a:pPr algn="ctr"/>
            <a:r>
              <a:rPr lang="en-US" sz="1600" spc="150" baseline="0" dirty="0">
                <a:solidFill>
                  <a:schemeClr val="accent1"/>
                </a:solidFill>
                <a:latin typeface="Avenir Book" panose="02000503020000020003" pitchFamily="2" charset="0"/>
              </a:rPr>
              <a:t>High Influence</a:t>
            </a:r>
          </a:p>
        </p:txBody>
      </p:sp>
      <p:cxnSp>
        <p:nvCxnSpPr>
          <p:cNvPr id="11" name="Straight Arrow Connector 10">
            <a:extLst>
              <a:ext uri="{FF2B5EF4-FFF2-40B4-BE49-F238E27FC236}">
                <a16:creationId xmlns:a16="http://schemas.microsoft.com/office/drawing/2014/main" id="{88947765-48A3-9A6E-EFED-CDC665DC2EB9}"/>
              </a:ext>
            </a:extLst>
          </p:cNvPr>
          <p:cNvCxnSpPr>
            <a:cxnSpLocks/>
          </p:cNvCxnSpPr>
          <p:nvPr/>
        </p:nvCxnSpPr>
        <p:spPr>
          <a:xfrm>
            <a:off x="4066086" y="5725743"/>
            <a:ext cx="4367262" cy="0"/>
          </a:xfrm>
          <a:prstGeom prst="straightConnector1">
            <a:avLst/>
          </a:prstGeom>
          <a:ln w="76200">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3B767535-D9DF-FB1D-E074-4C308AA11C51}"/>
              </a:ext>
            </a:extLst>
          </p:cNvPr>
          <p:cNvCxnSpPr>
            <a:cxnSpLocks/>
          </p:cNvCxnSpPr>
          <p:nvPr/>
        </p:nvCxnSpPr>
        <p:spPr>
          <a:xfrm flipV="1">
            <a:off x="4089395" y="1798415"/>
            <a:ext cx="0" cy="3927328"/>
          </a:xfrm>
          <a:prstGeom prst="straightConnector1">
            <a:avLst/>
          </a:prstGeom>
          <a:ln w="76200">
            <a:solidFill>
              <a:schemeClr val="accent1"/>
            </a:solidFill>
            <a:tailEnd type="stealth" w="lg" len="lg"/>
          </a:ln>
        </p:spPr>
        <p:style>
          <a:lnRef idx="1">
            <a:schemeClr val="accent1"/>
          </a:lnRef>
          <a:fillRef idx="0">
            <a:schemeClr val="accent1"/>
          </a:fillRef>
          <a:effectRef idx="0">
            <a:schemeClr val="accent1"/>
          </a:effectRef>
          <a:fontRef idx="minor">
            <a:schemeClr val="tx1"/>
          </a:fontRef>
        </p:style>
      </p:cxnSp>
      <p:sp>
        <p:nvSpPr>
          <p:cNvPr id="13" name="Slide Number Placeholder 5">
            <a:extLst>
              <a:ext uri="{FF2B5EF4-FFF2-40B4-BE49-F238E27FC236}">
                <a16:creationId xmlns:a16="http://schemas.microsoft.com/office/drawing/2014/main" id="{3F3C3DF6-FD3A-F62B-FC06-556437ACABF1}"/>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21</a:t>
            </a:fld>
            <a:endParaRPr lang="en-US" altLang="en-US"/>
          </a:p>
        </p:txBody>
      </p:sp>
    </p:spTree>
    <p:extLst>
      <p:ext uri="{BB962C8B-B14F-4D97-AF65-F5344CB8AC3E}">
        <p14:creationId xmlns:p14="http://schemas.microsoft.com/office/powerpoint/2010/main" val="37177816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C003A9-342F-2D1A-37E5-25EF94CFC68F}"/>
              </a:ext>
            </a:extLst>
          </p:cNvPr>
          <p:cNvSpPr>
            <a:spLocks noGrp="1"/>
          </p:cNvSpPr>
          <p:nvPr>
            <p:ph idx="1"/>
          </p:nvPr>
        </p:nvSpPr>
        <p:spPr/>
        <p:txBody>
          <a:bodyPr/>
          <a:lstStyle/>
          <a:p>
            <a:pPr>
              <a:buFontTx/>
              <a:buChar char="-"/>
            </a:pPr>
            <a:endParaRPr lang="en-US" dirty="0"/>
          </a:p>
          <a:p>
            <a:pPr>
              <a:buFontTx/>
              <a:buChar char="-"/>
            </a:pPr>
            <a:r>
              <a:rPr lang="en-US" dirty="0"/>
              <a:t>Rooms 1 &amp; 2 – Richard</a:t>
            </a:r>
          </a:p>
          <a:p>
            <a:pPr>
              <a:buFontTx/>
              <a:buChar char="-"/>
            </a:pPr>
            <a:endParaRPr lang="en-US" dirty="0"/>
          </a:p>
          <a:p>
            <a:pPr marL="0" indent="0"/>
            <a:endParaRPr lang="en-US" dirty="0"/>
          </a:p>
        </p:txBody>
      </p:sp>
      <p:sp>
        <p:nvSpPr>
          <p:cNvPr id="4" name="Content Placeholder 3">
            <a:extLst>
              <a:ext uri="{FF2B5EF4-FFF2-40B4-BE49-F238E27FC236}">
                <a16:creationId xmlns:a16="http://schemas.microsoft.com/office/drawing/2014/main" id="{ED2B8C14-3E1A-0851-E784-C14499067123}"/>
              </a:ext>
            </a:extLst>
          </p:cNvPr>
          <p:cNvSpPr>
            <a:spLocks noGrp="1"/>
          </p:cNvSpPr>
          <p:nvPr>
            <p:ph sz="quarter" idx="10"/>
          </p:nvPr>
        </p:nvSpPr>
        <p:spPr/>
        <p:txBody>
          <a:bodyPr/>
          <a:lstStyle/>
          <a:p>
            <a:r>
              <a:rPr lang="en-US" dirty="0"/>
              <a:t>Create A Persona Map</a:t>
            </a:r>
          </a:p>
        </p:txBody>
      </p:sp>
      <p:sp>
        <p:nvSpPr>
          <p:cNvPr id="2" name="Slide Number Placeholder 5">
            <a:extLst>
              <a:ext uri="{FF2B5EF4-FFF2-40B4-BE49-F238E27FC236}">
                <a16:creationId xmlns:a16="http://schemas.microsoft.com/office/drawing/2014/main" id="{5918277D-A348-B86D-09FE-8B74B52BE3E8}"/>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22</a:t>
            </a:fld>
            <a:endParaRPr lang="en-US" altLang="en-US"/>
          </a:p>
        </p:txBody>
      </p:sp>
    </p:spTree>
    <p:extLst>
      <p:ext uri="{BB962C8B-B14F-4D97-AF65-F5344CB8AC3E}">
        <p14:creationId xmlns:p14="http://schemas.microsoft.com/office/powerpoint/2010/main" val="20597678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A0D44-94D9-F539-B190-B1B898088FD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FAABA74-8297-DA65-BE33-30D9820BB871}"/>
              </a:ext>
            </a:extLst>
          </p:cNvPr>
          <p:cNvSpPr/>
          <p:nvPr/>
        </p:nvSpPr>
        <p:spPr>
          <a:xfrm>
            <a:off x="3173872" y="2179282"/>
            <a:ext cx="3870372" cy="447814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pc="100" baseline="0" dirty="0" err="1">
              <a:solidFill>
                <a:schemeClr val="tx1"/>
              </a:solidFill>
              <a:latin typeface="Avenir Book" panose="02000503020000020003" pitchFamily="2" charset="0"/>
            </a:endParaRPr>
          </a:p>
        </p:txBody>
      </p:sp>
      <p:sp>
        <p:nvSpPr>
          <p:cNvPr id="12" name="Rectangle 11">
            <a:extLst>
              <a:ext uri="{FF2B5EF4-FFF2-40B4-BE49-F238E27FC236}">
                <a16:creationId xmlns:a16="http://schemas.microsoft.com/office/drawing/2014/main" id="{6ACD21DF-E492-EE09-5951-21D17A4E18F5}"/>
              </a:ext>
            </a:extLst>
          </p:cNvPr>
          <p:cNvSpPr/>
          <p:nvPr/>
        </p:nvSpPr>
        <p:spPr>
          <a:xfrm>
            <a:off x="7438750" y="3858229"/>
            <a:ext cx="3870372" cy="279920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pc="100" baseline="0" dirty="0" err="1">
              <a:solidFill>
                <a:schemeClr val="tx1"/>
              </a:solidFill>
              <a:latin typeface="Avenir Book" panose="02000503020000020003" pitchFamily="2" charset="0"/>
            </a:endParaRPr>
          </a:p>
        </p:txBody>
      </p:sp>
      <p:sp>
        <p:nvSpPr>
          <p:cNvPr id="4" name="TextBox 3">
            <a:extLst>
              <a:ext uri="{FF2B5EF4-FFF2-40B4-BE49-F238E27FC236}">
                <a16:creationId xmlns:a16="http://schemas.microsoft.com/office/drawing/2014/main" id="{404DB1D3-B6EF-61D6-6ED8-01086DA2AB5B}"/>
              </a:ext>
            </a:extLst>
          </p:cNvPr>
          <p:cNvSpPr txBox="1"/>
          <p:nvPr/>
        </p:nvSpPr>
        <p:spPr>
          <a:xfrm>
            <a:off x="3173872" y="3478389"/>
            <a:ext cx="3870372" cy="800219"/>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Goals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New leads based on UK rail</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Lead conversion based on UK rail</a:t>
            </a:r>
          </a:p>
        </p:txBody>
      </p:sp>
      <p:sp>
        <p:nvSpPr>
          <p:cNvPr id="5" name="TextBox 4">
            <a:extLst>
              <a:ext uri="{FF2B5EF4-FFF2-40B4-BE49-F238E27FC236}">
                <a16:creationId xmlns:a16="http://schemas.microsoft.com/office/drawing/2014/main" id="{6DCC045B-EBE2-1065-EF9D-A91C49D2FD75}"/>
              </a:ext>
            </a:extLst>
          </p:cNvPr>
          <p:cNvSpPr txBox="1"/>
          <p:nvPr/>
        </p:nvSpPr>
        <p:spPr>
          <a:xfrm>
            <a:off x="782755" y="2179282"/>
            <a:ext cx="1953582" cy="1769715"/>
          </a:xfrm>
          <a:prstGeom prst="rect">
            <a:avLst/>
          </a:prstGeom>
          <a:noFill/>
          <a:ln w="3175">
            <a:noFill/>
          </a:ln>
        </p:spPr>
        <p:txBody>
          <a:bodyPr wrap="square">
            <a:spAutoFit/>
          </a:bodyPr>
          <a:lstStyle/>
          <a:p>
            <a:pPr>
              <a:spcBef>
                <a:spcPts val="300"/>
              </a:spcBef>
              <a:spcAft>
                <a:spcPts val="300"/>
              </a:spcAft>
            </a:pPr>
            <a:r>
              <a:rPr lang="en-US" sz="1200" b="1" dirty="0">
                <a:latin typeface="Avenir Book" panose="02000503020000020003" pitchFamily="2" charset="0"/>
                <a:cs typeface="Times New Roman" panose="02020603050405020304" pitchFamily="18" charset="0"/>
              </a:rPr>
              <a:t>Meet &lt;&gt;</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Age</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Gender</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Background</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Location </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Other relevant information</a:t>
            </a:r>
          </a:p>
        </p:txBody>
      </p:sp>
      <p:sp>
        <p:nvSpPr>
          <p:cNvPr id="6" name="TextBox 5">
            <a:extLst>
              <a:ext uri="{FF2B5EF4-FFF2-40B4-BE49-F238E27FC236}">
                <a16:creationId xmlns:a16="http://schemas.microsoft.com/office/drawing/2014/main" id="{2D2B11B5-59EE-8EDF-E416-700040B51CA0}"/>
              </a:ext>
            </a:extLst>
          </p:cNvPr>
          <p:cNvSpPr txBox="1"/>
          <p:nvPr/>
        </p:nvSpPr>
        <p:spPr>
          <a:xfrm>
            <a:off x="3173872" y="2179283"/>
            <a:ext cx="3870372" cy="800219"/>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Motivations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New revenue in the UK</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Career growth</a:t>
            </a:r>
          </a:p>
        </p:txBody>
      </p:sp>
      <p:sp>
        <p:nvSpPr>
          <p:cNvPr id="7" name="TextBox 6">
            <a:extLst>
              <a:ext uri="{FF2B5EF4-FFF2-40B4-BE49-F238E27FC236}">
                <a16:creationId xmlns:a16="http://schemas.microsoft.com/office/drawing/2014/main" id="{5C3CCDDD-2178-78D6-089B-F25C3072DDDC}"/>
              </a:ext>
            </a:extLst>
          </p:cNvPr>
          <p:cNvSpPr txBox="1"/>
          <p:nvPr/>
        </p:nvSpPr>
        <p:spPr>
          <a:xfrm>
            <a:off x="3173872" y="4767009"/>
            <a:ext cx="3870372" cy="800219"/>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Everyday activities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Talking to prospects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Managing team </a:t>
            </a:r>
            <a:endParaRPr lang="en-IN" sz="1200" dirty="0">
              <a:latin typeface="Avenir Book" panose="02000503020000020003" pitchFamily="2" charset="0"/>
              <a:cs typeface="Times New Roman" panose="02020603050405020304" pitchFamily="18" charset="0"/>
            </a:endParaRPr>
          </a:p>
        </p:txBody>
      </p:sp>
      <p:sp>
        <p:nvSpPr>
          <p:cNvPr id="8" name="Rectangle 7">
            <a:extLst>
              <a:ext uri="{FF2B5EF4-FFF2-40B4-BE49-F238E27FC236}">
                <a16:creationId xmlns:a16="http://schemas.microsoft.com/office/drawing/2014/main" id="{16E9C104-7A96-4F5B-FF1F-8C3391BFAFD8}"/>
              </a:ext>
            </a:extLst>
          </p:cNvPr>
          <p:cNvSpPr/>
          <p:nvPr/>
        </p:nvSpPr>
        <p:spPr>
          <a:xfrm>
            <a:off x="7438749" y="2667000"/>
            <a:ext cx="3836683" cy="1246495"/>
          </a:xfrm>
          <a:prstGeom prst="rect">
            <a:avLst/>
          </a:prstGeom>
          <a:noFill/>
          <a:ln>
            <a:solidFill>
              <a:schemeClr val="bg2"/>
            </a:solidFill>
          </a:ln>
        </p:spPr>
        <p:txBody>
          <a:bodyPr wrap="square">
            <a:spAutoFit/>
          </a:bodyPr>
          <a:lstStyle/>
          <a:p>
            <a:pPr lvl="0">
              <a:spcBef>
                <a:spcPts val="300"/>
              </a:spcBef>
              <a:spcAft>
                <a:spcPts val="300"/>
              </a:spcAft>
            </a:pPr>
            <a:r>
              <a:rPr lang="en-US" sz="1200" b="1" u="sng" dirty="0">
                <a:latin typeface="Avenir Book" panose="02000503020000020003" pitchFamily="2" charset="0"/>
                <a:cs typeface="Times New Roman" panose="02020603050405020304" pitchFamily="18" charset="0"/>
              </a:rPr>
              <a:t>Frustrations</a:t>
            </a:r>
          </a:p>
          <a:p>
            <a:pPr marL="187325" indent="-187325">
              <a:spcBef>
                <a:spcPts val="300"/>
              </a:spcBef>
              <a:spcAft>
                <a:spcPts val="300"/>
              </a:spcAft>
              <a:buFontTx/>
              <a:buChar char="-"/>
            </a:pPr>
            <a:r>
              <a:rPr lang="en-IN" sz="1200" dirty="0">
                <a:latin typeface="Avenir Book" panose="02000503020000020003" pitchFamily="2" charset="0"/>
                <a:cs typeface="Times New Roman" panose="02020603050405020304" pitchFamily="18" charset="0"/>
              </a:rPr>
              <a:t>UK rail is taking so long, more than 3 years now</a:t>
            </a:r>
          </a:p>
          <a:p>
            <a:pPr marL="187325" indent="-187325">
              <a:spcBef>
                <a:spcPts val="300"/>
              </a:spcBef>
              <a:spcAft>
                <a:spcPts val="300"/>
              </a:spcAft>
              <a:buFontTx/>
              <a:buChar char="-"/>
            </a:pPr>
            <a:r>
              <a:rPr lang="en-IN" sz="1200" dirty="0">
                <a:latin typeface="Avenir Book" panose="02000503020000020003" pitchFamily="2" charset="0"/>
                <a:cs typeface="Times New Roman" panose="02020603050405020304" pitchFamily="18" charset="0"/>
              </a:rPr>
              <a:t>Not able to convert customers because of non availability of UK Rail</a:t>
            </a:r>
          </a:p>
          <a:p>
            <a:pPr marL="187325" indent="-187325">
              <a:spcBef>
                <a:spcPts val="300"/>
              </a:spcBef>
              <a:spcAft>
                <a:spcPts val="300"/>
              </a:spcAft>
              <a:buFontTx/>
              <a:buChar char="-"/>
            </a:pPr>
            <a:r>
              <a:rPr lang="en-IN" sz="1200" dirty="0">
                <a:latin typeface="Avenir Book" panose="02000503020000020003" pitchFamily="2" charset="0"/>
                <a:cs typeface="Times New Roman" panose="02020603050405020304" pitchFamily="18" charset="0"/>
              </a:rPr>
              <a:t>Loss of face in the organisation</a:t>
            </a:r>
          </a:p>
        </p:txBody>
      </p:sp>
      <p:sp>
        <p:nvSpPr>
          <p:cNvPr id="9" name="Rectangle 8">
            <a:extLst>
              <a:ext uri="{FF2B5EF4-FFF2-40B4-BE49-F238E27FC236}">
                <a16:creationId xmlns:a16="http://schemas.microsoft.com/office/drawing/2014/main" id="{7C19407A-E6B4-71A2-0006-E759678F2298}"/>
              </a:ext>
            </a:extLst>
          </p:cNvPr>
          <p:cNvSpPr/>
          <p:nvPr/>
        </p:nvSpPr>
        <p:spPr>
          <a:xfrm>
            <a:off x="7438748" y="4767009"/>
            <a:ext cx="3836683" cy="1323439"/>
          </a:xfrm>
          <a:prstGeom prst="rect">
            <a:avLst/>
          </a:prstGeom>
          <a:noFill/>
          <a:ln>
            <a:solidFill>
              <a:schemeClr val="bg2"/>
            </a:solidFill>
          </a:ln>
        </p:spPr>
        <p:txBody>
          <a:bodyPr wrap="square">
            <a:spAutoFit/>
          </a:bodyPr>
          <a:lstStyle/>
          <a:p>
            <a:pPr lvl="0">
              <a:spcBef>
                <a:spcPts val="300"/>
              </a:spcBef>
              <a:spcAft>
                <a:spcPts val="300"/>
              </a:spcAft>
            </a:pPr>
            <a:r>
              <a:rPr lang="en-US" sz="1200" b="1" u="sng" dirty="0">
                <a:latin typeface="Avenir Book" panose="02000503020000020003" pitchFamily="2" charset="0"/>
                <a:cs typeface="Times New Roman" panose="02020603050405020304" pitchFamily="18" charset="0"/>
              </a:rPr>
              <a:t>Fears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Further delays to UK rail if SNCB is </a:t>
            </a:r>
            <a:r>
              <a:rPr lang="en-US" sz="1200" dirty="0" err="1">
                <a:latin typeface="Avenir Book" panose="02000503020000020003" pitchFamily="2" charset="0"/>
                <a:cs typeface="Times New Roman" panose="02020603050405020304" pitchFamily="18" charset="0"/>
              </a:rPr>
              <a:t>prioritised</a:t>
            </a:r>
            <a:endParaRPr lang="en-US" sz="1200" dirty="0">
              <a:latin typeface="Avenir Book" panose="02000503020000020003" pitchFamily="2" charset="0"/>
              <a:cs typeface="Times New Roman" panose="02020603050405020304" pitchFamily="18" charset="0"/>
            </a:endParaRP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He might get demoted</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He might lose his job</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Is he losing his skills/ capability</a:t>
            </a:r>
            <a:endParaRPr lang="en-IN" sz="1200" dirty="0">
              <a:latin typeface="Avenir Book" panose="02000503020000020003" pitchFamily="2"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E77FBBE3-9B97-75F1-F0E8-7CDF1DE2F9B6}"/>
              </a:ext>
            </a:extLst>
          </p:cNvPr>
          <p:cNvSpPr>
            <a:spLocks noGrp="1"/>
          </p:cNvSpPr>
          <p:nvPr>
            <p:ph sz="quarter" idx="10"/>
          </p:nvPr>
        </p:nvSpPr>
        <p:spPr/>
        <p:txBody>
          <a:bodyPr/>
          <a:lstStyle/>
          <a:p>
            <a:r>
              <a:rPr lang="en-US" dirty="0"/>
              <a:t>Richard – New Biz Director</a:t>
            </a:r>
          </a:p>
        </p:txBody>
      </p:sp>
      <p:sp>
        <p:nvSpPr>
          <p:cNvPr id="3" name="Slide Number Placeholder 5">
            <a:extLst>
              <a:ext uri="{FF2B5EF4-FFF2-40B4-BE49-F238E27FC236}">
                <a16:creationId xmlns:a16="http://schemas.microsoft.com/office/drawing/2014/main" id="{99119531-4F0B-9876-9E6F-5540BC3018D9}"/>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23</a:t>
            </a:fld>
            <a:endParaRPr lang="en-US" altLang="en-US"/>
          </a:p>
        </p:txBody>
      </p:sp>
      <p:sp>
        <p:nvSpPr>
          <p:cNvPr id="13" name="TextBox 12">
            <a:extLst>
              <a:ext uri="{FF2B5EF4-FFF2-40B4-BE49-F238E27FC236}">
                <a16:creationId xmlns:a16="http://schemas.microsoft.com/office/drawing/2014/main" id="{921CB19C-5DDB-3084-4A5A-A2B45BC09572}"/>
              </a:ext>
            </a:extLst>
          </p:cNvPr>
          <p:cNvSpPr txBox="1"/>
          <p:nvPr/>
        </p:nvSpPr>
        <p:spPr>
          <a:xfrm>
            <a:off x="5943600" y="66874"/>
            <a:ext cx="6096000" cy="1658018"/>
          </a:xfrm>
          <a:prstGeom prst="rect">
            <a:avLst/>
          </a:prstGeom>
          <a:solidFill>
            <a:schemeClr val="bg1"/>
          </a:solidFill>
        </p:spPr>
        <p:txBody>
          <a:bodyPr wrap="square">
            <a:spAutoFit/>
          </a:bodyPr>
          <a:lstStyle/>
          <a:p>
            <a:pPr marL="0" marR="0" indent="0" algn="l" defTabSz="914400" rtl="0" eaLnBrk="1" fontAlgn="auto" latinLnBrk="0" hangingPunct="1">
              <a:lnSpc>
                <a:spcPct val="115000"/>
              </a:lnSpc>
              <a:spcBef>
                <a:spcPts val="600"/>
              </a:spcBef>
              <a:spcAft>
                <a:spcPts val="600"/>
              </a:spcAft>
              <a:buClrTx/>
              <a:buSzTx/>
              <a:buFontTx/>
              <a:buNone/>
              <a:tabLst/>
              <a:defRPr/>
            </a:pPr>
            <a:r>
              <a:rPr lang="en-US" sz="1800" b="0" kern="100" dirty="0">
                <a:effectLst/>
                <a:latin typeface="Arial" panose="020B0604020202020204" pitchFamily="34" charset="0"/>
                <a:ea typeface="Calibri" panose="020F0502020204030204" pitchFamily="34" charset="0"/>
                <a:cs typeface="Arial" panose="020B0604020202020204" pitchFamily="34" charset="0"/>
              </a:rPr>
              <a:t>Richard has been with GT since 2014. He has had limited success in generating new business in the UK. He has very vocally attributed the lack of new business in the UK to the lack of UK Rail. He is frustrated with the product team for not getting UK Rail till 2018. </a:t>
            </a:r>
          </a:p>
        </p:txBody>
      </p:sp>
    </p:spTree>
    <p:extLst>
      <p:ext uri="{BB962C8B-B14F-4D97-AF65-F5344CB8AC3E}">
        <p14:creationId xmlns:p14="http://schemas.microsoft.com/office/powerpoint/2010/main" val="20819507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251B9-7D9A-164E-4328-021D25B576F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169F9FF-3C07-D09E-A3BD-BC17F689B173}"/>
              </a:ext>
            </a:extLst>
          </p:cNvPr>
          <p:cNvSpPr/>
          <p:nvPr/>
        </p:nvSpPr>
        <p:spPr>
          <a:xfrm>
            <a:off x="3173872" y="2179282"/>
            <a:ext cx="3870372" cy="447814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pc="100" baseline="0" dirty="0" err="1">
              <a:solidFill>
                <a:schemeClr val="tx1"/>
              </a:solidFill>
              <a:latin typeface="Avenir Book" panose="02000503020000020003" pitchFamily="2" charset="0"/>
            </a:endParaRPr>
          </a:p>
        </p:txBody>
      </p:sp>
      <p:sp>
        <p:nvSpPr>
          <p:cNvPr id="12" name="Rectangle 11">
            <a:extLst>
              <a:ext uri="{FF2B5EF4-FFF2-40B4-BE49-F238E27FC236}">
                <a16:creationId xmlns:a16="http://schemas.microsoft.com/office/drawing/2014/main" id="{FC80C91F-1659-B21B-6B18-D2719E94521B}"/>
              </a:ext>
            </a:extLst>
          </p:cNvPr>
          <p:cNvSpPr/>
          <p:nvPr/>
        </p:nvSpPr>
        <p:spPr>
          <a:xfrm>
            <a:off x="7438750" y="3858229"/>
            <a:ext cx="3870372" cy="279920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pc="100" baseline="0" dirty="0" err="1">
              <a:solidFill>
                <a:schemeClr val="tx1"/>
              </a:solidFill>
              <a:latin typeface="Avenir Book" panose="02000503020000020003" pitchFamily="2" charset="0"/>
            </a:endParaRPr>
          </a:p>
        </p:txBody>
      </p:sp>
      <p:sp>
        <p:nvSpPr>
          <p:cNvPr id="4" name="TextBox 3">
            <a:extLst>
              <a:ext uri="{FF2B5EF4-FFF2-40B4-BE49-F238E27FC236}">
                <a16:creationId xmlns:a16="http://schemas.microsoft.com/office/drawing/2014/main" id="{F8FA03A7-CF9E-0654-C0EE-2476695E5867}"/>
              </a:ext>
            </a:extLst>
          </p:cNvPr>
          <p:cNvSpPr txBox="1"/>
          <p:nvPr/>
        </p:nvSpPr>
        <p:spPr>
          <a:xfrm>
            <a:off x="3173872" y="3478389"/>
            <a:ext cx="3870372" cy="1061829"/>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Goals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Increase usage within the accounts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Ensure customer satisfaction (positive reviews)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Low turn around time (TAT)</a:t>
            </a:r>
          </a:p>
        </p:txBody>
      </p:sp>
      <p:sp>
        <p:nvSpPr>
          <p:cNvPr id="5" name="TextBox 4">
            <a:extLst>
              <a:ext uri="{FF2B5EF4-FFF2-40B4-BE49-F238E27FC236}">
                <a16:creationId xmlns:a16="http://schemas.microsoft.com/office/drawing/2014/main" id="{830D14C2-1BF6-BA6B-6296-98A22DFC9EE1}"/>
              </a:ext>
            </a:extLst>
          </p:cNvPr>
          <p:cNvSpPr txBox="1"/>
          <p:nvPr/>
        </p:nvSpPr>
        <p:spPr>
          <a:xfrm>
            <a:off x="782755" y="2179282"/>
            <a:ext cx="1953582" cy="1769715"/>
          </a:xfrm>
          <a:prstGeom prst="rect">
            <a:avLst/>
          </a:prstGeom>
          <a:noFill/>
          <a:ln w="3175">
            <a:noFill/>
          </a:ln>
        </p:spPr>
        <p:txBody>
          <a:bodyPr wrap="square">
            <a:spAutoFit/>
          </a:bodyPr>
          <a:lstStyle/>
          <a:p>
            <a:pPr>
              <a:spcBef>
                <a:spcPts val="300"/>
              </a:spcBef>
              <a:spcAft>
                <a:spcPts val="300"/>
              </a:spcAft>
            </a:pPr>
            <a:r>
              <a:rPr lang="en-US" sz="1200" b="1" dirty="0">
                <a:latin typeface="Avenir Book" panose="02000503020000020003" pitchFamily="2" charset="0"/>
                <a:cs typeface="Times New Roman" panose="02020603050405020304" pitchFamily="18" charset="0"/>
              </a:rPr>
              <a:t>Meet &lt;&gt;</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Age</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Gender</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Background</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Location </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Other relevant information</a:t>
            </a:r>
          </a:p>
        </p:txBody>
      </p:sp>
      <p:sp>
        <p:nvSpPr>
          <p:cNvPr id="6" name="TextBox 5">
            <a:extLst>
              <a:ext uri="{FF2B5EF4-FFF2-40B4-BE49-F238E27FC236}">
                <a16:creationId xmlns:a16="http://schemas.microsoft.com/office/drawing/2014/main" id="{C11D0400-59C3-8C40-3856-6763BB476B3D}"/>
              </a:ext>
            </a:extLst>
          </p:cNvPr>
          <p:cNvSpPr txBox="1"/>
          <p:nvPr/>
        </p:nvSpPr>
        <p:spPr>
          <a:xfrm>
            <a:off x="3173872" y="2179283"/>
            <a:ext cx="3870372" cy="800219"/>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Motivations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Customer retention &amp; growth (ABC &amp; EME)</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Career growth</a:t>
            </a:r>
          </a:p>
        </p:txBody>
      </p:sp>
      <p:sp>
        <p:nvSpPr>
          <p:cNvPr id="7" name="TextBox 6">
            <a:extLst>
              <a:ext uri="{FF2B5EF4-FFF2-40B4-BE49-F238E27FC236}">
                <a16:creationId xmlns:a16="http://schemas.microsoft.com/office/drawing/2014/main" id="{9E591F1A-0251-11C2-639F-106DC7B21CAC}"/>
              </a:ext>
            </a:extLst>
          </p:cNvPr>
          <p:cNvSpPr txBox="1"/>
          <p:nvPr/>
        </p:nvSpPr>
        <p:spPr>
          <a:xfrm>
            <a:off x="3173872" y="4767009"/>
            <a:ext cx="3870372" cy="1246495"/>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Everyday activities</a:t>
            </a:r>
          </a:p>
          <a:p>
            <a:pPr marL="187325" indent="-187325">
              <a:spcBef>
                <a:spcPts val="300"/>
              </a:spcBef>
              <a:spcAft>
                <a:spcPts val="300"/>
              </a:spcAft>
              <a:buFontTx/>
              <a:buChar char="-"/>
            </a:pPr>
            <a:r>
              <a:rPr lang="en-IN" sz="1200" dirty="0">
                <a:latin typeface="Avenir Book" panose="02000503020000020003" pitchFamily="2" charset="0"/>
                <a:cs typeface="Times New Roman" panose="02020603050405020304" pitchFamily="18" charset="0"/>
              </a:rPr>
              <a:t>Review open support issues</a:t>
            </a:r>
          </a:p>
          <a:p>
            <a:pPr marL="187325" indent="-187325">
              <a:spcBef>
                <a:spcPts val="300"/>
              </a:spcBef>
              <a:spcAft>
                <a:spcPts val="300"/>
              </a:spcAft>
              <a:buFontTx/>
              <a:buChar char="-"/>
            </a:pPr>
            <a:r>
              <a:rPr lang="en-IN" sz="1200" dirty="0">
                <a:latin typeface="Avenir Book" panose="02000503020000020003" pitchFamily="2" charset="0"/>
                <a:cs typeface="Times New Roman" panose="02020603050405020304" pitchFamily="18" charset="0"/>
              </a:rPr>
              <a:t>Communicating with </a:t>
            </a:r>
          </a:p>
          <a:p>
            <a:pPr marL="187325" indent="-187325">
              <a:spcBef>
                <a:spcPts val="300"/>
              </a:spcBef>
              <a:spcAft>
                <a:spcPts val="300"/>
              </a:spcAft>
              <a:buFontTx/>
              <a:buChar char="-"/>
            </a:pPr>
            <a:r>
              <a:rPr lang="en-IN" sz="1200" dirty="0">
                <a:latin typeface="Avenir Book" panose="02000503020000020003" pitchFamily="2" charset="0"/>
                <a:cs typeface="Times New Roman" panose="02020603050405020304" pitchFamily="18" charset="0"/>
              </a:rPr>
              <a:t>Status updates, issue status for external stakeholders</a:t>
            </a:r>
          </a:p>
        </p:txBody>
      </p:sp>
      <p:sp>
        <p:nvSpPr>
          <p:cNvPr id="8" name="Rectangle 7">
            <a:extLst>
              <a:ext uri="{FF2B5EF4-FFF2-40B4-BE49-F238E27FC236}">
                <a16:creationId xmlns:a16="http://schemas.microsoft.com/office/drawing/2014/main" id="{BB5A86A9-336B-E96C-1EB7-BFBC8D1EA997}"/>
              </a:ext>
            </a:extLst>
          </p:cNvPr>
          <p:cNvSpPr/>
          <p:nvPr/>
        </p:nvSpPr>
        <p:spPr>
          <a:xfrm>
            <a:off x="7438749" y="3478389"/>
            <a:ext cx="3836683" cy="538609"/>
          </a:xfrm>
          <a:prstGeom prst="rect">
            <a:avLst/>
          </a:prstGeom>
          <a:noFill/>
          <a:ln>
            <a:solidFill>
              <a:schemeClr val="bg2"/>
            </a:solidFill>
          </a:ln>
        </p:spPr>
        <p:txBody>
          <a:bodyPr wrap="square">
            <a:spAutoFit/>
          </a:bodyPr>
          <a:lstStyle/>
          <a:p>
            <a:pPr lvl="0">
              <a:spcBef>
                <a:spcPts val="300"/>
              </a:spcBef>
              <a:spcAft>
                <a:spcPts val="300"/>
              </a:spcAft>
            </a:pPr>
            <a:r>
              <a:rPr lang="en-US" sz="1200" b="1" u="sng" dirty="0">
                <a:latin typeface="Avenir Book" panose="02000503020000020003" pitchFamily="2" charset="0"/>
                <a:cs typeface="Times New Roman" panose="02020603050405020304" pitchFamily="18" charset="0"/>
              </a:rPr>
              <a:t>Frustrations</a:t>
            </a:r>
          </a:p>
          <a:p>
            <a:pPr marL="187325" indent="-187325">
              <a:spcBef>
                <a:spcPts val="300"/>
              </a:spcBef>
              <a:spcAft>
                <a:spcPts val="300"/>
              </a:spcAft>
              <a:buFontTx/>
              <a:buChar char="-"/>
            </a:pPr>
            <a:r>
              <a:rPr lang="en-IN" sz="1200" dirty="0">
                <a:latin typeface="Avenir Book" panose="02000503020000020003" pitchFamily="2" charset="0"/>
                <a:cs typeface="Times New Roman" panose="02020603050405020304" pitchFamily="18" charset="0"/>
              </a:rPr>
              <a:t>High TAT</a:t>
            </a:r>
          </a:p>
        </p:txBody>
      </p:sp>
      <p:sp>
        <p:nvSpPr>
          <p:cNvPr id="9" name="Rectangle 8">
            <a:extLst>
              <a:ext uri="{FF2B5EF4-FFF2-40B4-BE49-F238E27FC236}">
                <a16:creationId xmlns:a16="http://schemas.microsoft.com/office/drawing/2014/main" id="{DE91740F-D8BF-54CE-A348-75D376B944F8}"/>
              </a:ext>
            </a:extLst>
          </p:cNvPr>
          <p:cNvSpPr/>
          <p:nvPr/>
        </p:nvSpPr>
        <p:spPr>
          <a:xfrm>
            <a:off x="7438748" y="4767009"/>
            <a:ext cx="3836683" cy="1323439"/>
          </a:xfrm>
          <a:prstGeom prst="rect">
            <a:avLst/>
          </a:prstGeom>
          <a:noFill/>
          <a:ln>
            <a:solidFill>
              <a:schemeClr val="bg2"/>
            </a:solidFill>
          </a:ln>
        </p:spPr>
        <p:txBody>
          <a:bodyPr wrap="square">
            <a:spAutoFit/>
          </a:bodyPr>
          <a:lstStyle/>
          <a:p>
            <a:pPr lvl="0">
              <a:spcBef>
                <a:spcPts val="300"/>
              </a:spcBef>
              <a:spcAft>
                <a:spcPts val="300"/>
              </a:spcAft>
            </a:pPr>
            <a:r>
              <a:rPr lang="en-US" sz="1200" b="1" u="sng" dirty="0">
                <a:latin typeface="Avenir Book" panose="02000503020000020003" pitchFamily="2" charset="0"/>
                <a:cs typeface="Times New Roman" panose="02020603050405020304" pitchFamily="18" charset="0"/>
              </a:rPr>
              <a:t>Fears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Losing his customers – ABC/ EME</a:t>
            </a:r>
          </a:p>
          <a:p>
            <a:pPr marL="187325" indent="-187325">
              <a:spcBef>
                <a:spcPts val="300"/>
              </a:spcBef>
              <a:spcAft>
                <a:spcPts val="300"/>
              </a:spcAft>
              <a:buFontTx/>
              <a:buChar char="-"/>
            </a:pPr>
            <a:r>
              <a:rPr lang="en-IN" sz="1200" dirty="0">
                <a:latin typeface="Avenir Book" panose="02000503020000020003" pitchFamily="2" charset="0"/>
                <a:cs typeface="Times New Roman" panose="02020603050405020304" pitchFamily="18" charset="0"/>
              </a:rPr>
              <a:t>Negative feedback</a:t>
            </a:r>
          </a:p>
          <a:p>
            <a:pPr marL="187325" indent="-187325">
              <a:spcBef>
                <a:spcPts val="300"/>
              </a:spcBef>
              <a:spcAft>
                <a:spcPts val="300"/>
              </a:spcAft>
              <a:buFontTx/>
              <a:buChar char="-"/>
            </a:pPr>
            <a:r>
              <a:rPr lang="en-IN" sz="1200" dirty="0">
                <a:latin typeface="Avenir Book" panose="02000503020000020003" pitchFamily="2" charset="0"/>
                <a:cs typeface="Times New Roman" panose="02020603050405020304" pitchFamily="18" charset="0"/>
              </a:rPr>
              <a:t>Reduction in revenue</a:t>
            </a:r>
          </a:p>
          <a:p>
            <a:pPr marL="187325" indent="-187325">
              <a:spcBef>
                <a:spcPts val="300"/>
              </a:spcBef>
              <a:spcAft>
                <a:spcPts val="300"/>
              </a:spcAft>
              <a:buFontTx/>
              <a:buChar char="-"/>
            </a:pPr>
            <a:r>
              <a:rPr lang="en-IN" sz="1200" dirty="0">
                <a:latin typeface="Avenir Book" panose="02000503020000020003" pitchFamily="2" charset="0"/>
                <a:cs typeface="Times New Roman" panose="02020603050405020304" pitchFamily="18" charset="0"/>
              </a:rPr>
              <a:t>Job loss</a:t>
            </a:r>
          </a:p>
        </p:txBody>
      </p:sp>
      <p:sp>
        <p:nvSpPr>
          <p:cNvPr id="10" name="Content Placeholder 9">
            <a:extLst>
              <a:ext uri="{FF2B5EF4-FFF2-40B4-BE49-F238E27FC236}">
                <a16:creationId xmlns:a16="http://schemas.microsoft.com/office/drawing/2014/main" id="{F14DDD39-8D33-ECCA-2FC7-E4ADCDE57A2E}"/>
              </a:ext>
            </a:extLst>
          </p:cNvPr>
          <p:cNvSpPr>
            <a:spLocks noGrp="1"/>
          </p:cNvSpPr>
          <p:nvPr>
            <p:ph sz="quarter" idx="10"/>
          </p:nvPr>
        </p:nvSpPr>
        <p:spPr/>
        <p:txBody>
          <a:bodyPr/>
          <a:lstStyle/>
          <a:p>
            <a:r>
              <a:rPr lang="en-US" dirty="0" err="1"/>
              <a:t>Maruzio</a:t>
            </a:r>
            <a:r>
              <a:rPr lang="en-US" dirty="0"/>
              <a:t> – CSM Brussels</a:t>
            </a:r>
          </a:p>
        </p:txBody>
      </p:sp>
      <p:sp>
        <p:nvSpPr>
          <p:cNvPr id="3" name="Slide Number Placeholder 5">
            <a:extLst>
              <a:ext uri="{FF2B5EF4-FFF2-40B4-BE49-F238E27FC236}">
                <a16:creationId xmlns:a16="http://schemas.microsoft.com/office/drawing/2014/main" id="{F4AF73E2-2BDA-477C-967B-F0CCF2C131A3}"/>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24</a:t>
            </a:fld>
            <a:endParaRPr lang="en-US" altLang="en-US"/>
          </a:p>
        </p:txBody>
      </p:sp>
      <p:sp>
        <p:nvSpPr>
          <p:cNvPr id="14" name="TextBox 13">
            <a:extLst>
              <a:ext uri="{FF2B5EF4-FFF2-40B4-BE49-F238E27FC236}">
                <a16:creationId xmlns:a16="http://schemas.microsoft.com/office/drawing/2014/main" id="{E39CD86C-F9DC-E6A6-0E12-7E1E5D4F4A21}"/>
              </a:ext>
            </a:extLst>
          </p:cNvPr>
          <p:cNvSpPr txBox="1"/>
          <p:nvPr/>
        </p:nvSpPr>
        <p:spPr>
          <a:xfrm>
            <a:off x="6019800" y="152399"/>
            <a:ext cx="6096000" cy="1477328"/>
          </a:xfrm>
          <a:prstGeom prst="rect">
            <a:avLst/>
          </a:prstGeom>
          <a:solidFill>
            <a:schemeClr val="bg1"/>
          </a:solidFill>
        </p:spPr>
        <p:txBody>
          <a:bodyPr wrap="square">
            <a:spAutoFit/>
          </a:bodyPr>
          <a:lstStyle/>
          <a:p>
            <a:r>
              <a:rPr lang="en-IN" sz="1800" b="0" kern="100" dirty="0">
                <a:solidFill>
                  <a:schemeClr val="dk1"/>
                </a:solidFill>
                <a:effectLst/>
                <a:latin typeface="Arial" panose="020B0604020202020204" pitchFamily="34" charset="0"/>
                <a:ea typeface="+mn-ea"/>
                <a:cs typeface="Arial" panose="020B0604020202020204" pitchFamily="34" charset="0"/>
              </a:rPr>
              <a:t>Maurizio joined GT in 2014. He is responsible for the </a:t>
            </a:r>
            <a:r>
              <a:rPr lang="en-IN" sz="1800" b="0" kern="100" dirty="0" err="1">
                <a:solidFill>
                  <a:schemeClr val="dk1"/>
                </a:solidFill>
                <a:effectLst/>
                <a:latin typeface="Arial" panose="020B0604020202020204" pitchFamily="34" charset="0"/>
                <a:ea typeface="+mn-ea"/>
                <a:cs typeface="Arial" panose="020B0604020202020204" pitchFamily="34" charset="0"/>
              </a:rPr>
              <a:t>BeNeLux</a:t>
            </a:r>
            <a:r>
              <a:rPr lang="en-IN" sz="1800" b="0" kern="100" dirty="0">
                <a:solidFill>
                  <a:schemeClr val="dk1"/>
                </a:solidFill>
                <a:effectLst/>
                <a:latin typeface="Arial" panose="020B0604020202020204" pitchFamily="34" charset="0"/>
                <a:ea typeface="+mn-ea"/>
                <a:cs typeface="Arial" panose="020B0604020202020204" pitchFamily="34" charset="0"/>
              </a:rPr>
              <a:t> business of AB Consulting &amp; EM Energy. Maurizio is extremely concerned about keeping the 2 customers happy since there are no other customers in </a:t>
            </a:r>
            <a:r>
              <a:rPr lang="en-IN" sz="1800" b="0" kern="100" dirty="0" err="1">
                <a:solidFill>
                  <a:schemeClr val="dk1"/>
                </a:solidFill>
                <a:effectLst/>
                <a:latin typeface="Arial" panose="020B0604020202020204" pitchFamily="34" charset="0"/>
                <a:ea typeface="+mn-ea"/>
                <a:cs typeface="Arial" panose="020B0604020202020204" pitchFamily="34" charset="0"/>
              </a:rPr>
              <a:t>BeNeLux</a:t>
            </a:r>
            <a:r>
              <a:rPr lang="en-IN" sz="1800" b="0" kern="100" dirty="0">
                <a:solidFill>
                  <a:schemeClr val="dk1"/>
                </a:solidFill>
                <a:effectLst/>
                <a:latin typeface="Arial" panose="020B0604020202020204" pitchFamily="34" charset="0"/>
                <a:ea typeface="+mn-ea"/>
                <a:cs typeface="Arial" panose="020B0604020202020204" pitchFamily="34" charset="0"/>
              </a:rPr>
              <a:t>. </a:t>
            </a:r>
            <a:endParaRPr lang="en-US" dirty="0"/>
          </a:p>
        </p:txBody>
      </p:sp>
    </p:spTree>
    <p:extLst>
      <p:ext uri="{BB962C8B-B14F-4D97-AF65-F5344CB8AC3E}">
        <p14:creationId xmlns:p14="http://schemas.microsoft.com/office/powerpoint/2010/main" val="34466444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1C5550E-D3FF-A659-3677-6E24BB3D63A7}"/>
              </a:ext>
            </a:extLst>
          </p:cNvPr>
          <p:cNvSpPr/>
          <p:nvPr/>
        </p:nvSpPr>
        <p:spPr>
          <a:xfrm>
            <a:off x="3173872" y="2179282"/>
            <a:ext cx="3870372" cy="447814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pc="100" baseline="0" dirty="0" err="1">
              <a:solidFill>
                <a:schemeClr val="tx1"/>
              </a:solidFill>
              <a:latin typeface="Avenir Book" panose="02000503020000020003" pitchFamily="2" charset="0"/>
            </a:endParaRPr>
          </a:p>
        </p:txBody>
      </p:sp>
      <p:sp>
        <p:nvSpPr>
          <p:cNvPr id="12" name="Rectangle 11">
            <a:extLst>
              <a:ext uri="{FF2B5EF4-FFF2-40B4-BE49-F238E27FC236}">
                <a16:creationId xmlns:a16="http://schemas.microsoft.com/office/drawing/2014/main" id="{434E22DB-6EF0-5450-D475-8FF89870234F}"/>
              </a:ext>
            </a:extLst>
          </p:cNvPr>
          <p:cNvSpPr/>
          <p:nvPr/>
        </p:nvSpPr>
        <p:spPr>
          <a:xfrm>
            <a:off x="7438750" y="3858229"/>
            <a:ext cx="3870372" cy="279920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pc="100" baseline="0" dirty="0" err="1">
              <a:solidFill>
                <a:schemeClr val="tx1"/>
              </a:solidFill>
              <a:latin typeface="Avenir Book" panose="02000503020000020003" pitchFamily="2" charset="0"/>
            </a:endParaRPr>
          </a:p>
        </p:txBody>
      </p:sp>
      <p:sp>
        <p:nvSpPr>
          <p:cNvPr id="4" name="TextBox 3">
            <a:extLst>
              <a:ext uri="{FF2B5EF4-FFF2-40B4-BE49-F238E27FC236}">
                <a16:creationId xmlns:a16="http://schemas.microsoft.com/office/drawing/2014/main" id="{C786B305-0DCF-8D0D-AC8F-EAB215DD1FCE}"/>
              </a:ext>
            </a:extLst>
          </p:cNvPr>
          <p:cNvSpPr txBox="1"/>
          <p:nvPr/>
        </p:nvSpPr>
        <p:spPr>
          <a:xfrm>
            <a:off x="3173872" y="3478389"/>
            <a:ext cx="3870372" cy="1061829"/>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Goals</a:t>
            </a:r>
          </a:p>
          <a:p>
            <a:pPr marL="187325" indent="-187325">
              <a:spcBef>
                <a:spcPts val="300"/>
              </a:spcBef>
              <a:spcAft>
                <a:spcPts val="300"/>
              </a:spcAft>
              <a:buFontTx/>
              <a:buChar char="-"/>
            </a:pPr>
            <a:r>
              <a:rPr lang="en-US" sz="1200" dirty="0">
                <a:effectLst/>
              </a:rPr>
              <a:t>launch UK Rail in 2018</a:t>
            </a:r>
            <a:endParaRPr lang="en-US" sz="1200" dirty="0"/>
          </a:p>
          <a:p>
            <a:pPr marL="187325" indent="-187325">
              <a:spcBef>
                <a:spcPts val="300"/>
              </a:spcBef>
              <a:spcAft>
                <a:spcPts val="300"/>
              </a:spcAft>
              <a:buFontTx/>
              <a:buChar char="-"/>
            </a:pPr>
            <a:r>
              <a:rPr lang="en-US" sz="1200" dirty="0"/>
              <a:t>Generating new business in UK</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Promotion - personal growth in the company</a:t>
            </a:r>
          </a:p>
        </p:txBody>
      </p:sp>
      <p:sp>
        <p:nvSpPr>
          <p:cNvPr id="5" name="TextBox 4">
            <a:extLst>
              <a:ext uri="{FF2B5EF4-FFF2-40B4-BE49-F238E27FC236}">
                <a16:creationId xmlns:a16="http://schemas.microsoft.com/office/drawing/2014/main" id="{EDD8D956-0211-6C6C-0A12-8D4825203E78}"/>
              </a:ext>
            </a:extLst>
          </p:cNvPr>
          <p:cNvSpPr txBox="1"/>
          <p:nvPr/>
        </p:nvSpPr>
        <p:spPr>
          <a:xfrm>
            <a:off x="782755" y="2179282"/>
            <a:ext cx="1953582" cy="1769715"/>
          </a:xfrm>
          <a:prstGeom prst="rect">
            <a:avLst/>
          </a:prstGeom>
          <a:noFill/>
          <a:ln w="3175">
            <a:noFill/>
          </a:ln>
        </p:spPr>
        <p:txBody>
          <a:bodyPr wrap="square">
            <a:spAutoFit/>
          </a:bodyPr>
          <a:lstStyle/>
          <a:p>
            <a:pPr>
              <a:spcBef>
                <a:spcPts val="300"/>
              </a:spcBef>
              <a:spcAft>
                <a:spcPts val="300"/>
              </a:spcAft>
            </a:pPr>
            <a:r>
              <a:rPr lang="en-US" sz="1200" b="1" dirty="0">
                <a:latin typeface="Avenir Book" panose="02000503020000020003" pitchFamily="2" charset="0"/>
                <a:cs typeface="Times New Roman" panose="02020603050405020304" pitchFamily="18" charset="0"/>
              </a:rPr>
              <a:t>Meet Richard</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Age</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Gender</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Background</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Location </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Other relevant information</a:t>
            </a:r>
          </a:p>
        </p:txBody>
      </p:sp>
      <p:sp>
        <p:nvSpPr>
          <p:cNvPr id="6" name="TextBox 5">
            <a:extLst>
              <a:ext uri="{FF2B5EF4-FFF2-40B4-BE49-F238E27FC236}">
                <a16:creationId xmlns:a16="http://schemas.microsoft.com/office/drawing/2014/main" id="{EC13E58C-A4BE-E329-92CB-9AE91682E6D5}"/>
              </a:ext>
            </a:extLst>
          </p:cNvPr>
          <p:cNvSpPr txBox="1"/>
          <p:nvPr/>
        </p:nvSpPr>
        <p:spPr>
          <a:xfrm>
            <a:off x="3173872" y="2179283"/>
            <a:ext cx="3870372" cy="1169551"/>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Motivations</a:t>
            </a:r>
          </a:p>
          <a:p>
            <a:pPr marL="187325" indent="-187325">
              <a:spcBef>
                <a:spcPts val="300"/>
              </a:spcBef>
              <a:spcAft>
                <a:spcPts val="300"/>
              </a:spcAft>
              <a:buFontTx/>
              <a:buChar char="-"/>
            </a:pPr>
            <a:r>
              <a:rPr lang="en-US" sz="1200" dirty="0"/>
              <a:t>To generate more revenue and prove as capable business director</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Keeping his promise – he has already promised UK rail to customers</a:t>
            </a:r>
          </a:p>
        </p:txBody>
      </p:sp>
      <p:sp>
        <p:nvSpPr>
          <p:cNvPr id="7" name="TextBox 6">
            <a:extLst>
              <a:ext uri="{FF2B5EF4-FFF2-40B4-BE49-F238E27FC236}">
                <a16:creationId xmlns:a16="http://schemas.microsoft.com/office/drawing/2014/main" id="{C17D9C84-B435-F117-246F-1AE1EAD2C0BC}"/>
              </a:ext>
            </a:extLst>
          </p:cNvPr>
          <p:cNvSpPr txBox="1"/>
          <p:nvPr/>
        </p:nvSpPr>
        <p:spPr>
          <a:xfrm>
            <a:off x="3173872" y="4767009"/>
            <a:ext cx="3870372" cy="1585049"/>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Everyday activities</a:t>
            </a:r>
          </a:p>
          <a:p>
            <a:pPr marL="187325" indent="-187325">
              <a:spcBef>
                <a:spcPts val="300"/>
              </a:spcBef>
              <a:spcAft>
                <a:spcPts val="300"/>
              </a:spcAft>
              <a:buFontTx/>
              <a:buChar char="-"/>
            </a:pPr>
            <a:r>
              <a:rPr lang="en-US" sz="1200" dirty="0"/>
              <a:t>Review plans for new businesses</a:t>
            </a:r>
          </a:p>
          <a:p>
            <a:pPr marL="187325" indent="-187325">
              <a:spcBef>
                <a:spcPts val="300"/>
              </a:spcBef>
              <a:spcAft>
                <a:spcPts val="300"/>
              </a:spcAft>
              <a:buFontTx/>
              <a:buChar char="-"/>
            </a:pPr>
            <a:r>
              <a:rPr lang="en-US" sz="1200" dirty="0"/>
              <a:t>Review meeting with product teams </a:t>
            </a:r>
          </a:p>
          <a:p>
            <a:pPr marL="187325" indent="-187325">
              <a:spcBef>
                <a:spcPts val="300"/>
              </a:spcBef>
              <a:spcAft>
                <a:spcPts val="300"/>
              </a:spcAft>
              <a:buFontTx/>
              <a:buChar char="-"/>
            </a:pPr>
            <a:r>
              <a:rPr lang="en-US" sz="1200" dirty="0"/>
              <a:t>Review progress/status of the rail program</a:t>
            </a:r>
          </a:p>
          <a:p>
            <a:pPr marL="187325" indent="-187325">
              <a:spcBef>
                <a:spcPts val="300"/>
              </a:spcBef>
              <a:spcAft>
                <a:spcPts val="300"/>
              </a:spcAft>
              <a:buFontTx/>
              <a:buChar char="-"/>
            </a:pPr>
            <a:r>
              <a:rPr lang="en-US" sz="1200" dirty="0"/>
              <a:t>Bringing in new business</a:t>
            </a:r>
          </a:p>
          <a:p>
            <a:pPr marL="187325" indent="-187325">
              <a:spcBef>
                <a:spcPts val="300"/>
              </a:spcBef>
              <a:spcAft>
                <a:spcPts val="300"/>
              </a:spcAft>
              <a:buFontTx/>
              <a:buChar char="-"/>
            </a:pPr>
            <a:r>
              <a:rPr lang="en-US" sz="1200" dirty="0"/>
              <a:t>Networking</a:t>
            </a:r>
          </a:p>
        </p:txBody>
      </p:sp>
      <p:sp>
        <p:nvSpPr>
          <p:cNvPr id="8" name="Rectangle 7"/>
          <p:cNvSpPr/>
          <p:nvPr/>
        </p:nvSpPr>
        <p:spPr>
          <a:xfrm>
            <a:off x="7438749" y="3478389"/>
            <a:ext cx="3836683" cy="723275"/>
          </a:xfrm>
          <a:prstGeom prst="rect">
            <a:avLst/>
          </a:prstGeom>
          <a:noFill/>
          <a:ln>
            <a:solidFill>
              <a:schemeClr val="bg2"/>
            </a:solidFill>
          </a:ln>
        </p:spPr>
        <p:txBody>
          <a:bodyPr wrap="square">
            <a:spAutoFit/>
          </a:bodyPr>
          <a:lstStyle/>
          <a:p>
            <a:pPr lvl="0">
              <a:spcBef>
                <a:spcPts val="300"/>
              </a:spcBef>
              <a:spcAft>
                <a:spcPts val="300"/>
              </a:spcAft>
            </a:pPr>
            <a:r>
              <a:rPr lang="en-US" sz="1200" b="1" u="sng" dirty="0">
                <a:latin typeface="Avenir Book" panose="02000503020000020003" pitchFamily="2" charset="0"/>
                <a:cs typeface="Times New Roman" panose="02020603050405020304" pitchFamily="18" charset="0"/>
              </a:rPr>
              <a:t>Frustrations</a:t>
            </a:r>
          </a:p>
          <a:p>
            <a:pPr marL="187325" indent="-187325">
              <a:spcBef>
                <a:spcPts val="300"/>
              </a:spcBef>
              <a:spcAft>
                <a:spcPts val="300"/>
              </a:spcAft>
              <a:buFontTx/>
              <a:buChar char="-"/>
            </a:pPr>
            <a:r>
              <a:rPr lang="en-US" sz="1200" dirty="0"/>
              <a:t>With the product team for not getting UK Rail till 2018, and now looking even more doubtful</a:t>
            </a:r>
          </a:p>
        </p:txBody>
      </p:sp>
      <p:sp>
        <p:nvSpPr>
          <p:cNvPr id="9" name="Rectangle 8"/>
          <p:cNvSpPr/>
          <p:nvPr/>
        </p:nvSpPr>
        <p:spPr>
          <a:xfrm>
            <a:off x="7438748" y="4767009"/>
            <a:ext cx="3836683" cy="1508105"/>
          </a:xfrm>
          <a:prstGeom prst="rect">
            <a:avLst/>
          </a:prstGeom>
          <a:noFill/>
          <a:ln>
            <a:solidFill>
              <a:schemeClr val="bg2"/>
            </a:solidFill>
          </a:ln>
        </p:spPr>
        <p:txBody>
          <a:bodyPr wrap="square">
            <a:spAutoFit/>
          </a:bodyPr>
          <a:lstStyle/>
          <a:p>
            <a:pPr lvl="0">
              <a:spcBef>
                <a:spcPts val="300"/>
              </a:spcBef>
              <a:spcAft>
                <a:spcPts val="300"/>
              </a:spcAft>
            </a:pPr>
            <a:r>
              <a:rPr lang="en-US" sz="1200" b="1" u="sng" dirty="0">
                <a:latin typeface="Avenir Book" panose="02000503020000020003" pitchFamily="2" charset="0"/>
                <a:cs typeface="Times New Roman" panose="02020603050405020304" pitchFamily="18" charset="0"/>
              </a:rPr>
              <a:t>Fears</a:t>
            </a:r>
          </a:p>
          <a:p>
            <a:pPr marL="187325" indent="-187325">
              <a:spcBef>
                <a:spcPts val="300"/>
              </a:spcBef>
              <a:spcAft>
                <a:spcPts val="300"/>
              </a:spcAft>
              <a:buFontTx/>
              <a:buChar char="-"/>
            </a:pPr>
            <a:r>
              <a:rPr lang="en-US" sz="1200" dirty="0"/>
              <a:t>Business leads may not prioritize UK market</a:t>
            </a:r>
          </a:p>
          <a:p>
            <a:pPr marL="187325" indent="-187325">
              <a:spcBef>
                <a:spcPts val="300"/>
              </a:spcBef>
              <a:spcAft>
                <a:spcPts val="300"/>
              </a:spcAft>
              <a:buFontTx/>
              <a:buChar char="-"/>
            </a:pPr>
            <a:r>
              <a:rPr lang="en-US" sz="1200" dirty="0"/>
              <a:t>Lack of business in UK / losing the business</a:t>
            </a:r>
            <a:endParaRPr lang="en-IN" sz="1200" dirty="0"/>
          </a:p>
          <a:p>
            <a:pPr marL="187325" indent="-187325">
              <a:spcBef>
                <a:spcPts val="300"/>
              </a:spcBef>
              <a:spcAft>
                <a:spcPts val="300"/>
              </a:spcAft>
              <a:buFontTx/>
              <a:buChar char="-"/>
            </a:pPr>
            <a:r>
              <a:rPr lang="en-US" sz="1200" dirty="0"/>
              <a:t>SNCB change request impact further delay in plans</a:t>
            </a:r>
          </a:p>
          <a:p>
            <a:pPr marL="187325" indent="-187325">
              <a:spcBef>
                <a:spcPts val="300"/>
              </a:spcBef>
              <a:spcAft>
                <a:spcPts val="300"/>
              </a:spcAft>
              <a:buFontTx/>
              <a:buChar char="-"/>
            </a:pPr>
            <a:r>
              <a:rPr lang="en-US" sz="1200" dirty="0"/>
              <a:t>He may be asked to leave if he doesn’t succeed in UK</a:t>
            </a:r>
          </a:p>
        </p:txBody>
      </p:sp>
      <p:sp>
        <p:nvSpPr>
          <p:cNvPr id="10" name="Content Placeholder 9">
            <a:extLst>
              <a:ext uri="{FF2B5EF4-FFF2-40B4-BE49-F238E27FC236}">
                <a16:creationId xmlns:a16="http://schemas.microsoft.com/office/drawing/2014/main" id="{F5FD542C-DB2D-A4BD-4C4F-9092C4EEF564}"/>
              </a:ext>
            </a:extLst>
          </p:cNvPr>
          <p:cNvSpPr>
            <a:spLocks noGrp="1"/>
          </p:cNvSpPr>
          <p:nvPr>
            <p:ph sz="quarter" idx="10"/>
          </p:nvPr>
        </p:nvSpPr>
        <p:spPr/>
        <p:txBody>
          <a:bodyPr/>
          <a:lstStyle/>
          <a:p>
            <a:r>
              <a:rPr lang="en-US" dirty="0"/>
              <a:t>Richard</a:t>
            </a:r>
          </a:p>
        </p:txBody>
      </p:sp>
      <p:sp>
        <p:nvSpPr>
          <p:cNvPr id="11" name="Slide Number Placeholder 5">
            <a:extLst>
              <a:ext uri="{FF2B5EF4-FFF2-40B4-BE49-F238E27FC236}">
                <a16:creationId xmlns:a16="http://schemas.microsoft.com/office/drawing/2014/main" id="{2AF42ABF-22B9-AAD0-3A15-4F2EAC56730C}"/>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25</a:t>
            </a:fld>
            <a:endParaRPr lang="en-US" altLang="en-US"/>
          </a:p>
        </p:txBody>
      </p:sp>
    </p:spTree>
    <p:extLst>
      <p:ext uri="{BB962C8B-B14F-4D97-AF65-F5344CB8AC3E}">
        <p14:creationId xmlns:p14="http://schemas.microsoft.com/office/powerpoint/2010/main" val="41957215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D2EC7-984F-EF06-A879-6A37EE14086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DF4C6DC-89A9-03BF-8375-444AD892679D}"/>
              </a:ext>
            </a:extLst>
          </p:cNvPr>
          <p:cNvSpPr/>
          <p:nvPr/>
        </p:nvSpPr>
        <p:spPr>
          <a:xfrm>
            <a:off x="3173872" y="2179282"/>
            <a:ext cx="3870372" cy="4478149"/>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pc="100" baseline="0" dirty="0" err="1">
              <a:solidFill>
                <a:schemeClr val="tx1"/>
              </a:solidFill>
              <a:latin typeface="Avenir Book" panose="02000503020000020003" pitchFamily="2" charset="0"/>
            </a:endParaRPr>
          </a:p>
        </p:txBody>
      </p:sp>
      <p:sp>
        <p:nvSpPr>
          <p:cNvPr id="12" name="Rectangle 11">
            <a:extLst>
              <a:ext uri="{FF2B5EF4-FFF2-40B4-BE49-F238E27FC236}">
                <a16:creationId xmlns:a16="http://schemas.microsoft.com/office/drawing/2014/main" id="{2E85A6D5-E4CF-8906-0DC8-1910D10659C9}"/>
              </a:ext>
            </a:extLst>
          </p:cNvPr>
          <p:cNvSpPr/>
          <p:nvPr/>
        </p:nvSpPr>
        <p:spPr>
          <a:xfrm>
            <a:off x="7438750" y="3858229"/>
            <a:ext cx="3870372" cy="279920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pc="100" baseline="0" dirty="0" err="1">
              <a:solidFill>
                <a:schemeClr val="tx1"/>
              </a:solidFill>
              <a:latin typeface="Avenir Book" panose="02000503020000020003" pitchFamily="2" charset="0"/>
            </a:endParaRPr>
          </a:p>
        </p:txBody>
      </p:sp>
      <p:sp>
        <p:nvSpPr>
          <p:cNvPr id="4" name="TextBox 3">
            <a:extLst>
              <a:ext uri="{FF2B5EF4-FFF2-40B4-BE49-F238E27FC236}">
                <a16:creationId xmlns:a16="http://schemas.microsoft.com/office/drawing/2014/main" id="{214EC532-AD5D-F28D-12FF-84710948D72D}"/>
              </a:ext>
            </a:extLst>
          </p:cNvPr>
          <p:cNvSpPr txBox="1"/>
          <p:nvPr/>
        </p:nvSpPr>
        <p:spPr>
          <a:xfrm>
            <a:off x="3173872" y="3478389"/>
            <a:ext cx="3870372" cy="800219"/>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Goals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Retain and grow the business at ABC and EME</a:t>
            </a:r>
          </a:p>
          <a:p>
            <a:pPr marL="187325" indent="-187325">
              <a:spcBef>
                <a:spcPts val="300"/>
              </a:spcBef>
              <a:spcAft>
                <a:spcPts val="300"/>
              </a:spcAft>
              <a:buFontTx/>
              <a:buChar char="-"/>
            </a:pPr>
            <a:endParaRPr lang="en-US" sz="1200" dirty="0">
              <a:latin typeface="Avenir Book" panose="02000503020000020003" pitchFamily="2" charset="0"/>
              <a:cs typeface="Times New Roman" panose="02020603050405020304" pitchFamily="18" charset="0"/>
            </a:endParaRPr>
          </a:p>
        </p:txBody>
      </p:sp>
      <p:sp>
        <p:nvSpPr>
          <p:cNvPr id="5" name="TextBox 4">
            <a:extLst>
              <a:ext uri="{FF2B5EF4-FFF2-40B4-BE49-F238E27FC236}">
                <a16:creationId xmlns:a16="http://schemas.microsoft.com/office/drawing/2014/main" id="{A217CB94-522A-4327-D90E-0C61859AC03F}"/>
              </a:ext>
            </a:extLst>
          </p:cNvPr>
          <p:cNvSpPr txBox="1"/>
          <p:nvPr/>
        </p:nvSpPr>
        <p:spPr>
          <a:xfrm>
            <a:off x="782755" y="2179282"/>
            <a:ext cx="1953582" cy="1769715"/>
          </a:xfrm>
          <a:prstGeom prst="rect">
            <a:avLst/>
          </a:prstGeom>
          <a:noFill/>
          <a:ln w="3175">
            <a:noFill/>
          </a:ln>
        </p:spPr>
        <p:txBody>
          <a:bodyPr wrap="square">
            <a:spAutoFit/>
          </a:bodyPr>
          <a:lstStyle/>
          <a:p>
            <a:pPr>
              <a:spcBef>
                <a:spcPts val="300"/>
              </a:spcBef>
              <a:spcAft>
                <a:spcPts val="300"/>
              </a:spcAft>
            </a:pPr>
            <a:r>
              <a:rPr lang="en-US" sz="1200" b="1" dirty="0">
                <a:latin typeface="Avenir Book" panose="02000503020000020003" pitchFamily="2" charset="0"/>
                <a:cs typeface="Times New Roman" panose="02020603050405020304" pitchFamily="18" charset="0"/>
              </a:rPr>
              <a:t>Meet &lt;&gt;</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Age</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Gender</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Background</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Location </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Other relevant information</a:t>
            </a:r>
          </a:p>
        </p:txBody>
      </p:sp>
      <p:sp>
        <p:nvSpPr>
          <p:cNvPr id="6" name="TextBox 5">
            <a:extLst>
              <a:ext uri="{FF2B5EF4-FFF2-40B4-BE49-F238E27FC236}">
                <a16:creationId xmlns:a16="http://schemas.microsoft.com/office/drawing/2014/main" id="{582BD02E-D27C-4B7D-E05E-AD785698EA44}"/>
              </a:ext>
            </a:extLst>
          </p:cNvPr>
          <p:cNvSpPr txBox="1"/>
          <p:nvPr/>
        </p:nvSpPr>
        <p:spPr>
          <a:xfrm>
            <a:off x="3173872" y="2179283"/>
            <a:ext cx="3870372" cy="800219"/>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Motivations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Career growth</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Grow the accounts</a:t>
            </a:r>
          </a:p>
        </p:txBody>
      </p:sp>
      <p:sp>
        <p:nvSpPr>
          <p:cNvPr id="7" name="TextBox 6">
            <a:extLst>
              <a:ext uri="{FF2B5EF4-FFF2-40B4-BE49-F238E27FC236}">
                <a16:creationId xmlns:a16="http://schemas.microsoft.com/office/drawing/2014/main" id="{46E5D402-B002-5D4F-6D13-B6B75290057B}"/>
              </a:ext>
            </a:extLst>
          </p:cNvPr>
          <p:cNvSpPr txBox="1"/>
          <p:nvPr/>
        </p:nvSpPr>
        <p:spPr>
          <a:xfrm>
            <a:off x="3173872" y="4767009"/>
            <a:ext cx="3870372" cy="1061829"/>
          </a:xfrm>
          <a:prstGeom prst="rect">
            <a:avLst/>
          </a:prstGeom>
          <a:noFill/>
          <a:ln>
            <a:solidFill>
              <a:schemeClr val="bg2"/>
            </a:solidFill>
          </a:ln>
        </p:spPr>
        <p:txBody>
          <a:bodyPr wrap="square">
            <a:spAutoFit/>
          </a:bodyPr>
          <a:lstStyle/>
          <a:p>
            <a:pPr>
              <a:spcBef>
                <a:spcPts val="300"/>
              </a:spcBef>
              <a:spcAft>
                <a:spcPts val="300"/>
              </a:spcAft>
            </a:pPr>
            <a:r>
              <a:rPr lang="en-US" sz="1200" b="1" u="sng" dirty="0">
                <a:latin typeface="Avenir Book" panose="02000503020000020003" pitchFamily="2" charset="0"/>
                <a:cs typeface="Times New Roman" panose="02020603050405020304" pitchFamily="18" charset="0"/>
              </a:rPr>
              <a:t>Everyday activities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Interact with the customers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Review support tickets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Track developments in the </a:t>
            </a:r>
            <a:r>
              <a:rPr lang="en-US" sz="1200" dirty="0" err="1">
                <a:latin typeface="Avenir Book" panose="02000503020000020003" pitchFamily="2" charset="0"/>
                <a:cs typeface="Times New Roman" panose="02020603050405020304" pitchFamily="18" charset="0"/>
              </a:rPr>
              <a:t>BeNeLux</a:t>
            </a:r>
            <a:r>
              <a:rPr lang="en-US" sz="1200" dirty="0">
                <a:latin typeface="Avenir Book" panose="02000503020000020003" pitchFamily="2" charset="0"/>
                <a:cs typeface="Times New Roman" panose="02020603050405020304" pitchFamily="18" charset="0"/>
              </a:rPr>
              <a:t> travel market</a:t>
            </a:r>
          </a:p>
        </p:txBody>
      </p:sp>
      <p:sp>
        <p:nvSpPr>
          <p:cNvPr id="8" name="Rectangle 7">
            <a:extLst>
              <a:ext uri="{FF2B5EF4-FFF2-40B4-BE49-F238E27FC236}">
                <a16:creationId xmlns:a16="http://schemas.microsoft.com/office/drawing/2014/main" id="{162EF6DC-4B20-1C06-ABD0-796D92D8E5CE}"/>
              </a:ext>
            </a:extLst>
          </p:cNvPr>
          <p:cNvSpPr/>
          <p:nvPr/>
        </p:nvSpPr>
        <p:spPr>
          <a:xfrm>
            <a:off x="7438749" y="3478389"/>
            <a:ext cx="3836683" cy="723275"/>
          </a:xfrm>
          <a:prstGeom prst="rect">
            <a:avLst/>
          </a:prstGeom>
          <a:noFill/>
          <a:ln>
            <a:solidFill>
              <a:schemeClr val="bg2"/>
            </a:solidFill>
          </a:ln>
        </p:spPr>
        <p:txBody>
          <a:bodyPr wrap="square">
            <a:spAutoFit/>
          </a:bodyPr>
          <a:lstStyle/>
          <a:p>
            <a:pPr lvl="0">
              <a:spcBef>
                <a:spcPts val="300"/>
              </a:spcBef>
              <a:spcAft>
                <a:spcPts val="300"/>
              </a:spcAft>
            </a:pPr>
            <a:r>
              <a:rPr lang="en-US" sz="1200" b="1" u="sng" dirty="0">
                <a:latin typeface="Avenir Book" panose="02000503020000020003" pitchFamily="2" charset="0"/>
                <a:cs typeface="Times New Roman" panose="02020603050405020304" pitchFamily="18" charset="0"/>
              </a:rPr>
              <a:t>Frustrations</a:t>
            </a:r>
          </a:p>
          <a:p>
            <a:pPr marL="187325" indent="-187325">
              <a:spcBef>
                <a:spcPts val="300"/>
              </a:spcBef>
              <a:spcAft>
                <a:spcPts val="300"/>
              </a:spcAft>
              <a:buFontTx/>
              <a:buChar char="-"/>
            </a:pPr>
            <a:r>
              <a:rPr lang="en-IN" sz="1200" dirty="0">
                <a:latin typeface="Avenir Book" panose="02000503020000020003" pitchFamily="2" charset="0"/>
                <a:cs typeface="Times New Roman" panose="02020603050405020304" pitchFamily="18" charset="0"/>
              </a:rPr>
              <a:t>That he is being put in a difficult position with his only 2 customers</a:t>
            </a:r>
          </a:p>
        </p:txBody>
      </p:sp>
      <p:sp>
        <p:nvSpPr>
          <p:cNvPr id="9" name="Rectangle 8">
            <a:extLst>
              <a:ext uri="{FF2B5EF4-FFF2-40B4-BE49-F238E27FC236}">
                <a16:creationId xmlns:a16="http://schemas.microsoft.com/office/drawing/2014/main" id="{4CE06939-0127-C657-4263-21F71D4D276E}"/>
              </a:ext>
            </a:extLst>
          </p:cNvPr>
          <p:cNvSpPr/>
          <p:nvPr/>
        </p:nvSpPr>
        <p:spPr>
          <a:xfrm>
            <a:off x="7438748" y="4767009"/>
            <a:ext cx="3836683" cy="800219"/>
          </a:xfrm>
          <a:prstGeom prst="rect">
            <a:avLst/>
          </a:prstGeom>
          <a:noFill/>
          <a:ln>
            <a:solidFill>
              <a:schemeClr val="bg2"/>
            </a:solidFill>
          </a:ln>
        </p:spPr>
        <p:txBody>
          <a:bodyPr wrap="square">
            <a:spAutoFit/>
          </a:bodyPr>
          <a:lstStyle/>
          <a:p>
            <a:pPr lvl="0">
              <a:spcBef>
                <a:spcPts val="300"/>
              </a:spcBef>
              <a:spcAft>
                <a:spcPts val="300"/>
              </a:spcAft>
            </a:pPr>
            <a:r>
              <a:rPr lang="en-US" sz="1200" b="1" u="sng" dirty="0">
                <a:latin typeface="Avenir Book" panose="02000503020000020003" pitchFamily="2" charset="0"/>
                <a:cs typeface="Times New Roman" panose="02020603050405020304" pitchFamily="18" charset="0"/>
              </a:rPr>
              <a:t>Fears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Loss of ABC and EME business</a:t>
            </a:r>
          </a:p>
          <a:p>
            <a:pPr marL="187325" indent="-187325">
              <a:spcBef>
                <a:spcPts val="300"/>
              </a:spcBef>
              <a:spcAft>
                <a:spcPts val="300"/>
              </a:spcAft>
              <a:buFontTx/>
              <a:buChar char="-"/>
            </a:pPr>
            <a:r>
              <a:rPr lang="en-US" sz="1200" dirty="0">
                <a:latin typeface="Avenir Book" panose="02000503020000020003" pitchFamily="2" charset="0"/>
                <a:cs typeface="Times New Roman" panose="02020603050405020304" pitchFamily="18" charset="0"/>
              </a:rPr>
              <a:t>Job loss</a:t>
            </a:r>
            <a:endParaRPr lang="en-IN" sz="1200" dirty="0">
              <a:latin typeface="Avenir Book" panose="02000503020000020003" pitchFamily="2"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9BAAE05E-D3BD-504E-E095-601957CF8747}"/>
              </a:ext>
            </a:extLst>
          </p:cNvPr>
          <p:cNvSpPr>
            <a:spLocks noGrp="1"/>
          </p:cNvSpPr>
          <p:nvPr>
            <p:ph sz="quarter" idx="10"/>
          </p:nvPr>
        </p:nvSpPr>
        <p:spPr/>
        <p:txBody>
          <a:bodyPr/>
          <a:lstStyle/>
          <a:p>
            <a:r>
              <a:rPr lang="en-US" dirty="0"/>
              <a:t>Maurizio</a:t>
            </a:r>
          </a:p>
        </p:txBody>
      </p:sp>
      <p:sp>
        <p:nvSpPr>
          <p:cNvPr id="3" name="Slide Number Placeholder 5">
            <a:extLst>
              <a:ext uri="{FF2B5EF4-FFF2-40B4-BE49-F238E27FC236}">
                <a16:creationId xmlns:a16="http://schemas.microsoft.com/office/drawing/2014/main" id="{0A865144-1B39-A05B-B58B-1D0F5B39D19E}"/>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26</a:t>
            </a:fld>
            <a:endParaRPr lang="en-US" altLang="en-US"/>
          </a:p>
        </p:txBody>
      </p:sp>
    </p:spTree>
    <p:extLst>
      <p:ext uri="{BB962C8B-B14F-4D97-AF65-F5344CB8AC3E}">
        <p14:creationId xmlns:p14="http://schemas.microsoft.com/office/powerpoint/2010/main" val="24070189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8776BC-7D73-DA29-67B3-D2EB4160B5FF}"/>
              </a:ext>
            </a:extLst>
          </p:cNvPr>
          <p:cNvSpPr>
            <a:spLocks noGrp="1"/>
          </p:cNvSpPr>
          <p:nvPr>
            <p:ph sz="quarter" idx="10"/>
          </p:nvPr>
        </p:nvSpPr>
        <p:spPr/>
        <p:txBody>
          <a:bodyPr/>
          <a:lstStyle/>
          <a:p>
            <a:r>
              <a:rPr lang="en-US" dirty="0"/>
              <a:t>Business Functions – Their Roles &amp; Expectations</a:t>
            </a:r>
          </a:p>
        </p:txBody>
      </p:sp>
    </p:spTree>
    <p:extLst>
      <p:ext uri="{BB962C8B-B14F-4D97-AF65-F5344CB8AC3E}">
        <p14:creationId xmlns:p14="http://schemas.microsoft.com/office/powerpoint/2010/main" val="13941726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CFEB503-9AF5-3841-AAD7-78146E499988}"/>
              </a:ext>
            </a:extLst>
          </p:cNvPr>
          <p:cNvSpPr/>
          <p:nvPr/>
        </p:nvSpPr>
        <p:spPr>
          <a:xfrm>
            <a:off x="3605243" y="1852808"/>
            <a:ext cx="7099269" cy="1215717"/>
          </a:xfrm>
          <a:prstGeom prst="rect">
            <a:avLst/>
          </a:prstGeom>
          <a:noFill/>
        </p:spPr>
        <p:txBody>
          <a:bodyPr wrap="square" lIns="91440" tIns="45720" rIns="91440" bIns="45720">
            <a:spAutoFit/>
          </a:bodyPr>
          <a:lstStyle/>
          <a:p>
            <a:pPr>
              <a:spcBef>
                <a:spcPts val="300"/>
              </a:spcBef>
              <a:spcAft>
                <a:spcPts val="300"/>
              </a:spcAft>
            </a:pPr>
            <a:r>
              <a:rPr lang="en-US" sz="3200" dirty="0">
                <a:solidFill>
                  <a:schemeClr val="tx2"/>
                </a:solidFill>
              </a:rPr>
              <a:t>Expectations from Product</a:t>
            </a:r>
            <a:endParaRPr lang="en-US" dirty="0">
              <a:solidFill>
                <a:schemeClr val="tx2"/>
              </a:solidFill>
            </a:endParaRPr>
          </a:p>
          <a:p>
            <a:pPr>
              <a:spcBef>
                <a:spcPts val="300"/>
              </a:spcBef>
              <a:spcAft>
                <a:spcPts val="300"/>
              </a:spcAft>
            </a:pPr>
            <a:r>
              <a:rPr lang="en-US" dirty="0">
                <a:solidFill>
                  <a:schemeClr val="tx2"/>
                </a:solidFill>
              </a:rPr>
              <a:t>Strategic alignment - How product strategy is contributing to the company’s larger objectives</a:t>
            </a:r>
          </a:p>
        </p:txBody>
      </p:sp>
      <p:pic>
        <p:nvPicPr>
          <p:cNvPr id="3" name="Graphic 2" descr="Captain">
            <a:extLst>
              <a:ext uri="{FF2B5EF4-FFF2-40B4-BE49-F238E27FC236}">
                <a16:creationId xmlns:a16="http://schemas.microsoft.com/office/drawing/2014/main" id="{E3852DA1-B56D-6945-8BDE-FB4062F52C3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7018" y="2353163"/>
            <a:ext cx="1784094" cy="1784094"/>
          </a:xfrm>
          <a:prstGeom prst="rect">
            <a:avLst/>
          </a:prstGeom>
        </p:spPr>
      </p:pic>
      <p:sp>
        <p:nvSpPr>
          <p:cNvPr id="4" name="Content Placeholder 3">
            <a:extLst>
              <a:ext uri="{FF2B5EF4-FFF2-40B4-BE49-F238E27FC236}">
                <a16:creationId xmlns:a16="http://schemas.microsoft.com/office/drawing/2014/main" id="{894F2543-750E-662A-D0A4-0FF0240BA60B}"/>
              </a:ext>
            </a:extLst>
          </p:cNvPr>
          <p:cNvSpPr>
            <a:spLocks noGrp="1"/>
          </p:cNvSpPr>
          <p:nvPr>
            <p:ph sz="quarter" idx="10"/>
          </p:nvPr>
        </p:nvSpPr>
        <p:spPr/>
        <p:txBody>
          <a:bodyPr/>
          <a:lstStyle/>
          <a:p>
            <a:r>
              <a:rPr lang="en-US" dirty="0"/>
              <a:t>Executives</a:t>
            </a:r>
          </a:p>
        </p:txBody>
      </p:sp>
      <p:sp>
        <p:nvSpPr>
          <p:cNvPr id="12" name="Rectangle 11">
            <a:extLst>
              <a:ext uri="{FF2B5EF4-FFF2-40B4-BE49-F238E27FC236}">
                <a16:creationId xmlns:a16="http://schemas.microsoft.com/office/drawing/2014/main" id="{28777C96-F4DA-4A49-9C91-75EFD1B51496}"/>
              </a:ext>
            </a:extLst>
          </p:cNvPr>
          <p:cNvSpPr/>
          <p:nvPr/>
        </p:nvSpPr>
        <p:spPr>
          <a:xfrm>
            <a:off x="3605243" y="3581400"/>
            <a:ext cx="7099269" cy="1292662"/>
          </a:xfrm>
          <a:prstGeom prst="rect">
            <a:avLst/>
          </a:prstGeom>
          <a:noFill/>
        </p:spPr>
        <p:txBody>
          <a:bodyPr wrap="square" lIns="91440" tIns="45720" rIns="91440" bIns="45720">
            <a:spAutoFit/>
          </a:bodyPr>
          <a:lstStyle/>
          <a:p>
            <a:pPr>
              <a:spcBef>
                <a:spcPts val="300"/>
              </a:spcBef>
              <a:spcAft>
                <a:spcPts val="300"/>
              </a:spcAft>
            </a:pPr>
            <a:r>
              <a:rPr lang="en-US" sz="3200" dirty="0">
                <a:solidFill>
                  <a:schemeClr val="tx2"/>
                </a:solidFill>
              </a:rPr>
              <a:t>Best Practices</a:t>
            </a:r>
            <a:endParaRPr lang="en-US" dirty="0">
              <a:solidFill>
                <a:schemeClr val="tx2"/>
              </a:solidFill>
            </a:endParaRPr>
          </a:p>
          <a:p>
            <a:pPr marL="342900" indent="-342900" fontAlgn="ctr">
              <a:spcBef>
                <a:spcPts val="300"/>
              </a:spcBef>
              <a:spcAft>
                <a:spcPts val="300"/>
              </a:spcAft>
              <a:buFont typeface="System Font Regular"/>
              <a:buChar char="-"/>
            </a:pPr>
            <a:r>
              <a:rPr lang="en-US" dirty="0">
                <a:solidFill>
                  <a:schemeClr val="tx2"/>
                </a:solidFill>
              </a:rPr>
              <a:t>Keep details to a minimum unless asked for</a:t>
            </a:r>
          </a:p>
          <a:p>
            <a:pPr marL="342900" indent="-342900" fontAlgn="ctr">
              <a:spcBef>
                <a:spcPts val="300"/>
              </a:spcBef>
              <a:spcAft>
                <a:spcPts val="300"/>
              </a:spcAft>
              <a:buFont typeface="System Font Regular"/>
              <a:buChar char="-"/>
            </a:pPr>
            <a:r>
              <a:rPr lang="en-US" dirty="0">
                <a:solidFill>
                  <a:schemeClr val="tx2"/>
                </a:solidFill>
              </a:rPr>
              <a:t>Show a positive attitude: Honest but positive</a:t>
            </a:r>
          </a:p>
        </p:txBody>
      </p:sp>
      <p:sp>
        <p:nvSpPr>
          <p:cNvPr id="2" name="Slide Number Placeholder 5">
            <a:extLst>
              <a:ext uri="{FF2B5EF4-FFF2-40B4-BE49-F238E27FC236}">
                <a16:creationId xmlns:a16="http://schemas.microsoft.com/office/drawing/2014/main" id="{C46A1348-F595-1AAC-0048-207C9020F33D}"/>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28</a:t>
            </a:fld>
            <a:endParaRPr lang="en-US" altLang="en-US"/>
          </a:p>
        </p:txBody>
      </p:sp>
    </p:spTree>
    <p:extLst>
      <p:ext uri="{BB962C8B-B14F-4D97-AF65-F5344CB8AC3E}">
        <p14:creationId xmlns:p14="http://schemas.microsoft.com/office/powerpoint/2010/main" val="241933554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descr="Marketing">
            <a:extLst>
              <a:ext uri="{FF2B5EF4-FFF2-40B4-BE49-F238E27FC236}">
                <a16:creationId xmlns:a16="http://schemas.microsoft.com/office/drawing/2014/main" id="{683B9F96-E6CC-F745-A459-B558A06BEF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98407" y="2064576"/>
            <a:ext cx="2155744" cy="2155744"/>
          </a:xfrm>
          <a:prstGeom prst="rect">
            <a:avLst/>
          </a:prstGeom>
        </p:spPr>
      </p:pic>
      <p:sp>
        <p:nvSpPr>
          <p:cNvPr id="3" name="Content Placeholder 2">
            <a:extLst>
              <a:ext uri="{FF2B5EF4-FFF2-40B4-BE49-F238E27FC236}">
                <a16:creationId xmlns:a16="http://schemas.microsoft.com/office/drawing/2014/main" id="{DDCDB2FB-B29B-DAF8-1C06-2E9054685ACE}"/>
              </a:ext>
            </a:extLst>
          </p:cNvPr>
          <p:cNvSpPr>
            <a:spLocks noGrp="1"/>
          </p:cNvSpPr>
          <p:nvPr>
            <p:ph sz="quarter" idx="10"/>
          </p:nvPr>
        </p:nvSpPr>
        <p:spPr/>
        <p:txBody>
          <a:bodyPr/>
          <a:lstStyle/>
          <a:p>
            <a:r>
              <a:rPr lang="en-GB" dirty="0"/>
              <a:t>Marketing</a:t>
            </a:r>
            <a:endParaRPr lang="en-US" dirty="0"/>
          </a:p>
        </p:txBody>
      </p:sp>
      <p:sp>
        <p:nvSpPr>
          <p:cNvPr id="12" name="Rectangle 11">
            <a:extLst>
              <a:ext uri="{FF2B5EF4-FFF2-40B4-BE49-F238E27FC236}">
                <a16:creationId xmlns:a16="http://schemas.microsoft.com/office/drawing/2014/main" id="{230CACB9-7C36-F841-A819-14E2F35C5703}"/>
              </a:ext>
            </a:extLst>
          </p:cNvPr>
          <p:cNvSpPr/>
          <p:nvPr/>
        </p:nvSpPr>
        <p:spPr>
          <a:xfrm>
            <a:off x="3605243" y="1852808"/>
            <a:ext cx="7099269" cy="938719"/>
          </a:xfrm>
          <a:prstGeom prst="rect">
            <a:avLst/>
          </a:prstGeom>
          <a:noFill/>
        </p:spPr>
        <p:txBody>
          <a:bodyPr wrap="square" lIns="91440" tIns="45720" rIns="91440" bIns="45720">
            <a:spAutoFit/>
          </a:bodyPr>
          <a:lstStyle/>
          <a:p>
            <a:pPr>
              <a:spcBef>
                <a:spcPts val="300"/>
              </a:spcBef>
              <a:spcAft>
                <a:spcPts val="300"/>
              </a:spcAft>
            </a:pPr>
            <a:r>
              <a:rPr lang="en-US" sz="3200" dirty="0">
                <a:solidFill>
                  <a:schemeClr val="tx2"/>
                </a:solidFill>
              </a:rPr>
              <a:t>Expectations from Product</a:t>
            </a:r>
            <a:endParaRPr lang="en-US" dirty="0">
              <a:solidFill>
                <a:schemeClr val="tx2"/>
              </a:solidFill>
            </a:endParaRPr>
          </a:p>
          <a:p>
            <a:pPr>
              <a:spcBef>
                <a:spcPts val="300"/>
              </a:spcBef>
              <a:spcAft>
                <a:spcPts val="300"/>
              </a:spcAft>
            </a:pPr>
            <a:r>
              <a:rPr lang="en-US" dirty="0">
                <a:solidFill>
                  <a:schemeClr val="tx2"/>
                </a:solidFill>
              </a:rPr>
              <a:t>Know how to position the product correctly – Who/ Why/ When</a:t>
            </a:r>
          </a:p>
        </p:txBody>
      </p:sp>
      <p:sp>
        <p:nvSpPr>
          <p:cNvPr id="13" name="Rectangle 12">
            <a:extLst>
              <a:ext uri="{FF2B5EF4-FFF2-40B4-BE49-F238E27FC236}">
                <a16:creationId xmlns:a16="http://schemas.microsoft.com/office/drawing/2014/main" id="{6B7DF7A3-80A1-9B43-9503-3FB6304834CB}"/>
              </a:ext>
            </a:extLst>
          </p:cNvPr>
          <p:cNvSpPr/>
          <p:nvPr/>
        </p:nvSpPr>
        <p:spPr>
          <a:xfrm>
            <a:off x="3605243" y="3581400"/>
            <a:ext cx="7099269" cy="1923604"/>
          </a:xfrm>
          <a:prstGeom prst="rect">
            <a:avLst/>
          </a:prstGeom>
          <a:noFill/>
        </p:spPr>
        <p:txBody>
          <a:bodyPr wrap="square" lIns="91440" tIns="45720" rIns="91440" bIns="45720">
            <a:spAutoFit/>
          </a:bodyPr>
          <a:lstStyle/>
          <a:p>
            <a:pPr>
              <a:spcBef>
                <a:spcPts val="300"/>
              </a:spcBef>
              <a:spcAft>
                <a:spcPts val="300"/>
              </a:spcAft>
            </a:pPr>
            <a:r>
              <a:rPr lang="en-US" sz="3200" dirty="0">
                <a:solidFill>
                  <a:schemeClr val="tx2"/>
                </a:solidFill>
              </a:rPr>
              <a:t>Best Practices</a:t>
            </a:r>
          </a:p>
          <a:p>
            <a:pPr marL="342900" indent="-342900" fontAlgn="ctr">
              <a:spcBef>
                <a:spcPts val="300"/>
              </a:spcBef>
              <a:spcAft>
                <a:spcPts val="300"/>
              </a:spcAft>
              <a:buFont typeface="System Font Regular"/>
              <a:buChar char="-"/>
            </a:pPr>
            <a:r>
              <a:rPr lang="en-US" dirty="0">
                <a:solidFill>
                  <a:schemeClr val="tx2"/>
                </a:solidFill>
              </a:rPr>
              <a:t>Engage with Marketing early on in product discovery</a:t>
            </a:r>
          </a:p>
          <a:p>
            <a:pPr marL="342900" indent="-342900" fontAlgn="ctr">
              <a:spcBef>
                <a:spcPts val="300"/>
              </a:spcBef>
              <a:spcAft>
                <a:spcPts val="300"/>
              </a:spcAft>
              <a:buFont typeface="System Font Regular"/>
              <a:buChar char="-"/>
            </a:pPr>
            <a:r>
              <a:rPr lang="en-US" dirty="0">
                <a:solidFill>
                  <a:schemeClr val="tx2"/>
                </a:solidFill>
              </a:rPr>
              <a:t>Tell the Product Story – to allow Marketing to best position your product to the target customer</a:t>
            </a:r>
          </a:p>
          <a:p>
            <a:pPr marL="342900" indent="-342900" fontAlgn="ctr">
              <a:spcBef>
                <a:spcPts val="300"/>
              </a:spcBef>
              <a:spcAft>
                <a:spcPts val="300"/>
              </a:spcAft>
              <a:buFont typeface="System Font Regular"/>
              <a:buChar char="-"/>
            </a:pPr>
            <a:r>
              <a:rPr lang="en-US" dirty="0">
                <a:solidFill>
                  <a:schemeClr val="tx2"/>
                </a:solidFill>
              </a:rPr>
              <a:t>Keep them informed on timelines</a:t>
            </a:r>
          </a:p>
        </p:txBody>
      </p:sp>
      <p:sp>
        <p:nvSpPr>
          <p:cNvPr id="2" name="Slide Number Placeholder 5">
            <a:extLst>
              <a:ext uri="{FF2B5EF4-FFF2-40B4-BE49-F238E27FC236}">
                <a16:creationId xmlns:a16="http://schemas.microsoft.com/office/drawing/2014/main" id="{A5E69226-DA66-943A-1E8B-E468624E8213}"/>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29</a:t>
            </a:fld>
            <a:endParaRPr lang="en-US" altLang="en-US"/>
          </a:p>
        </p:txBody>
      </p:sp>
    </p:spTree>
    <p:extLst>
      <p:ext uri="{BB962C8B-B14F-4D97-AF65-F5344CB8AC3E}">
        <p14:creationId xmlns:p14="http://schemas.microsoft.com/office/powerpoint/2010/main" val="17802775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Graphic 6" descr="Money outline">
            <a:extLst>
              <a:ext uri="{FF2B5EF4-FFF2-40B4-BE49-F238E27FC236}">
                <a16:creationId xmlns:a16="http://schemas.microsoft.com/office/drawing/2014/main" id="{0C972DE8-18A8-5945-8F2F-247A289F8F31}"/>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926055" y="2364330"/>
            <a:ext cx="1770566" cy="1770566"/>
          </a:xfrm>
          <a:prstGeom prst="rect">
            <a:avLst/>
          </a:prstGeom>
        </p:spPr>
      </p:pic>
      <p:sp>
        <p:nvSpPr>
          <p:cNvPr id="3" name="Content Placeholder 2">
            <a:extLst>
              <a:ext uri="{FF2B5EF4-FFF2-40B4-BE49-F238E27FC236}">
                <a16:creationId xmlns:a16="http://schemas.microsoft.com/office/drawing/2014/main" id="{BCE27BB5-EBDC-A16A-E230-E0D2048DAB45}"/>
              </a:ext>
            </a:extLst>
          </p:cNvPr>
          <p:cNvSpPr>
            <a:spLocks noGrp="1"/>
          </p:cNvSpPr>
          <p:nvPr>
            <p:ph sz="quarter" idx="10"/>
          </p:nvPr>
        </p:nvSpPr>
        <p:spPr/>
        <p:txBody>
          <a:bodyPr/>
          <a:lstStyle/>
          <a:p>
            <a:r>
              <a:rPr lang="en-GB" dirty="0"/>
              <a:t>Sales</a:t>
            </a:r>
            <a:endParaRPr lang="en-US" dirty="0"/>
          </a:p>
        </p:txBody>
      </p:sp>
      <p:sp>
        <p:nvSpPr>
          <p:cNvPr id="12" name="Rectangle 11">
            <a:extLst>
              <a:ext uri="{FF2B5EF4-FFF2-40B4-BE49-F238E27FC236}">
                <a16:creationId xmlns:a16="http://schemas.microsoft.com/office/drawing/2014/main" id="{9F92E9C1-2B52-D44E-8B85-5AB02F8452F0}"/>
              </a:ext>
            </a:extLst>
          </p:cNvPr>
          <p:cNvSpPr/>
          <p:nvPr/>
        </p:nvSpPr>
        <p:spPr>
          <a:xfrm>
            <a:off x="3605243" y="1852808"/>
            <a:ext cx="7099269" cy="938719"/>
          </a:xfrm>
          <a:prstGeom prst="rect">
            <a:avLst/>
          </a:prstGeom>
          <a:noFill/>
        </p:spPr>
        <p:txBody>
          <a:bodyPr wrap="square" lIns="91440" tIns="45720" rIns="91440" bIns="45720">
            <a:spAutoFit/>
          </a:bodyPr>
          <a:lstStyle/>
          <a:p>
            <a:pPr>
              <a:spcBef>
                <a:spcPts val="300"/>
              </a:spcBef>
              <a:spcAft>
                <a:spcPts val="300"/>
              </a:spcAft>
            </a:pPr>
            <a:r>
              <a:rPr lang="en-US" sz="3200" dirty="0">
                <a:solidFill>
                  <a:schemeClr val="tx2"/>
                </a:solidFill>
              </a:rPr>
              <a:t>Expectations from Product</a:t>
            </a:r>
            <a:endParaRPr lang="en-US" dirty="0">
              <a:solidFill>
                <a:schemeClr val="tx2"/>
              </a:solidFill>
            </a:endParaRPr>
          </a:p>
          <a:p>
            <a:pPr>
              <a:spcBef>
                <a:spcPts val="300"/>
              </a:spcBef>
              <a:spcAft>
                <a:spcPts val="300"/>
              </a:spcAft>
            </a:pPr>
            <a:r>
              <a:rPr lang="en-US" dirty="0">
                <a:solidFill>
                  <a:schemeClr val="tx2"/>
                </a:solidFill>
              </a:rPr>
              <a:t>How can you drive more sales</a:t>
            </a:r>
          </a:p>
        </p:txBody>
      </p:sp>
      <p:sp>
        <p:nvSpPr>
          <p:cNvPr id="13" name="Rectangle 12">
            <a:extLst>
              <a:ext uri="{FF2B5EF4-FFF2-40B4-BE49-F238E27FC236}">
                <a16:creationId xmlns:a16="http://schemas.microsoft.com/office/drawing/2014/main" id="{55A42707-906D-144D-A6E8-A09EE1C77AF9}"/>
              </a:ext>
            </a:extLst>
          </p:cNvPr>
          <p:cNvSpPr/>
          <p:nvPr/>
        </p:nvSpPr>
        <p:spPr>
          <a:xfrm>
            <a:off x="3605242" y="3581400"/>
            <a:ext cx="7099269" cy="1646605"/>
          </a:xfrm>
          <a:prstGeom prst="rect">
            <a:avLst/>
          </a:prstGeom>
          <a:noFill/>
        </p:spPr>
        <p:txBody>
          <a:bodyPr wrap="square" lIns="91440" tIns="45720" rIns="91440" bIns="45720">
            <a:spAutoFit/>
          </a:bodyPr>
          <a:lstStyle/>
          <a:p>
            <a:pPr>
              <a:spcBef>
                <a:spcPts val="300"/>
              </a:spcBef>
              <a:spcAft>
                <a:spcPts val="300"/>
              </a:spcAft>
            </a:pPr>
            <a:r>
              <a:rPr lang="en-US" sz="3200" dirty="0">
                <a:solidFill>
                  <a:schemeClr val="tx2"/>
                </a:solidFill>
              </a:rPr>
              <a:t>Best Practices</a:t>
            </a:r>
          </a:p>
          <a:p>
            <a:pPr marL="342900" indent="-342900" fontAlgn="ctr">
              <a:spcBef>
                <a:spcPts val="300"/>
              </a:spcBef>
              <a:spcAft>
                <a:spcPts val="300"/>
              </a:spcAft>
              <a:buFont typeface="System Font Regular"/>
              <a:buChar char="-"/>
            </a:pPr>
            <a:r>
              <a:rPr lang="en-US" dirty="0">
                <a:solidFill>
                  <a:schemeClr val="tx2"/>
                </a:solidFill>
              </a:rPr>
              <a:t>Show Sales how this help make increase sales</a:t>
            </a:r>
          </a:p>
          <a:p>
            <a:pPr marL="342900" indent="-342900" fontAlgn="ctr">
              <a:spcBef>
                <a:spcPts val="300"/>
              </a:spcBef>
              <a:spcAft>
                <a:spcPts val="300"/>
              </a:spcAft>
              <a:buFont typeface="System Font Regular"/>
              <a:buChar char="-"/>
            </a:pPr>
            <a:r>
              <a:rPr lang="en-US" dirty="0">
                <a:solidFill>
                  <a:schemeClr val="tx2"/>
                </a:solidFill>
              </a:rPr>
              <a:t>Be responsive and keep them engaged</a:t>
            </a:r>
          </a:p>
          <a:p>
            <a:pPr marL="342900" indent="-342900" fontAlgn="ctr">
              <a:spcBef>
                <a:spcPts val="300"/>
              </a:spcBef>
              <a:spcAft>
                <a:spcPts val="300"/>
              </a:spcAft>
              <a:buFont typeface="Arial" panose="020B0604020202020204" pitchFamily="34" charset="0"/>
              <a:buChar char="•"/>
            </a:pPr>
            <a:endParaRPr lang="en-US" dirty="0">
              <a:solidFill>
                <a:schemeClr val="tx2"/>
              </a:solidFill>
            </a:endParaRPr>
          </a:p>
        </p:txBody>
      </p:sp>
      <p:sp>
        <p:nvSpPr>
          <p:cNvPr id="2" name="Slide Number Placeholder 5">
            <a:extLst>
              <a:ext uri="{FF2B5EF4-FFF2-40B4-BE49-F238E27FC236}">
                <a16:creationId xmlns:a16="http://schemas.microsoft.com/office/drawing/2014/main" id="{9134C6D4-44EF-DF5B-0AB1-28B7A0E3F7F0}"/>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30</a:t>
            </a:fld>
            <a:endParaRPr lang="en-US" altLang="en-US"/>
          </a:p>
        </p:txBody>
      </p:sp>
    </p:spTree>
    <p:extLst>
      <p:ext uri="{BB962C8B-B14F-4D97-AF65-F5344CB8AC3E}">
        <p14:creationId xmlns:p14="http://schemas.microsoft.com/office/powerpoint/2010/main" val="42121375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Group success with solid fill">
            <a:extLst>
              <a:ext uri="{FF2B5EF4-FFF2-40B4-BE49-F238E27FC236}">
                <a16:creationId xmlns:a16="http://schemas.microsoft.com/office/drawing/2014/main" id="{9A161C98-2A6F-8440-9D4C-55CAF1147D19}"/>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954088" y="2392363"/>
            <a:ext cx="1714499" cy="1714499"/>
          </a:xfrm>
          <a:prstGeom prst="rect">
            <a:avLst/>
          </a:prstGeom>
        </p:spPr>
      </p:pic>
      <p:sp>
        <p:nvSpPr>
          <p:cNvPr id="4" name="Content Placeholder 3">
            <a:extLst>
              <a:ext uri="{FF2B5EF4-FFF2-40B4-BE49-F238E27FC236}">
                <a16:creationId xmlns:a16="http://schemas.microsoft.com/office/drawing/2014/main" id="{DA6E42F4-B23A-9E65-A098-DEFE5199E90A}"/>
              </a:ext>
            </a:extLst>
          </p:cNvPr>
          <p:cNvSpPr>
            <a:spLocks noGrp="1"/>
          </p:cNvSpPr>
          <p:nvPr>
            <p:ph sz="quarter" idx="10"/>
          </p:nvPr>
        </p:nvSpPr>
        <p:spPr/>
        <p:txBody>
          <a:bodyPr/>
          <a:lstStyle/>
          <a:p>
            <a:r>
              <a:rPr lang="en-GB" dirty="0"/>
              <a:t>Customer Success</a:t>
            </a:r>
            <a:endParaRPr lang="en-US" dirty="0"/>
          </a:p>
        </p:txBody>
      </p:sp>
      <p:sp>
        <p:nvSpPr>
          <p:cNvPr id="12" name="Rectangle 11">
            <a:extLst>
              <a:ext uri="{FF2B5EF4-FFF2-40B4-BE49-F238E27FC236}">
                <a16:creationId xmlns:a16="http://schemas.microsoft.com/office/drawing/2014/main" id="{D297599D-50B4-8F4F-969C-E8007B7AEB45}"/>
              </a:ext>
            </a:extLst>
          </p:cNvPr>
          <p:cNvSpPr/>
          <p:nvPr/>
        </p:nvSpPr>
        <p:spPr>
          <a:xfrm>
            <a:off x="3605243" y="1852808"/>
            <a:ext cx="7099269" cy="1215717"/>
          </a:xfrm>
          <a:prstGeom prst="rect">
            <a:avLst/>
          </a:prstGeom>
          <a:noFill/>
        </p:spPr>
        <p:txBody>
          <a:bodyPr wrap="square" lIns="91440" tIns="45720" rIns="91440" bIns="45720">
            <a:spAutoFit/>
          </a:bodyPr>
          <a:lstStyle/>
          <a:p>
            <a:pPr>
              <a:spcBef>
                <a:spcPts val="300"/>
              </a:spcBef>
              <a:spcAft>
                <a:spcPts val="300"/>
              </a:spcAft>
            </a:pPr>
            <a:r>
              <a:rPr lang="en-US" sz="3200" dirty="0">
                <a:solidFill>
                  <a:schemeClr val="tx2"/>
                </a:solidFill>
              </a:rPr>
              <a:t>Expectations from Product</a:t>
            </a:r>
            <a:endParaRPr lang="en-US" dirty="0">
              <a:solidFill>
                <a:schemeClr val="tx2"/>
              </a:solidFill>
            </a:endParaRPr>
          </a:p>
          <a:p>
            <a:pPr>
              <a:spcBef>
                <a:spcPts val="300"/>
              </a:spcBef>
              <a:spcAft>
                <a:spcPts val="300"/>
              </a:spcAft>
            </a:pPr>
            <a:r>
              <a:rPr lang="en-US" dirty="0">
                <a:solidFill>
                  <a:schemeClr val="tx2"/>
                </a:solidFill>
              </a:rPr>
              <a:t>Information to help retain existing customers and increase revenue from them</a:t>
            </a:r>
          </a:p>
        </p:txBody>
      </p:sp>
      <p:sp>
        <p:nvSpPr>
          <p:cNvPr id="13" name="Rectangle 12">
            <a:extLst>
              <a:ext uri="{FF2B5EF4-FFF2-40B4-BE49-F238E27FC236}">
                <a16:creationId xmlns:a16="http://schemas.microsoft.com/office/drawing/2014/main" id="{E8D1E0DD-55DC-1742-BE31-56D581E5B2BD}"/>
              </a:ext>
            </a:extLst>
          </p:cNvPr>
          <p:cNvSpPr/>
          <p:nvPr/>
        </p:nvSpPr>
        <p:spPr>
          <a:xfrm>
            <a:off x="3605243" y="3581400"/>
            <a:ext cx="7099269" cy="2908489"/>
          </a:xfrm>
          <a:prstGeom prst="rect">
            <a:avLst/>
          </a:prstGeom>
          <a:noFill/>
        </p:spPr>
        <p:txBody>
          <a:bodyPr wrap="square" lIns="91440" tIns="45720" rIns="91440" bIns="45720">
            <a:spAutoFit/>
          </a:bodyPr>
          <a:lstStyle/>
          <a:p>
            <a:pPr>
              <a:spcBef>
                <a:spcPts val="300"/>
              </a:spcBef>
              <a:spcAft>
                <a:spcPts val="300"/>
              </a:spcAft>
            </a:pPr>
            <a:r>
              <a:rPr lang="en-US" sz="3200" dirty="0">
                <a:solidFill>
                  <a:schemeClr val="tx2"/>
                </a:solidFill>
              </a:rPr>
              <a:t>Best Practices</a:t>
            </a:r>
          </a:p>
          <a:p>
            <a:pPr marL="342900" indent="-342900" fontAlgn="ctr">
              <a:spcBef>
                <a:spcPts val="300"/>
              </a:spcBef>
              <a:spcAft>
                <a:spcPts val="300"/>
              </a:spcAft>
              <a:buFont typeface="System Font Regular"/>
              <a:buChar char="-"/>
            </a:pPr>
            <a:r>
              <a:rPr lang="en-US" dirty="0">
                <a:solidFill>
                  <a:schemeClr val="tx2"/>
                </a:solidFill>
              </a:rPr>
              <a:t>Customer Success teams are a valuable source for customer insights</a:t>
            </a:r>
          </a:p>
          <a:p>
            <a:pPr marL="342900" indent="-342900" fontAlgn="ctr">
              <a:spcBef>
                <a:spcPts val="300"/>
              </a:spcBef>
              <a:spcAft>
                <a:spcPts val="300"/>
              </a:spcAft>
              <a:buFont typeface="System Font Regular"/>
              <a:buChar char="-"/>
            </a:pPr>
            <a:r>
              <a:rPr lang="en-US" dirty="0">
                <a:solidFill>
                  <a:schemeClr val="tx2"/>
                </a:solidFill>
              </a:rPr>
              <a:t>Engage in product demos (sprint end, release end, etc.). </a:t>
            </a:r>
          </a:p>
          <a:p>
            <a:pPr marL="342900" indent="-342900" fontAlgn="ctr">
              <a:spcBef>
                <a:spcPts val="300"/>
              </a:spcBef>
              <a:spcAft>
                <a:spcPts val="300"/>
              </a:spcAft>
              <a:buFont typeface="System Font Regular"/>
              <a:buChar char="-"/>
            </a:pPr>
            <a:r>
              <a:rPr lang="en-US" dirty="0">
                <a:solidFill>
                  <a:schemeClr val="tx2"/>
                </a:solidFill>
              </a:rPr>
              <a:t>Updated information on product roadmap, launch dates, features, known bugs</a:t>
            </a:r>
          </a:p>
          <a:p>
            <a:pPr marL="342900" indent="-342900" fontAlgn="ctr">
              <a:spcBef>
                <a:spcPts val="300"/>
              </a:spcBef>
              <a:spcAft>
                <a:spcPts val="300"/>
              </a:spcAft>
              <a:buFont typeface="System Font Regular"/>
              <a:buChar char="-"/>
            </a:pPr>
            <a:r>
              <a:rPr lang="en-US" dirty="0">
                <a:solidFill>
                  <a:schemeClr val="tx2"/>
                </a:solidFill>
              </a:rPr>
              <a:t>Provide release notes and assist with training and onboarding</a:t>
            </a:r>
          </a:p>
          <a:p>
            <a:pPr marL="342900" indent="-342900" fontAlgn="ctr">
              <a:spcBef>
                <a:spcPts val="300"/>
              </a:spcBef>
              <a:spcAft>
                <a:spcPts val="300"/>
              </a:spcAft>
              <a:buFont typeface="System Font Regular"/>
              <a:buChar char="-"/>
            </a:pPr>
            <a:r>
              <a:rPr lang="en-US" dirty="0">
                <a:solidFill>
                  <a:schemeClr val="tx2"/>
                </a:solidFill>
              </a:rPr>
              <a:t>Pilot programs</a:t>
            </a:r>
          </a:p>
        </p:txBody>
      </p:sp>
      <p:sp>
        <p:nvSpPr>
          <p:cNvPr id="2" name="Slide Number Placeholder 5">
            <a:extLst>
              <a:ext uri="{FF2B5EF4-FFF2-40B4-BE49-F238E27FC236}">
                <a16:creationId xmlns:a16="http://schemas.microsoft.com/office/drawing/2014/main" id="{CF39A16F-24D6-853E-671D-2617F8C81645}"/>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31</a:t>
            </a:fld>
            <a:endParaRPr lang="en-US" altLang="en-US"/>
          </a:p>
        </p:txBody>
      </p:sp>
    </p:spTree>
    <p:extLst>
      <p:ext uri="{BB962C8B-B14F-4D97-AF65-F5344CB8AC3E}">
        <p14:creationId xmlns:p14="http://schemas.microsoft.com/office/powerpoint/2010/main" val="12725476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descr="Call centre with solid fill">
            <a:extLst>
              <a:ext uri="{FF2B5EF4-FFF2-40B4-BE49-F238E27FC236}">
                <a16:creationId xmlns:a16="http://schemas.microsoft.com/office/drawing/2014/main" id="{9A161C98-2A6F-8440-9D4C-55CAF1147D19}"/>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954088" y="2392363"/>
            <a:ext cx="1714499" cy="1714499"/>
          </a:xfrm>
          <a:prstGeom prst="rect">
            <a:avLst/>
          </a:prstGeom>
        </p:spPr>
      </p:pic>
      <p:sp>
        <p:nvSpPr>
          <p:cNvPr id="4" name="Content Placeholder 3">
            <a:extLst>
              <a:ext uri="{FF2B5EF4-FFF2-40B4-BE49-F238E27FC236}">
                <a16:creationId xmlns:a16="http://schemas.microsoft.com/office/drawing/2014/main" id="{DA6E42F4-B23A-9E65-A098-DEFE5199E90A}"/>
              </a:ext>
            </a:extLst>
          </p:cNvPr>
          <p:cNvSpPr>
            <a:spLocks noGrp="1"/>
          </p:cNvSpPr>
          <p:nvPr>
            <p:ph sz="quarter" idx="10"/>
          </p:nvPr>
        </p:nvSpPr>
        <p:spPr/>
        <p:txBody>
          <a:bodyPr/>
          <a:lstStyle/>
          <a:p>
            <a:r>
              <a:rPr lang="en-GB" dirty="0"/>
              <a:t>Customer Support</a:t>
            </a:r>
            <a:endParaRPr lang="en-US" dirty="0"/>
          </a:p>
        </p:txBody>
      </p:sp>
      <p:sp>
        <p:nvSpPr>
          <p:cNvPr id="12" name="Rectangle 11">
            <a:extLst>
              <a:ext uri="{FF2B5EF4-FFF2-40B4-BE49-F238E27FC236}">
                <a16:creationId xmlns:a16="http://schemas.microsoft.com/office/drawing/2014/main" id="{D297599D-50B4-8F4F-969C-E8007B7AEB45}"/>
              </a:ext>
            </a:extLst>
          </p:cNvPr>
          <p:cNvSpPr/>
          <p:nvPr/>
        </p:nvSpPr>
        <p:spPr>
          <a:xfrm>
            <a:off x="3605243" y="1852808"/>
            <a:ext cx="7099269" cy="1215717"/>
          </a:xfrm>
          <a:prstGeom prst="rect">
            <a:avLst/>
          </a:prstGeom>
          <a:noFill/>
        </p:spPr>
        <p:txBody>
          <a:bodyPr wrap="square" lIns="91440" tIns="45720" rIns="91440" bIns="45720">
            <a:spAutoFit/>
          </a:bodyPr>
          <a:lstStyle/>
          <a:p>
            <a:pPr>
              <a:spcBef>
                <a:spcPts val="300"/>
              </a:spcBef>
              <a:spcAft>
                <a:spcPts val="300"/>
              </a:spcAft>
            </a:pPr>
            <a:r>
              <a:rPr lang="en-US" sz="3200" dirty="0">
                <a:solidFill>
                  <a:schemeClr val="tx2"/>
                </a:solidFill>
              </a:rPr>
              <a:t>Expectations from Product</a:t>
            </a:r>
            <a:endParaRPr lang="en-US" dirty="0">
              <a:solidFill>
                <a:schemeClr val="tx2"/>
              </a:solidFill>
            </a:endParaRPr>
          </a:p>
          <a:p>
            <a:pPr>
              <a:spcBef>
                <a:spcPts val="300"/>
              </a:spcBef>
              <a:spcAft>
                <a:spcPts val="300"/>
              </a:spcAft>
            </a:pPr>
            <a:r>
              <a:rPr lang="en-US" dirty="0">
                <a:solidFill>
                  <a:schemeClr val="tx2"/>
                </a:solidFill>
              </a:rPr>
              <a:t>Information on possible support areas and how to support customers</a:t>
            </a:r>
          </a:p>
        </p:txBody>
      </p:sp>
      <p:sp>
        <p:nvSpPr>
          <p:cNvPr id="13" name="Rectangle 12">
            <a:extLst>
              <a:ext uri="{FF2B5EF4-FFF2-40B4-BE49-F238E27FC236}">
                <a16:creationId xmlns:a16="http://schemas.microsoft.com/office/drawing/2014/main" id="{E8D1E0DD-55DC-1742-BE31-56D581E5B2BD}"/>
              </a:ext>
            </a:extLst>
          </p:cNvPr>
          <p:cNvSpPr/>
          <p:nvPr/>
        </p:nvSpPr>
        <p:spPr>
          <a:xfrm>
            <a:off x="3605243" y="3581400"/>
            <a:ext cx="7099269" cy="2631490"/>
          </a:xfrm>
          <a:prstGeom prst="rect">
            <a:avLst/>
          </a:prstGeom>
          <a:noFill/>
        </p:spPr>
        <p:txBody>
          <a:bodyPr wrap="square" lIns="91440" tIns="45720" rIns="91440" bIns="45720">
            <a:spAutoFit/>
          </a:bodyPr>
          <a:lstStyle/>
          <a:p>
            <a:pPr>
              <a:spcBef>
                <a:spcPts val="300"/>
              </a:spcBef>
              <a:spcAft>
                <a:spcPts val="300"/>
              </a:spcAft>
            </a:pPr>
            <a:r>
              <a:rPr lang="en-US" sz="3200" dirty="0">
                <a:solidFill>
                  <a:schemeClr val="tx2"/>
                </a:solidFill>
              </a:rPr>
              <a:t>Best Practices</a:t>
            </a:r>
          </a:p>
          <a:p>
            <a:pPr marL="342900" indent="-342900" fontAlgn="ctr">
              <a:spcBef>
                <a:spcPts val="300"/>
              </a:spcBef>
              <a:spcAft>
                <a:spcPts val="300"/>
              </a:spcAft>
              <a:buFont typeface="System Font Regular"/>
              <a:buChar char="-"/>
            </a:pPr>
            <a:r>
              <a:rPr lang="en-US" dirty="0">
                <a:solidFill>
                  <a:schemeClr val="tx2"/>
                </a:solidFill>
              </a:rPr>
              <a:t>Customer Support teams are a valuable source for customer insights</a:t>
            </a:r>
          </a:p>
          <a:p>
            <a:pPr marL="342900" indent="-342900" fontAlgn="ctr">
              <a:spcBef>
                <a:spcPts val="300"/>
              </a:spcBef>
              <a:spcAft>
                <a:spcPts val="300"/>
              </a:spcAft>
              <a:buFont typeface="System Font Regular"/>
              <a:buChar char="-"/>
            </a:pPr>
            <a:r>
              <a:rPr lang="en-US" dirty="0">
                <a:solidFill>
                  <a:schemeClr val="tx2"/>
                </a:solidFill>
              </a:rPr>
              <a:t>Engage in product demos (sprint end, release end, etc.). </a:t>
            </a:r>
          </a:p>
          <a:p>
            <a:pPr marL="342900" indent="-342900" fontAlgn="ctr">
              <a:spcBef>
                <a:spcPts val="300"/>
              </a:spcBef>
              <a:spcAft>
                <a:spcPts val="300"/>
              </a:spcAft>
              <a:buFont typeface="System Font Regular"/>
              <a:buChar char="-"/>
            </a:pPr>
            <a:r>
              <a:rPr lang="en-US" dirty="0">
                <a:solidFill>
                  <a:schemeClr val="tx2"/>
                </a:solidFill>
              </a:rPr>
              <a:t>Updated information on launch dates and features</a:t>
            </a:r>
          </a:p>
          <a:p>
            <a:pPr marL="342900" indent="-342900" fontAlgn="ctr">
              <a:spcBef>
                <a:spcPts val="300"/>
              </a:spcBef>
              <a:spcAft>
                <a:spcPts val="300"/>
              </a:spcAft>
              <a:buFont typeface="System Font Regular"/>
              <a:buChar char="-"/>
            </a:pPr>
            <a:r>
              <a:rPr lang="en-US" dirty="0">
                <a:solidFill>
                  <a:schemeClr val="tx2"/>
                </a:solidFill>
              </a:rPr>
              <a:t>Information on features, known issues and resolution</a:t>
            </a:r>
          </a:p>
          <a:p>
            <a:pPr marL="342900" indent="-342900" fontAlgn="ctr">
              <a:spcBef>
                <a:spcPts val="300"/>
              </a:spcBef>
              <a:spcAft>
                <a:spcPts val="300"/>
              </a:spcAft>
              <a:buFont typeface="System Font Regular"/>
              <a:buChar char="-"/>
            </a:pPr>
            <a:r>
              <a:rPr lang="en-US" dirty="0">
                <a:solidFill>
                  <a:schemeClr val="tx2"/>
                </a:solidFill>
              </a:rPr>
              <a:t>Escalation matrix</a:t>
            </a:r>
          </a:p>
        </p:txBody>
      </p:sp>
      <p:sp>
        <p:nvSpPr>
          <p:cNvPr id="2" name="Slide Number Placeholder 5">
            <a:extLst>
              <a:ext uri="{FF2B5EF4-FFF2-40B4-BE49-F238E27FC236}">
                <a16:creationId xmlns:a16="http://schemas.microsoft.com/office/drawing/2014/main" id="{380F3384-A971-3566-C9C1-73AF061E785A}"/>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32</a:t>
            </a:fld>
            <a:endParaRPr lang="en-US" altLang="en-US"/>
          </a:p>
        </p:txBody>
      </p:sp>
    </p:spTree>
    <p:extLst>
      <p:ext uri="{BB962C8B-B14F-4D97-AF65-F5344CB8AC3E}">
        <p14:creationId xmlns:p14="http://schemas.microsoft.com/office/powerpoint/2010/main" val="14962804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F42F2EF-1F54-3B6F-7073-E2A8C10431D9}"/>
              </a:ext>
            </a:extLst>
          </p:cNvPr>
          <p:cNvSpPr>
            <a:spLocks noGrp="1"/>
          </p:cNvSpPr>
          <p:nvPr>
            <p:ph sz="quarter" idx="10"/>
          </p:nvPr>
        </p:nvSpPr>
        <p:spPr/>
        <p:txBody>
          <a:bodyPr/>
          <a:lstStyle/>
          <a:p>
            <a:r>
              <a:rPr lang="en-US" dirty="0"/>
              <a:t>Don’t Forget</a:t>
            </a:r>
          </a:p>
        </p:txBody>
      </p:sp>
      <p:graphicFrame>
        <p:nvGraphicFramePr>
          <p:cNvPr id="5" name="Diagram 4">
            <a:extLst>
              <a:ext uri="{FF2B5EF4-FFF2-40B4-BE49-F238E27FC236}">
                <a16:creationId xmlns:a16="http://schemas.microsoft.com/office/drawing/2014/main" id="{265590CB-D82D-3532-E2A7-7086D337E210}"/>
              </a:ext>
            </a:extLst>
          </p:cNvPr>
          <p:cNvGraphicFramePr/>
          <p:nvPr/>
        </p:nvGraphicFramePr>
        <p:xfrm>
          <a:off x="838200" y="2168525"/>
          <a:ext cx="10515600" cy="40084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5">
            <a:extLst>
              <a:ext uri="{FF2B5EF4-FFF2-40B4-BE49-F238E27FC236}">
                <a16:creationId xmlns:a16="http://schemas.microsoft.com/office/drawing/2014/main" id="{3A1DF0E5-CEE5-A2FD-6103-A5C694B18995}"/>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33</a:t>
            </a:fld>
            <a:endParaRPr lang="en-US" altLang="en-US"/>
          </a:p>
        </p:txBody>
      </p:sp>
    </p:spTree>
    <p:extLst>
      <p:ext uri="{BB962C8B-B14F-4D97-AF65-F5344CB8AC3E}">
        <p14:creationId xmlns:p14="http://schemas.microsoft.com/office/powerpoint/2010/main" val="18381531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8776BC-7D73-DA29-67B3-D2EB4160B5FF}"/>
              </a:ext>
            </a:extLst>
          </p:cNvPr>
          <p:cNvSpPr>
            <a:spLocks noGrp="1"/>
          </p:cNvSpPr>
          <p:nvPr>
            <p:ph sz="quarter" idx="10"/>
          </p:nvPr>
        </p:nvSpPr>
        <p:spPr/>
        <p:txBody>
          <a:bodyPr/>
          <a:lstStyle/>
          <a:p>
            <a:r>
              <a:rPr lang="en-US" dirty="0"/>
              <a:t>Business Functions – Their Influence</a:t>
            </a:r>
          </a:p>
        </p:txBody>
      </p:sp>
    </p:spTree>
    <p:extLst>
      <p:ext uri="{BB962C8B-B14F-4D97-AF65-F5344CB8AC3E}">
        <p14:creationId xmlns:p14="http://schemas.microsoft.com/office/powerpoint/2010/main" val="1729082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C00D063-70DB-4DA2-C10A-2DFB0E4E9899}"/>
              </a:ext>
            </a:extLst>
          </p:cNvPr>
          <p:cNvSpPr>
            <a:spLocks noGrp="1"/>
          </p:cNvSpPr>
          <p:nvPr>
            <p:ph sz="quarter" idx="10"/>
          </p:nvPr>
        </p:nvSpPr>
        <p:spPr>
          <a:xfrm>
            <a:off x="406400" y="152400"/>
            <a:ext cx="8432800" cy="1143000"/>
          </a:xfrm>
        </p:spPr>
        <p:txBody>
          <a:bodyPr wrap="square" anchor="ctr">
            <a:normAutofit/>
          </a:bodyPr>
          <a:lstStyle/>
          <a:p>
            <a:pPr>
              <a:spcAft>
                <a:spcPts val="600"/>
              </a:spcAft>
            </a:pPr>
            <a:r>
              <a:rPr lang="en-US" dirty="0"/>
              <a:t>Influence Areas</a:t>
            </a:r>
            <a:endParaRPr lang="en-US"/>
          </a:p>
        </p:txBody>
      </p:sp>
      <p:graphicFrame>
        <p:nvGraphicFramePr>
          <p:cNvPr id="6" name="Content Placeholder 2">
            <a:extLst>
              <a:ext uri="{FF2B5EF4-FFF2-40B4-BE49-F238E27FC236}">
                <a16:creationId xmlns:a16="http://schemas.microsoft.com/office/drawing/2014/main" id="{764BBB18-349F-6035-75D0-5AC9F238742B}"/>
              </a:ext>
            </a:extLst>
          </p:cNvPr>
          <p:cNvGraphicFramePr>
            <a:graphicFrameLocks noGrp="1"/>
          </p:cNvGraphicFramePr>
          <p:nvPr>
            <p:ph idx="1"/>
            <p:extLst>
              <p:ext uri="{D42A27DB-BD31-4B8C-83A1-F6EECF244321}">
                <p14:modId xmlns:p14="http://schemas.microsoft.com/office/powerpoint/2010/main" val="3051299176"/>
              </p:ext>
            </p:extLst>
          </p:nvPr>
        </p:nvGraphicFramePr>
        <p:xfrm>
          <a:off x="406400" y="1493838"/>
          <a:ext cx="109728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5">
            <a:extLst>
              <a:ext uri="{FF2B5EF4-FFF2-40B4-BE49-F238E27FC236}">
                <a16:creationId xmlns:a16="http://schemas.microsoft.com/office/drawing/2014/main" id="{5C0CD77A-B834-065A-8971-CCF1B9CDD50A}"/>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35</a:t>
            </a:fld>
            <a:endParaRPr lang="en-US" altLang="en-US"/>
          </a:p>
        </p:txBody>
      </p:sp>
    </p:spTree>
    <p:extLst>
      <p:ext uri="{BB962C8B-B14F-4D97-AF65-F5344CB8AC3E}">
        <p14:creationId xmlns:p14="http://schemas.microsoft.com/office/powerpoint/2010/main" val="21425881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4C00F20-F21E-7B19-D47C-2DED5C79BCE8}"/>
              </a:ext>
            </a:extLst>
          </p:cNvPr>
          <p:cNvSpPr>
            <a:spLocks noGrp="1"/>
          </p:cNvSpPr>
          <p:nvPr>
            <p:ph idx="1"/>
          </p:nvPr>
        </p:nvSpPr>
        <p:spPr/>
        <p:txBody>
          <a:bodyPr/>
          <a:lstStyle/>
          <a:p>
            <a:r>
              <a:rPr lang="en-US" dirty="0"/>
              <a:t>Try to understand 2 of your key stakeholders, their:</a:t>
            </a:r>
          </a:p>
          <a:p>
            <a:pPr>
              <a:buFontTx/>
              <a:buChar char="-"/>
            </a:pPr>
            <a:r>
              <a:rPr lang="en-US" dirty="0"/>
              <a:t>Motivations</a:t>
            </a:r>
          </a:p>
          <a:p>
            <a:pPr>
              <a:buFontTx/>
              <a:buChar char="-"/>
            </a:pPr>
            <a:r>
              <a:rPr lang="en-US" dirty="0"/>
              <a:t>Goals</a:t>
            </a:r>
          </a:p>
          <a:p>
            <a:pPr>
              <a:buFontTx/>
              <a:buChar char="-"/>
            </a:pPr>
            <a:r>
              <a:rPr lang="en-US" dirty="0"/>
              <a:t>Everyday activities</a:t>
            </a:r>
          </a:p>
          <a:p>
            <a:pPr>
              <a:buFontTx/>
              <a:buChar char="-"/>
            </a:pPr>
            <a:r>
              <a:rPr lang="en-US" dirty="0"/>
              <a:t>Frustrations</a:t>
            </a:r>
          </a:p>
          <a:p>
            <a:pPr>
              <a:buFontTx/>
              <a:buChar char="-"/>
            </a:pPr>
            <a:r>
              <a:rPr lang="en-US" dirty="0"/>
              <a:t>Fears</a:t>
            </a:r>
          </a:p>
        </p:txBody>
      </p:sp>
      <p:sp>
        <p:nvSpPr>
          <p:cNvPr id="3" name="Content Placeholder 2">
            <a:extLst>
              <a:ext uri="{FF2B5EF4-FFF2-40B4-BE49-F238E27FC236}">
                <a16:creationId xmlns:a16="http://schemas.microsoft.com/office/drawing/2014/main" id="{AF55FDED-AE87-EE1F-BEC7-ECD0609B31AA}"/>
              </a:ext>
            </a:extLst>
          </p:cNvPr>
          <p:cNvSpPr>
            <a:spLocks noGrp="1"/>
          </p:cNvSpPr>
          <p:nvPr>
            <p:ph sz="quarter" idx="10"/>
          </p:nvPr>
        </p:nvSpPr>
        <p:spPr/>
        <p:txBody>
          <a:bodyPr/>
          <a:lstStyle/>
          <a:p>
            <a:r>
              <a:rPr lang="en-US" dirty="0"/>
              <a:t>Recommended Activity</a:t>
            </a:r>
          </a:p>
        </p:txBody>
      </p:sp>
    </p:spTree>
    <p:extLst>
      <p:ext uri="{BB962C8B-B14F-4D97-AF65-F5344CB8AC3E}">
        <p14:creationId xmlns:p14="http://schemas.microsoft.com/office/powerpoint/2010/main" val="364175648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6ADC1C-0818-3F64-D1AB-84F2F14DE9FC}"/>
              </a:ext>
            </a:extLst>
          </p:cNvPr>
          <p:cNvSpPr>
            <a:spLocks noGrp="1"/>
          </p:cNvSpPr>
          <p:nvPr>
            <p:ph idx="1"/>
          </p:nvPr>
        </p:nvSpPr>
        <p:spPr>
          <a:xfrm>
            <a:off x="406400" y="1493838"/>
            <a:ext cx="10972800" cy="4525963"/>
          </a:xfrm>
        </p:spPr>
        <p:txBody>
          <a:bodyPr/>
          <a:lstStyle/>
          <a:p>
            <a:r>
              <a:rPr lang="en-US" dirty="0"/>
              <a:t>Communication: External Stakeholders</a:t>
            </a:r>
          </a:p>
          <a:p>
            <a:pPr>
              <a:buFontTx/>
              <a:buChar char="-"/>
            </a:pPr>
            <a:r>
              <a:rPr lang="en-US" dirty="0"/>
              <a:t>Engaging with customers</a:t>
            </a:r>
          </a:p>
          <a:p>
            <a:pPr>
              <a:buFontTx/>
              <a:buChar char="-"/>
            </a:pPr>
            <a:r>
              <a:rPr lang="en-US" dirty="0"/>
              <a:t>Engaging with partners (suppliers/ resellers)</a:t>
            </a:r>
          </a:p>
          <a:p>
            <a:pPr>
              <a:buFontTx/>
              <a:buChar char="-"/>
            </a:pPr>
            <a:r>
              <a:rPr lang="en-US" dirty="0"/>
              <a:t>Building positive external relationships</a:t>
            </a:r>
          </a:p>
          <a:p>
            <a:pPr>
              <a:buFontTx/>
              <a:buChar char="-"/>
            </a:pPr>
            <a:r>
              <a:rPr lang="en-US" dirty="0"/>
              <a:t>Strategy Co-creation with Customers/ Partners/ Suppliers</a:t>
            </a:r>
          </a:p>
          <a:p>
            <a:pPr>
              <a:buFontTx/>
              <a:buChar char="-"/>
            </a:pPr>
            <a:r>
              <a:rPr lang="en-US" dirty="0"/>
              <a:t>Customer Advisory Boards </a:t>
            </a:r>
          </a:p>
        </p:txBody>
      </p:sp>
      <p:sp>
        <p:nvSpPr>
          <p:cNvPr id="3" name="Content Placeholder 2">
            <a:extLst>
              <a:ext uri="{FF2B5EF4-FFF2-40B4-BE49-F238E27FC236}">
                <a16:creationId xmlns:a16="http://schemas.microsoft.com/office/drawing/2014/main" id="{294A2C39-CACD-535E-7FE1-2E375D460458}"/>
              </a:ext>
            </a:extLst>
          </p:cNvPr>
          <p:cNvSpPr>
            <a:spLocks noGrp="1"/>
          </p:cNvSpPr>
          <p:nvPr>
            <p:ph sz="quarter" idx="10"/>
          </p:nvPr>
        </p:nvSpPr>
        <p:spPr>
          <a:xfrm>
            <a:off x="406400" y="152400"/>
            <a:ext cx="8432800" cy="1143000"/>
          </a:xfrm>
        </p:spPr>
        <p:txBody>
          <a:bodyPr/>
          <a:lstStyle/>
          <a:p>
            <a:r>
              <a:rPr lang="en-US" dirty="0"/>
              <a:t>Next Week</a:t>
            </a:r>
          </a:p>
        </p:txBody>
      </p:sp>
      <p:sp>
        <p:nvSpPr>
          <p:cNvPr id="4" name="Slide Number Placeholder 5">
            <a:extLst>
              <a:ext uri="{FF2B5EF4-FFF2-40B4-BE49-F238E27FC236}">
                <a16:creationId xmlns:a16="http://schemas.microsoft.com/office/drawing/2014/main" id="{0A6DBCBC-E2AF-9123-3F99-14A8EC305861}"/>
              </a:ext>
            </a:extLst>
          </p:cNvPr>
          <p:cNvSpPr txBox="1">
            <a:spLocks/>
          </p:cNvSpPr>
          <p:nvPr/>
        </p:nvSpPr>
        <p:spPr>
          <a:xfrm>
            <a:off x="406400" y="6553200"/>
            <a:ext cx="889000" cy="299852"/>
          </a:xfrm>
          <a:prstGeom prst="rect">
            <a:avLst/>
          </a:prstGeom>
        </p:spPr>
        <p:txBody>
          <a:bodyPr vert="horz" wrap="square" lIns="91440" tIns="45720" rIns="91440" bIns="45720" numCol="1" anchor="ctr" anchorCtr="0" compatLnSpc="1">
            <a:prstTxWarp prst="textNoShape">
              <a:avLst/>
            </a:prstTxWarp>
          </a:bodyPr>
          <a:lstStyle>
            <a:defPPr>
              <a:defRPr lang="en-US"/>
            </a:defPPr>
            <a:lvl1pPr algn="r" rtl="0" fontAlgn="base">
              <a:spcBef>
                <a:spcPct val="0"/>
              </a:spcBef>
              <a:spcAft>
                <a:spcPct val="0"/>
              </a:spcAft>
              <a:defRPr sz="1200" kern="1200">
                <a:solidFill>
                  <a:srgbClr val="898989"/>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fld id="{614D22B9-C88A-F74D-986E-88AF5B093992}" type="slidenum">
              <a:rPr lang="en-US" altLang="en-US" smtClean="0"/>
              <a:pPr algn="l"/>
              <a:t>37</a:t>
            </a:fld>
            <a:endParaRPr lang="en-US" altLang="en-US"/>
          </a:p>
        </p:txBody>
      </p:sp>
    </p:spTree>
    <p:extLst>
      <p:ext uri="{BB962C8B-B14F-4D97-AF65-F5344CB8AC3E}">
        <p14:creationId xmlns:p14="http://schemas.microsoft.com/office/powerpoint/2010/main" val="38321120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Yellow question mark">
            <a:extLst>
              <a:ext uri="{FF2B5EF4-FFF2-40B4-BE49-F238E27FC236}">
                <a16:creationId xmlns:a16="http://schemas.microsoft.com/office/drawing/2014/main" id="{945051E4-7DF1-B8D8-8CED-FBB80F8B84CF}"/>
              </a:ext>
            </a:extLst>
          </p:cNvPr>
          <p:cNvPicPr>
            <a:picLocks noChangeAspect="1"/>
          </p:cNvPicPr>
          <p:nvPr/>
        </p:nvPicPr>
        <p:blipFill rotWithShape="1">
          <a:blip r:embed="rId2"/>
          <a:srcRect t="7220" b="24035"/>
          <a:stretch/>
        </p:blipFill>
        <p:spPr>
          <a:xfrm>
            <a:off x="406400" y="1493838"/>
            <a:ext cx="10972800" cy="4525963"/>
          </a:xfrm>
          <a:prstGeom prst="rect">
            <a:avLst/>
          </a:prstGeom>
          <a:noFill/>
        </p:spPr>
      </p:pic>
      <p:sp>
        <p:nvSpPr>
          <p:cNvPr id="3" name="Content Placeholder 2">
            <a:extLst>
              <a:ext uri="{FF2B5EF4-FFF2-40B4-BE49-F238E27FC236}">
                <a16:creationId xmlns:a16="http://schemas.microsoft.com/office/drawing/2014/main" id="{3D05FEBE-E629-CB0D-C790-59E04B28EFE3}"/>
              </a:ext>
            </a:extLst>
          </p:cNvPr>
          <p:cNvSpPr>
            <a:spLocks noGrp="1"/>
          </p:cNvSpPr>
          <p:nvPr>
            <p:ph sz="quarter" idx="10"/>
          </p:nvPr>
        </p:nvSpPr>
        <p:spPr>
          <a:xfrm>
            <a:off x="406400" y="152400"/>
            <a:ext cx="8432800" cy="1143000"/>
          </a:xfrm>
        </p:spPr>
        <p:txBody>
          <a:bodyPr wrap="square" anchor="ctr">
            <a:normAutofit/>
          </a:bodyPr>
          <a:lstStyle/>
          <a:p>
            <a:pPr>
              <a:spcAft>
                <a:spcPts val="600"/>
              </a:spcAft>
            </a:pPr>
            <a:r>
              <a:rPr lang="en-US" dirty="0"/>
              <a:t>Questions</a:t>
            </a:r>
            <a:endParaRPr lang="en-US"/>
          </a:p>
        </p:txBody>
      </p:sp>
    </p:spTree>
    <p:extLst>
      <p:ext uri="{BB962C8B-B14F-4D97-AF65-F5344CB8AC3E}">
        <p14:creationId xmlns:p14="http://schemas.microsoft.com/office/powerpoint/2010/main" val="14048162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F12238A47FFD45821235F014964B92" ma:contentTypeVersion="7" ma:contentTypeDescription="Create a new document." ma:contentTypeScope="" ma:versionID="524f645c567f48f68415b738ed3c3e5a">
  <xsd:schema xmlns:xsd="http://www.w3.org/2001/XMLSchema" xmlns:xs="http://www.w3.org/2001/XMLSchema" xmlns:p="http://schemas.microsoft.com/office/2006/metadata/properties" xmlns:ns2="62c752f1-bd77-4b32-bcd5-44afe1204fc4" targetNamespace="http://schemas.microsoft.com/office/2006/metadata/properties" ma:root="true" ma:fieldsID="ad7003b6bdea35659c5076b91058063b" ns2:_="">
    <xsd:import namespace="62c752f1-bd77-4b32-bcd5-44afe1204f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c752f1-bd77-4b32-bcd5-44afe1204fc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65C3EF3-2A4C-4170-8476-BEF4C4BF1B7E}"/>
</file>

<file path=customXml/itemProps2.xml><?xml version="1.0" encoding="utf-8"?>
<ds:datastoreItem xmlns:ds="http://schemas.openxmlformats.org/officeDocument/2006/customXml" ds:itemID="{95B8B8FD-C1F7-4485-9C0C-83FC4FEC17E6}"/>
</file>

<file path=customXml/itemProps3.xml><?xml version="1.0" encoding="utf-8"?>
<ds:datastoreItem xmlns:ds="http://schemas.openxmlformats.org/officeDocument/2006/customXml" ds:itemID="{D5AB4D7C-97DE-4918-B4A8-0B717EB34E2A}"/>
</file>

<file path=docProps/app.xml><?xml version="1.0" encoding="utf-8"?>
<Properties xmlns="http://schemas.openxmlformats.org/officeDocument/2006/extended-properties" xmlns:vt="http://schemas.openxmlformats.org/officeDocument/2006/docPropsVTypes">
  <Template/>
  <TotalTime>10307</TotalTime>
  <Words>2691</Words>
  <Application>Microsoft Macintosh PowerPoint</Application>
  <PresentationFormat>Widescreen</PresentationFormat>
  <Paragraphs>388</Paragraphs>
  <Slides>38</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38</vt:i4>
      </vt:variant>
    </vt:vector>
  </HeadingPairs>
  <TitlesOfParts>
    <vt:vector size="47" baseType="lpstr">
      <vt:lpstr>Aptos</vt:lpstr>
      <vt:lpstr>Arial</vt:lpstr>
      <vt:lpstr>Avenir Book</vt:lpstr>
      <vt:lpstr>Calibri</vt:lpstr>
      <vt:lpstr>Montserrat</vt:lpstr>
      <vt:lpstr>Rofaela</vt:lpstr>
      <vt:lpstr>System Font Regular</vt:lpstr>
      <vt:lpstr>Times New Roman</vt:lpstr>
      <vt:lpstr>Office Theme</vt:lpstr>
      <vt:lpstr>Communication, Estimation &amp; Negotiation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Rahul Mohandas (RMd)</cp:lastModifiedBy>
  <cp:revision>115</cp:revision>
  <dcterms:created xsi:type="dcterms:W3CDTF">2011-09-14T09:42:05Z</dcterms:created>
  <dcterms:modified xsi:type="dcterms:W3CDTF">2025-08-21T15:16:32Z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0x010100C2F12238A47FFD45821235F014964B92</vt:lpwstr>
  </property>
</Properties>
</file>