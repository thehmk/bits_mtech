
<file path=[Content_Types].xml><?xml version="1.0" encoding="utf-8"?>
<Types xmlns="http://schemas.openxmlformats.org/package/2006/content-types">
  <Default Extension="jpeg" ContentType="image/jpeg"/>
  <Default Extension="jpg!d" ContentType="image/jpeg"/>
  <Default Extension="mp4" ContentType="video/mp4"/>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0" r:id="rId2"/>
    <p:sldId id="257" r:id="rId3"/>
    <p:sldId id="262" r:id="rId4"/>
    <p:sldId id="4218" r:id="rId5"/>
    <p:sldId id="4229" r:id="rId6"/>
    <p:sldId id="4230" r:id="rId7"/>
    <p:sldId id="4231" r:id="rId8"/>
    <p:sldId id="4191" r:id="rId9"/>
    <p:sldId id="4222" r:id="rId10"/>
    <p:sldId id="4224" r:id="rId11"/>
    <p:sldId id="4232" r:id="rId12"/>
    <p:sldId id="4225" r:id="rId13"/>
    <p:sldId id="4220" r:id="rId14"/>
    <p:sldId id="4219" r:id="rId15"/>
    <p:sldId id="4137" r:id="rId16"/>
    <p:sldId id="4138" r:id="rId17"/>
    <p:sldId id="256" r:id="rId18"/>
    <p:sldId id="279" r:id="rId19"/>
    <p:sldId id="272" r:id="rId20"/>
    <p:sldId id="4198" r:id="rId21"/>
    <p:sldId id="4199" r:id="rId22"/>
    <p:sldId id="4221" r:id="rId23"/>
    <p:sldId id="4226" r:id="rId24"/>
    <p:sldId id="4227" r:id="rId25"/>
    <p:sldId id="4223" r:id="rId26"/>
    <p:sldId id="4228" r:id="rId27"/>
    <p:sldId id="4216" r:id="rId28"/>
    <p:sldId id="4217" r:id="rId29"/>
    <p:sldId id="4170" r:id="rId30"/>
    <p:sldId id="4174" r:id="rId3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5DF34-F561-4445-882C-60DF1D73B574}" v="15" dt="2025-08-24T02:22:10.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62808"/>
  </p:normalViewPr>
  <p:slideViewPr>
    <p:cSldViewPr showGuides="1">
      <p:cViewPr varScale="1">
        <p:scale>
          <a:sx n="72" d="100"/>
          <a:sy n="72" d="100"/>
        </p:scale>
        <p:origin x="2448" y="208"/>
      </p:cViewPr>
      <p:guideLst>
        <p:guide orient="horz" pos="2256"/>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ohandas (RMd)" userId="cdc53f0a-00cb-4490-8a90-22675af5e74d" providerId="ADAL" clId="{26497C4E-7530-B24C-A741-53AC2938EA5D}"/>
    <pc:docChg chg="undo redo custSel addSld delSld modSld sldOrd">
      <pc:chgData name="Rahul Mohandas (RMd)" userId="cdc53f0a-00cb-4490-8a90-22675af5e74d" providerId="ADAL" clId="{26497C4E-7530-B24C-A741-53AC2938EA5D}" dt="2024-08-11T10:08:43.883" v="2047" actId="20577"/>
      <pc:docMkLst>
        <pc:docMk/>
      </pc:docMkLst>
      <pc:sldChg chg="modSp mod">
        <pc:chgData name="Rahul Mohandas (RMd)" userId="cdc53f0a-00cb-4490-8a90-22675af5e74d" providerId="ADAL" clId="{26497C4E-7530-B24C-A741-53AC2938EA5D}" dt="2024-08-11T10:08:43.883" v="2047" actId="20577"/>
        <pc:sldMkLst>
          <pc:docMk/>
          <pc:sldMk cId="0" sldId="257"/>
        </pc:sldMkLst>
      </pc:sldChg>
      <pc:sldChg chg="modSp mod">
        <pc:chgData name="Rahul Mohandas (RMd)" userId="cdc53f0a-00cb-4490-8a90-22675af5e74d" providerId="ADAL" clId="{26497C4E-7530-B24C-A741-53AC2938EA5D}" dt="2024-08-10T16:38:27.494" v="10" actId="20577"/>
        <pc:sldMkLst>
          <pc:docMk/>
          <pc:sldMk cId="2301697734" sldId="262"/>
        </pc:sldMkLst>
      </pc:sldChg>
      <pc:sldChg chg="del">
        <pc:chgData name="Rahul Mohandas (RMd)" userId="cdc53f0a-00cb-4490-8a90-22675af5e74d" providerId="ADAL" clId="{26497C4E-7530-B24C-A741-53AC2938EA5D}" dt="2024-08-10T16:38:54.261" v="48" actId="2696"/>
        <pc:sldMkLst>
          <pc:docMk/>
          <pc:sldMk cId="0" sldId="294"/>
        </pc:sldMkLst>
      </pc:sldChg>
      <pc:sldChg chg="del">
        <pc:chgData name="Rahul Mohandas (RMd)" userId="cdc53f0a-00cb-4490-8a90-22675af5e74d" providerId="ADAL" clId="{26497C4E-7530-B24C-A741-53AC2938EA5D}" dt="2024-08-10T16:38:54.735" v="49" actId="2696"/>
        <pc:sldMkLst>
          <pc:docMk/>
          <pc:sldMk cId="0" sldId="295"/>
        </pc:sldMkLst>
      </pc:sldChg>
      <pc:sldChg chg="del">
        <pc:chgData name="Rahul Mohandas (RMd)" userId="cdc53f0a-00cb-4490-8a90-22675af5e74d" providerId="ADAL" clId="{26497C4E-7530-B24C-A741-53AC2938EA5D}" dt="2024-08-10T16:38:53.865" v="47" actId="2696"/>
        <pc:sldMkLst>
          <pc:docMk/>
          <pc:sldMk cId="0" sldId="296"/>
        </pc:sldMkLst>
      </pc:sldChg>
      <pc:sldChg chg="del">
        <pc:chgData name="Rahul Mohandas (RMd)" userId="cdc53f0a-00cb-4490-8a90-22675af5e74d" providerId="ADAL" clId="{26497C4E-7530-B24C-A741-53AC2938EA5D}" dt="2024-08-10T16:38:55.417" v="50" actId="2696"/>
        <pc:sldMkLst>
          <pc:docMk/>
          <pc:sldMk cId="0" sldId="297"/>
        </pc:sldMkLst>
      </pc:sldChg>
      <pc:sldChg chg="del">
        <pc:chgData name="Rahul Mohandas (RMd)" userId="cdc53f0a-00cb-4490-8a90-22675af5e74d" providerId="ADAL" clId="{26497C4E-7530-B24C-A741-53AC2938EA5D}" dt="2024-08-10T16:38:52.955" v="45" actId="2696"/>
        <pc:sldMkLst>
          <pc:docMk/>
          <pc:sldMk cId="1807058818" sldId="300"/>
        </pc:sldMkLst>
      </pc:sldChg>
      <pc:sldChg chg="del">
        <pc:chgData name="Rahul Mohandas (RMd)" userId="cdc53f0a-00cb-4490-8a90-22675af5e74d" providerId="ADAL" clId="{26497C4E-7530-B24C-A741-53AC2938EA5D}" dt="2024-08-10T16:38:53.406" v="46" actId="2696"/>
        <pc:sldMkLst>
          <pc:docMk/>
          <pc:sldMk cId="3529612723" sldId="301"/>
        </pc:sldMkLst>
      </pc:sldChg>
      <pc:sldChg chg="addSp delSp modSp mod chgLayout">
        <pc:chgData name="Rahul Mohandas (RMd)" userId="cdc53f0a-00cb-4490-8a90-22675af5e74d" providerId="ADAL" clId="{26497C4E-7530-B24C-A741-53AC2938EA5D}" dt="2024-08-11T06:20:38.125" v="2046" actId="6264"/>
        <pc:sldMkLst>
          <pc:docMk/>
          <pc:sldMk cId="3832112072" sldId="4170"/>
        </pc:sldMkLst>
      </pc:sldChg>
      <pc:sldChg chg="del">
        <pc:chgData name="Rahul Mohandas (RMd)" userId="cdc53f0a-00cb-4490-8a90-22675af5e74d" providerId="ADAL" clId="{26497C4E-7530-B24C-A741-53AC2938EA5D}" dt="2024-08-10T16:38:56.501" v="51" actId="2696"/>
        <pc:sldMkLst>
          <pc:docMk/>
          <pc:sldMk cId="1715918371" sldId="4175"/>
        </pc:sldMkLst>
      </pc:sldChg>
      <pc:sldChg chg="del">
        <pc:chgData name="Rahul Mohandas (RMd)" userId="cdc53f0a-00cb-4490-8a90-22675af5e74d" providerId="ADAL" clId="{26497C4E-7530-B24C-A741-53AC2938EA5D}" dt="2024-08-10T16:38:57.785" v="53" actId="2696"/>
        <pc:sldMkLst>
          <pc:docMk/>
          <pc:sldMk cId="39210274" sldId="4176"/>
        </pc:sldMkLst>
      </pc:sldChg>
      <pc:sldChg chg="del">
        <pc:chgData name="Rahul Mohandas (RMd)" userId="cdc53f0a-00cb-4490-8a90-22675af5e74d" providerId="ADAL" clId="{26497C4E-7530-B24C-A741-53AC2938EA5D}" dt="2024-08-10T16:39:01.891" v="59" actId="2696"/>
        <pc:sldMkLst>
          <pc:docMk/>
          <pc:sldMk cId="525733354" sldId="4178"/>
        </pc:sldMkLst>
      </pc:sldChg>
      <pc:sldChg chg="del">
        <pc:chgData name="Rahul Mohandas (RMd)" userId="cdc53f0a-00cb-4490-8a90-22675af5e74d" providerId="ADAL" clId="{26497C4E-7530-B24C-A741-53AC2938EA5D}" dt="2024-08-10T16:38:58.428" v="54" actId="2696"/>
        <pc:sldMkLst>
          <pc:docMk/>
          <pc:sldMk cId="1051106196" sldId="4179"/>
        </pc:sldMkLst>
      </pc:sldChg>
      <pc:sldChg chg="del">
        <pc:chgData name="Rahul Mohandas (RMd)" userId="cdc53f0a-00cb-4490-8a90-22675af5e74d" providerId="ADAL" clId="{26497C4E-7530-B24C-A741-53AC2938EA5D}" dt="2024-08-10T16:38:58.942" v="55" actId="2696"/>
        <pc:sldMkLst>
          <pc:docMk/>
          <pc:sldMk cId="3294583850" sldId="4181"/>
        </pc:sldMkLst>
      </pc:sldChg>
      <pc:sldChg chg="del">
        <pc:chgData name="Rahul Mohandas (RMd)" userId="cdc53f0a-00cb-4490-8a90-22675af5e74d" providerId="ADAL" clId="{26497C4E-7530-B24C-A741-53AC2938EA5D}" dt="2024-08-10T16:38:49.575" v="43" actId="2696"/>
        <pc:sldMkLst>
          <pc:docMk/>
          <pc:sldMk cId="791699772" sldId="4183"/>
        </pc:sldMkLst>
      </pc:sldChg>
      <pc:sldChg chg="del">
        <pc:chgData name="Rahul Mohandas (RMd)" userId="cdc53f0a-00cb-4490-8a90-22675af5e74d" providerId="ADAL" clId="{26497C4E-7530-B24C-A741-53AC2938EA5D}" dt="2024-08-10T16:38:59.468" v="56" actId="2696"/>
        <pc:sldMkLst>
          <pc:docMk/>
          <pc:sldMk cId="4236916943" sldId="4184"/>
        </pc:sldMkLst>
      </pc:sldChg>
      <pc:sldChg chg="del">
        <pc:chgData name="Rahul Mohandas (RMd)" userId="cdc53f0a-00cb-4490-8a90-22675af5e74d" providerId="ADAL" clId="{26497C4E-7530-B24C-A741-53AC2938EA5D}" dt="2024-08-10T16:39:00.150" v="57" actId="2696"/>
        <pc:sldMkLst>
          <pc:docMk/>
          <pc:sldMk cId="3813146382" sldId="4185"/>
        </pc:sldMkLst>
      </pc:sldChg>
      <pc:sldChg chg="del">
        <pc:chgData name="Rahul Mohandas (RMd)" userId="cdc53f0a-00cb-4490-8a90-22675af5e74d" providerId="ADAL" clId="{26497C4E-7530-B24C-A741-53AC2938EA5D}" dt="2024-08-10T16:39:00.803" v="58" actId="2696"/>
        <pc:sldMkLst>
          <pc:docMk/>
          <pc:sldMk cId="2093650038" sldId="4186"/>
        </pc:sldMkLst>
      </pc:sldChg>
      <pc:sldChg chg="del">
        <pc:chgData name="Rahul Mohandas (RMd)" userId="cdc53f0a-00cb-4490-8a90-22675af5e74d" providerId="ADAL" clId="{26497C4E-7530-B24C-A741-53AC2938EA5D}" dt="2024-08-10T16:38:56.951" v="52" actId="2696"/>
        <pc:sldMkLst>
          <pc:docMk/>
          <pc:sldMk cId="368787866" sldId="4187"/>
        </pc:sldMkLst>
      </pc:sldChg>
      <pc:sldChg chg="del">
        <pc:chgData name="Rahul Mohandas (RMd)" userId="cdc53f0a-00cb-4490-8a90-22675af5e74d" providerId="ADAL" clId="{26497C4E-7530-B24C-A741-53AC2938EA5D}" dt="2024-08-10T16:38:52.228" v="44" actId="2696"/>
        <pc:sldMkLst>
          <pc:docMk/>
          <pc:sldMk cId="2460590757" sldId="4188"/>
        </pc:sldMkLst>
      </pc:sldChg>
      <pc:sldChg chg="del">
        <pc:chgData name="Rahul Mohandas (RMd)" userId="cdc53f0a-00cb-4490-8a90-22675af5e74d" providerId="ADAL" clId="{26497C4E-7530-B24C-A741-53AC2938EA5D}" dt="2024-08-10T16:38:48.104" v="41" actId="2696"/>
        <pc:sldMkLst>
          <pc:docMk/>
          <pc:sldMk cId="399935353" sldId="4189"/>
        </pc:sldMkLst>
      </pc:sldChg>
      <pc:sldChg chg="del">
        <pc:chgData name="Rahul Mohandas (RMd)" userId="cdc53f0a-00cb-4490-8a90-22675af5e74d" providerId="ADAL" clId="{26497C4E-7530-B24C-A741-53AC2938EA5D}" dt="2024-08-10T16:38:48.111" v="42" actId="2696"/>
        <pc:sldMkLst>
          <pc:docMk/>
          <pc:sldMk cId="4157782236" sldId="4190"/>
        </pc:sldMkLst>
      </pc:sldChg>
      <pc:sldChg chg="modSp new mod">
        <pc:chgData name="Rahul Mohandas (RMd)" userId="cdc53f0a-00cb-4490-8a90-22675af5e74d" providerId="ADAL" clId="{26497C4E-7530-B24C-A741-53AC2938EA5D}" dt="2024-08-11T04:30:52.718" v="442" actId="20577"/>
        <pc:sldMkLst>
          <pc:docMk/>
          <pc:sldMk cId="1863019508" sldId="4191"/>
        </pc:sldMkLst>
      </pc:sldChg>
      <pc:sldChg chg="modSp new mod ord">
        <pc:chgData name="Rahul Mohandas (RMd)" userId="cdc53f0a-00cb-4490-8a90-22675af5e74d" providerId="ADAL" clId="{26497C4E-7530-B24C-A741-53AC2938EA5D}" dt="2024-08-11T04:35:39.165" v="498" actId="20577"/>
        <pc:sldMkLst>
          <pc:docMk/>
          <pc:sldMk cId="1519144150" sldId="4192"/>
        </pc:sldMkLst>
      </pc:sldChg>
      <pc:sldChg chg="addSp delSp modSp new mod modClrScheme chgLayout">
        <pc:chgData name="Rahul Mohandas (RMd)" userId="cdc53f0a-00cb-4490-8a90-22675af5e74d" providerId="ADAL" clId="{26497C4E-7530-B24C-A741-53AC2938EA5D}" dt="2024-08-11T04:32:32.685" v="447"/>
        <pc:sldMkLst>
          <pc:docMk/>
          <pc:sldMk cId="2413290457" sldId="4193"/>
        </pc:sldMkLst>
      </pc:sldChg>
      <pc:sldChg chg="addSp delSp modSp new mod ord">
        <pc:chgData name="Rahul Mohandas (RMd)" userId="cdc53f0a-00cb-4490-8a90-22675af5e74d" providerId="ADAL" clId="{26497C4E-7530-B24C-A741-53AC2938EA5D}" dt="2024-08-11T04:59:47.641" v="1304"/>
        <pc:sldMkLst>
          <pc:docMk/>
          <pc:sldMk cId="3200134892" sldId="4194"/>
        </pc:sldMkLst>
      </pc:sldChg>
      <pc:sldChg chg="addSp delSp modSp new mod">
        <pc:chgData name="Rahul Mohandas (RMd)" userId="cdc53f0a-00cb-4490-8a90-22675af5e74d" providerId="ADAL" clId="{26497C4E-7530-B24C-A741-53AC2938EA5D}" dt="2024-08-11T04:59:44.309" v="1302"/>
        <pc:sldMkLst>
          <pc:docMk/>
          <pc:sldMk cId="3739314591" sldId="4195"/>
        </pc:sldMkLst>
      </pc:sldChg>
      <pc:sldChg chg="addSp delSp modSp new mod">
        <pc:chgData name="Rahul Mohandas (RMd)" userId="cdc53f0a-00cb-4490-8a90-22675af5e74d" providerId="ADAL" clId="{26497C4E-7530-B24C-A741-53AC2938EA5D}" dt="2024-08-11T04:59:45.940" v="1303"/>
        <pc:sldMkLst>
          <pc:docMk/>
          <pc:sldMk cId="408449925" sldId="4196"/>
        </pc:sldMkLst>
      </pc:sldChg>
      <pc:sldChg chg="addSp delSp modSp new mod modClrScheme chgLayout">
        <pc:chgData name="Rahul Mohandas (RMd)" userId="cdc53f0a-00cb-4490-8a90-22675af5e74d" providerId="ADAL" clId="{26497C4E-7530-B24C-A741-53AC2938EA5D}" dt="2024-08-11T06:19:14.011" v="2034" actId="20577"/>
        <pc:sldMkLst>
          <pc:docMk/>
          <pc:sldMk cId="79606075" sldId="4197"/>
        </pc:sldMkLst>
      </pc:sldChg>
      <pc:sldChg chg="addSp delSp modSp new mod modClrScheme chgLayout">
        <pc:chgData name="Rahul Mohandas (RMd)" userId="cdc53f0a-00cb-4490-8a90-22675af5e74d" providerId="ADAL" clId="{26497C4E-7530-B24C-A741-53AC2938EA5D}" dt="2024-08-11T04:34:23.379" v="464" actId="20577"/>
        <pc:sldMkLst>
          <pc:docMk/>
          <pc:sldMk cId="4244090390" sldId="4198"/>
        </pc:sldMkLst>
      </pc:sldChg>
      <pc:sldChg chg="addSp delSp modSp new mod modClrScheme chgLayout">
        <pc:chgData name="Rahul Mohandas (RMd)" userId="cdc53f0a-00cb-4490-8a90-22675af5e74d" providerId="ADAL" clId="{26497C4E-7530-B24C-A741-53AC2938EA5D}" dt="2024-08-11T04:36:05.930" v="519" actId="20577"/>
        <pc:sldMkLst>
          <pc:docMk/>
          <pc:sldMk cId="4251697485" sldId="4199"/>
        </pc:sldMkLst>
      </pc:sldChg>
      <pc:sldChg chg="addSp delSp modSp new mod modClrScheme chgLayout">
        <pc:chgData name="Rahul Mohandas (RMd)" userId="cdc53f0a-00cb-4490-8a90-22675af5e74d" providerId="ADAL" clId="{26497C4E-7530-B24C-A741-53AC2938EA5D}" dt="2024-08-11T04:57:20.255" v="1150" actId="5793"/>
        <pc:sldMkLst>
          <pc:docMk/>
          <pc:sldMk cId="1746968758" sldId="4200"/>
        </pc:sldMkLst>
      </pc:sldChg>
      <pc:sldChg chg="addSp delSp modSp new mod modClrScheme chgLayout">
        <pc:chgData name="Rahul Mohandas (RMd)" userId="cdc53f0a-00cb-4490-8a90-22675af5e74d" providerId="ADAL" clId="{26497C4E-7530-B24C-A741-53AC2938EA5D}" dt="2024-08-11T05:43:55.332" v="1431" actId="20577"/>
        <pc:sldMkLst>
          <pc:docMk/>
          <pc:sldMk cId="3687925654" sldId="4201"/>
        </pc:sldMkLst>
      </pc:sldChg>
      <pc:sldChg chg="addSp modSp new mod ord modClrScheme chgLayout">
        <pc:chgData name="Rahul Mohandas (RMd)" userId="cdc53f0a-00cb-4490-8a90-22675af5e74d" providerId="ADAL" clId="{26497C4E-7530-B24C-A741-53AC2938EA5D}" dt="2024-08-11T04:46:00.583" v="673" actId="20578"/>
        <pc:sldMkLst>
          <pc:docMk/>
          <pc:sldMk cId="2433204486" sldId="4202"/>
        </pc:sldMkLst>
      </pc:sldChg>
      <pc:sldChg chg="addSp modSp new mod">
        <pc:chgData name="Rahul Mohandas (RMd)" userId="cdc53f0a-00cb-4490-8a90-22675af5e74d" providerId="ADAL" clId="{26497C4E-7530-B24C-A741-53AC2938EA5D}" dt="2024-08-11T05:45:17.639" v="1462" actId="20577"/>
        <pc:sldMkLst>
          <pc:docMk/>
          <pc:sldMk cId="2719943156" sldId="4203"/>
        </pc:sldMkLst>
      </pc:sldChg>
      <pc:sldChg chg="addSp delSp modSp new mod modClrScheme chgLayout">
        <pc:chgData name="Rahul Mohandas (RMd)" userId="cdc53f0a-00cb-4490-8a90-22675af5e74d" providerId="ADAL" clId="{26497C4E-7530-B24C-A741-53AC2938EA5D}" dt="2024-08-11T05:43:07.013" v="1403" actId="20577"/>
        <pc:sldMkLst>
          <pc:docMk/>
          <pc:sldMk cId="2644135828" sldId="4204"/>
        </pc:sldMkLst>
      </pc:sldChg>
      <pc:sldChg chg="addSp delSp modSp new mod modClrScheme chgLayout">
        <pc:chgData name="Rahul Mohandas (RMd)" userId="cdc53f0a-00cb-4490-8a90-22675af5e74d" providerId="ADAL" clId="{26497C4E-7530-B24C-A741-53AC2938EA5D}" dt="2024-08-11T04:59:22.017" v="1301" actId="20577"/>
        <pc:sldMkLst>
          <pc:docMk/>
          <pc:sldMk cId="3190222591" sldId="4205"/>
        </pc:sldMkLst>
      </pc:sldChg>
      <pc:sldChg chg="modSp new mod">
        <pc:chgData name="Rahul Mohandas (RMd)" userId="cdc53f0a-00cb-4490-8a90-22675af5e74d" providerId="ADAL" clId="{26497C4E-7530-B24C-A741-53AC2938EA5D}" dt="2024-08-11T05:42:22.332" v="1385" actId="20577"/>
        <pc:sldMkLst>
          <pc:docMk/>
          <pc:sldMk cId="1769403112" sldId="4206"/>
        </pc:sldMkLst>
      </pc:sldChg>
      <pc:sldChg chg="modSp add mod">
        <pc:chgData name="Rahul Mohandas (RMd)" userId="cdc53f0a-00cb-4490-8a90-22675af5e74d" providerId="ADAL" clId="{26497C4E-7530-B24C-A741-53AC2938EA5D}" dt="2024-08-11T05:52:04.909" v="1548" actId="121"/>
        <pc:sldMkLst>
          <pc:docMk/>
          <pc:sldMk cId="3717781636" sldId="4207"/>
        </pc:sldMkLst>
      </pc:sldChg>
      <pc:sldChg chg="modSp new mod modClrScheme chgLayout">
        <pc:chgData name="Rahul Mohandas (RMd)" userId="cdc53f0a-00cb-4490-8a90-22675af5e74d" providerId="ADAL" clId="{26497C4E-7530-B24C-A741-53AC2938EA5D}" dt="2024-08-11T05:53:02.454" v="1578" actId="700"/>
        <pc:sldMkLst>
          <pc:docMk/>
          <pc:sldMk cId="2998439081" sldId="4208"/>
        </pc:sldMkLst>
      </pc:sldChg>
      <pc:sldChg chg="addSp delSp modSp new mod modClrScheme chgLayout">
        <pc:chgData name="Rahul Mohandas (RMd)" userId="cdc53f0a-00cb-4490-8a90-22675af5e74d" providerId="ADAL" clId="{26497C4E-7530-B24C-A741-53AC2938EA5D}" dt="2024-08-11T05:53:15.462" v="1591" actId="20577"/>
        <pc:sldMkLst>
          <pc:docMk/>
          <pc:sldMk cId="303049574" sldId="4209"/>
        </pc:sldMkLst>
      </pc:sldChg>
      <pc:sldChg chg="modSp new mod">
        <pc:chgData name="Rahul Mohandas (RMd)" userId="cdc53f0a-00cb-4490-8a90-22675af5e74d" providerId="ADAL" clId="{26497C4E-7530-B24C-A741-53AC2938EA5D}" dt="2024-08-11T05:53:42.982" v="1627" actId="20577"/>
        <pc:sldMkLst>
          <pc:docMk/>
          <pc:sldMk cId="1080664823" sldId="4210"/>
        </pc:sldMkLst>
      </pc:sldChg>
      <pc:sldChg chg="modSp new mod">
        <pc:chgData name="Rahul Mohandas (RMd)" userId="cdc53f0a-00cb-4490-8a90-22675af5e74d" providerId="ADAL" clId="{26497C4E-7530-B24C-A741-53AC2938EA5D}" dt="2024-08-11T05:54:33.073" v="1669" actId="20577"/>
        <pc:sldMkLst>
          <pc:docMk/>
          <pc:sldMk cId="1151640591" sldId="4211"/>
        </pc:sldMkLst>
      </pc:sldChg>
      <pc:sldChg chg="addSp delSp modSp new mod">
        <pc:chgData name="Rahul Mohandas (RMd)" userId="cdc53f0a-00cb-4490-8a90-22675af5e74d" providerId="ADAL" clId="{26497C4E-7530-B24C-A741-53AC2938EA5D}" dt="2024-08-11T06:07:22.016" v="1816" actId="20577"/>
        <pc:sldMkLst>
          <pc:docMk/>
          <pc:sldMk cId="3502321957" sldId="4212"/>
        </pc:sldMkLst>
      </pc:sldChg>
    </pc:docChg>
  </pc:docChgLst>
  <pc:docChgLst>
    <pc:chgData name="Rahul Mohandas (RMd)" userId="cdc53f0a-00cb-4490-8a90-22675af5e74d" providerId="ADAL" clId="{27642D6F-5C6D-E94E-8259-BB6042076223}"/>
    <pc:docChg chg="undo redo custSel addSld delSld modSld sldOrd">
      <pc:chgData name="Rahul Mohandas (RMd)" userId="cdc53f0a-00cb-4490-8a90-22675af5e74d" providerId="ADAL" clId="{27642D6F-5C6D-E94E-8259-BB6042076223}" dt="2024-08-04T12:21:58.530" v="5587" actId="20577"/>
      <pc:docMkLst>
        <pc:docMk/>
      </pc:docMkLst>
      <pc:sldChg chg="modSp mod">
        <pc:chgData name="Rahul Mohandas (RMd)" userId="cdc53f0a-00cb-4490-8a90-22675af5e74d" providerId="ADAL" clId="{27642D6F-5C6D-E94E-8259-BB6042076223}" dt="2024-08-01T13:59:06.986" v="6" actId="20577"/>
        <pc:sldMkLst>
          <pc:docMk/>
          <pc:sldMk cId="0" sldId="257"/>
        </pc:sldMkLst>
      </pc:sldChg>
      <pc:sldChg chg="modSp mod">
        <pc:chgData name="Rahul Mohandas (RMd)" userId="cdc53f0a-00cb-4490-8a90-22675af5e74d" providerId="ADAL" clId="{27642D6F-5C6D-E94E-8259-BB6042076223}" dt="2024-08-04T03:52:40.835" v="2322"/>
        <pc:sldMkLst>
          <pc:docMk/>
          <pc:sldMk cId="2301697734" sldId="262"/>
        </pc:sldMkLst>
      </pc:sldChg>
      <pc:sldChg chg="del">
        <pc:chgData name="Rahul Mohandas (RMd)" userId="cdc53f0a-00cb-4490-8a90-22675af5e74d" providerId="ADAL" clId="{27642D6F-5C6D-E94E-8259-BB6042076223}" dt="2024-08-01T13:59:48.404" v="35" actId="2696"/>
        <pc:sldMkLst>
          <pc:docMk/>
          <pc:sldMk cId="3607683791" sldId="263"/>
        </pc:sldMkLst>
      </pc:sldChg>
      <pc:sldChg chg="del">
        <pc:chgData name="Rahul Mohandas (RMd)" userId="cdc53f0a-00cb-4490-8a90-22675af5e74d" providerId="ADAL" clId="{27642D6F-5C6D-E94E-8259-BB6042076223}" dt="2024-08-01T13:59:50.742" v="40" actId="2696"/>
        <pc:sldMkLst>
          <pc:docMk/>
          <pc:sldMk cId="772219433" sldId="293"/>
        </pc:sldMkLst>
      </pc:sldChg>
      <pc:sldChg chg="add">
        <pc:chgData name="Rahul Mohandas (RMd)" userId="cdc53f0a-00cb-4490-8a90-22675af5e74d" providerId="ADAL" clId="{27642D6F-5C6D-E94E-8259-BB6042076223}" dt="2024-08-01T14:01:54.392" v="52"/>
        <pc:sldMkLst>
          <pc:docMk/>
          <pc:sldMk cId="0" sldId="294"/>
        </pc:sldMkLst>
      </pc:sldChg>
      <pc:sldChg chg="add">
        <pc:chgData name="Rahul Mohandas (RMd)" userId="cdc53f0a-00cb-4490-8a90-22675af5e74d" providerId="ADAL" clId="{27642D6F-5C6D-E94E-8259-BB6042076223}" dt="2024-08-01T14:01:54.392" v="52"/>
        <pc:sldMkLst>
          <pc:docMk/>
          <pc:sldMk cId="0" sldId="295"/>
        </pc:sldMkLst>
      </pc:sldChg>
      <pc:sldChg chg="add ord">
        <pc:chgData name="Rahul Mohandas (RMd)" userId="cdc53f0a-00cb-4490-8a90-22675af5e74d" providerId="ADAL" clId="{27642D6F-5C6D-E94E-8259-BB6042076223}" dt="2024-08-01T14:02:04.280" v="54" actId="20578"/>
        <pc:sldMkLst>
          <pc:docMk/>
          <pc:sldMk cId="0" sldId="296"/>
        </pc:sldMkLst>
      </pc:sldChg>
      <pc:sldChg chg="modSp add mod">
        <pc:chgData name="Rahul Mohandas (RMd)" userId="cdc53f0a-00cb-4490-8a90-22675af5e74d" providerId="ADAL" clId="{27642D6F-5C6D-E94E-8259-BB6042076223}" dt="2024-08-03T13:52:43.936" v="1978" actId="207"/>
        <pc:sldMkLst>
          <pc:docMk/>
          <pc:sldMk cId="0" sldId="297"/>
        </pc:sldMkLst>
      </pc:sldChg>
      <pc:sldChg chg="add del">
        <pc:chgData name="Rahul Mohandas (RMd)" userId="cdc53f0a-00cb-4490-8a90-22675af5e74d" providerId="ADAL" clId="{27642D6F-5C6D-E94E-8259-BB6042076223}" dt="2024-08-04T03:53:05.252" v="2323" actId="2696"/>
        <pc:sldMkLst>
          <pc:docMk/>
          <pc:sldMk cId="1807058818" sldId="300"/>
        </pc:sldMkLst>
      </pc:sldChg>
      <pc:sldChg chg="add del modNotesTx">
        <pc:chgData name="Rahul Mohandas (RMd)" userId="cdc53f0a-00cb-4490-8a90-22675af5e74d" providerId="ADAL" clId="{27642D6F-5C6D-E94E-8259-BB6042076223}" dt="2024-08-04T12:21:58.530" v="5587" actId="20577"/>
        <pc:sldMkLst>
          <pc:docMk/>
          <pc:sldMk cId="3529612723" sldId="301"/>
        </pc:sldMkLst>
      </pc:sldChg>
      <pc:sldChg chg="del">
        <pc:chgData name="Rahul Mohandas (RMd)" userId="cdc53f0a-00cb-4490-8a90-22675af5e74d" providerId="ADAL" clId="{27642D6F-5C6D-E94E-8259-BB6042076223}" dt="2024-08-01T13:59:48.372" v="32" actId="2696"/>
        <pc:sldMkLst>
          <pc:docMk/>
          <pc:sldMk cId="2363286591" sldId="4124"/>
        </pc:sldMkLst>
      </pc:sldChg>
      <pc:sldChg chg="del">
        <pc:chgData name="Rahul Mohandas (RMd)" userId="cdc53f0a-00cb-4490-8a90-22675af5e74d" providerId="ADAL" clId="{27642D6F-5C6D-E94E-8259-BB6042076223}" dt="2024-08-01T13:59:51.184" v="41" actId="2696"/>
        <pc:sldMkLst>
          <pc:docMk/>
          <pc:sldMk cId="2700900967" sldId="4127"/>
        </pc:sldMkLst>
      </pc:sldChg>
      <pc:sldChg chg="del">
        <pc:chgData name="Rahul Mohandas (RMd)" userId="cdc53f0a-00cb-4490-8a90-22675af5e74d" providerId="ADAL" clId="{27642D6F-5C6D-E94E-8259-BB6042076223}" dt="2024-08-01T13:59:48.370" v="31" actId="2696"/>
        <pc:sldMkLst>
          <pc:docMk/>
          <pc:sldMk cId="1041053728" sldId="4148"/>
        </pc:sldMkLst>
      </pc:sldChg>
      <pc:sldChg chg="del">
        <pc:chgData name="Rahul Mohandas (RMd)" userId="cdc53f0a-00cb-4490-8a90-22675af5e74d" providerId="ADAL" clId="{27642D6F-5C6D-E94E-8259-BB6042076223}" dt="2024-08-01T13:59:48.408" v="36" actId="2696"/>
        <pc:sldMkLst>
          <pc:docMk/>
          <pc:sldMk cId="2653173988" sldId="4153"/>
        </pc:sldMkLst>
      </pc:sldChg>
      <pc:sldChg chg="del">
        <pc:chgData name="Rahul Mohandas (RMd)" userId="cdc53f0a-00cb-4490-8a90-22675af5e74d" providerId="ADAL" clId="{27642D6F-5C6D-E94E-8259-BB6042076223}" dt="2024-08-01T13:59:48.409" v="37" actId="2696"/>
        <pc:sldMkLst>
          <pc:docMk/>
          <pc:sldMk cId="3536281384" sldId="4156"/>
        </pc:sldMkLst>
      </pc:sldChg>
      <pc:sldChg chg="del">
        <pc:chgData name="Rahul Mohandas (RMd)" userId="cdc53f0a-00cb-4490-8a90-22675af5e74d" providerId="ADAL" clId="{27642D6F-5C6D-E94E-8259-BB6042076223}" dt="2024-08-01T13:59:48.415" v="38" actId="2696"/>
        <pc:sldMkLst>
          <pc:docMk/>
          <pc:sldMk cId="3956292136" sldId="4157"/>
        </pc:sldMkLst>
      </pc:sldChg>
      <pc:sldChg chg="addSp delSp modSp add del mod chgLayout">
        <pc:chgData name="Rahul Mohandas (RMd)" userId="cdc53f0a-00cb-4490-8a90-22675af5e74d" providerId="ADAL" clId="{27642D6F-5C6D-E94E-8259-BB6042076223}" dt="2024-08-04T12:13:49.979" v="5031" actId="2696"/>
        <pc:sldMkLst>
          <pc:docMk/>
          <pc:sldMk cId="3832112072" sldId="4170"/>
        </pc:sldMkLst>
      </pc:sldChg>
      <pc:sldChg chg="add del">
        <pc:chgData name="Rahul Mohandas (RMd)" userId="cdc53f0a-00cb-4490-8a90-22675af5e74d" providerId="ADAL" clId="{27642D6F-5C6D-E94E-8259-BB6042076223}" dt="2024-08-04T12:13:50.720" v="5032" actId="2696"/>
        <pc:sldMkLst>
          <pc:docMk/>
          <pc:sldMk cId="1404816291" sldId="4174"/>
        </pc:sldMkLst>
      </pc:sldChg>
      <pc:sldChg chg="modSp new mod modNotesTx">
        <pc:chgData name="Rahul Mohandas (RMd)" userId="cdc53f0a-00cb-4490-8a90-22675af5e74d" providerId="ADAL" clId="{27642D6F-5C6D-E94E-8259-BB6042076223}" dt="2024-08-04T06:15:47.609" v="3247" actId="20577"/>
        <pc:sldMkLst>
          <pc:docMk/>
          <pc:sldMk cId="1715918371" sldId="4175"/>
        </pc:sldMkLst>
      </pc:sldChg>
      <pc:sldChg chg="new del">
        <pc:chgData name="Rahul Mohandas (RMd)" userId="cdc53f0a-00cb-4490-8a90-22675af5e74d" providerId="ADAL" clId="{27642D6F-5C6D-E94E-8259-BB6042076223}" dt="2024-08-01T14:01:56.300" v="53" actId="2696"/>
        <pc:sldMkLst>
          <pc:docMk/>
          <pc:sldMk cId="2934423065" sldId="4175"/>
        </pc:sldMkLst>
      </pc:sldChg>
      <pc:sldChg chg="modSp new mod modNotesTx">
        <pc:chgData name="Rahul Mohandas (RMd)" userId="cdc53f0a-00cb-4490-8a90-22675af5e74d" providerId="ADAL" clId="{27642D6F-5C6D-E94E-8259-BB6042076223}" dt="2024-08-04T12:21:37.947" v="5586" actId="20577"/>
        <pc:sldMkLst>
          <pc:docMk/>
          <pc:sldMk cId="39210274" sldId="4176"/>
        </pc:sldMkLst>
      </pc:sldChg>
      <pc:sldChg chg="del">
        <pc:chgData name="Rahul Mohandas (RMd)" userId="cdc53f0a-00cb-4490-8a90-22675af5e74d" providerId="ADAL" clId="{27642D6F-5C6D-E94E-8259-BB6042076223}" dt="2024-08-01T13:59:48.402" v="33" actId="2696"/>
        <pc:sldMkLst>
          <pc:docMk/>
          <pc:sldMk cId="3160900679" sldId="4176"/>
        </pc:sldMkLst>
      </pc:sldChg>
      <pc:sldChg chg="del">
        <pc:chgData name="Rahul Mohandas (RMd)" userId="cdc53f0a-00cb-4490-8a90-22675af5e74d" providerId="ADAL" clId="{27642D6F-5C6D-E94E-8259-BB6042076223}" dt="2024-08-01T13:59:50.311" v="39" actId="2696"/>
        <pc:sldMkLst>
          <pc:docMk/>
          <pc:sldMk cId="2515472185" sldId="4177"/>
        </pc:sldMkLst>
      </pc:sldChg>
      <pc:sldChg chg="modSp new del mod modNotesTx">
        <pc:chgData name="Rahul Mohandas (RMd)" userId="cdc53f0a-00cb-4490-8a90-22675af5e74d" providerId="ADAL" clId="{27642D6F-5C6D-E94E-8259-BB6042076223}" dt="2024-08-03T14:29:46.959" v="2058" actId="2696"/>
        <pc:sldMkLst>
          <pc:docMk/>
          <pc:sldMk cId="3964588462" sldId="4177"/>
        </pc:sldMkLst>
      </pc:sldChg>
      <pc:sldChg chg="addSp modSp add del mod modNotesTx">
        <pc:chgData name="Rahul Mohandas (RMd)" userId="cdc53f0a-00cb-4490-8a90-22675af5e74d" providerId="ADAL" clId="{27642D6F-5C6D-E94E-8259-BB6042076223}" dt="2024-08-04T12:21:17.930" v="5585" actId="20577"/>
        <pc:sldMkLst>
          <pc:docMk/>
          <pc:sldMk cId="525733354" sldId="4178"/>
        </pc:sldMkLst>
      </pc:sldChg>
      <pc:sldChg chg="del">
        <pc:chgData name="Rahul Mohandas (RMd)" userId="cdc53f0a-00cb-4490-8a90-22675af5e74d" providerId="ADAL" clId="{27642D6F-5C6D-E94E-8259-BB6042076223}" dt="2024-08-01T13:59:53.089" v="43" actId="2696"/>
        <pc:sldMkLst>
          <pc:docMk/>
          <pc:sldMk cId="1779549199" sldId="4178"/>
        </pc:sldMkLst>
      </pc:sldChg>
      <pc:sldChg chg="addSp delSp modSp new del mod modClrScheme chgLayout modNotesTx">
        <pc:chgData name="Rahul Mohandas (RMd)" userId="cdc53f0a-00cb-4490-8a90-22675af5e74d" providerId="ADAL" clId="{27642D6F-5C6D-E94E-8259-BB6042076223}" dt="2024-08-04T06:18:33.528" v="3258" actId="2696"/>
        <pc:sldMkLst>
          <pc:docMk/>
          <pc:sldMk cId="4239298598" sldId="4178"/>
        </pc:sldMkLst>
      </pc:sldChg>
      <pc:sldChg chg="addSp delSp modSp new mod modClrScheme chgLayout">
        <pc:chgData name="Rahul Mohandas (RMd)" userId="cdc53f0a-00cb-4490-8a90-22675af5e74d" providerId="ADAL" clId="{27642D6F-5C6D-E94E-8259-BB6042076223}" dt="2024-08-01T14:08:28.169" v="528" actId="20577"/>
        <pc:sldMkLst>
          <pc:docMk/>
          <pc:sldMk cId="1051106196" sldId="4179"/>
        </pc:sldMkLst>
      </pc:sldChg>
      <pc:sldChg chg="del">
        <pc:chgData name="Rahul Mohandas (RMd)" userId="cdc53f0a-00cb-4490-8a90-22675af5e74d" providerId="ADAL" clId="{27642D6F-5C6D-E94E-8259-BB6042076223}" dt="2024-08-01T13:59:57.154" v="49" actId="2696"/>
        <pc:sldMkLst>
          <pc:docMk/>
          <pc:sldMk cId="1578609614" sldId="4180"/>
        </pc:sldMkLst>
      </pc:sldChg>
      <pc:sldChg chg="addSp delSp modSp new del mod modClrScheme chgLayout">
        <pc:chgData name="Rahul Mohandas (RMd)" userId="cdc53f0a-00cb-4490-8a90-22675af5e74d" providerId="ADAL" clId="{27642D6F-5C6D-E94E-8259-BB6042076223}" dt="2024-08-03T13:22:43.103" v="1162" actId="2696"/>
        <pc:sldMkLst>
          <pc:docMk/>
          <pc:sldMk cId="3321143509" sldId="4180"/>
        </pc:sldMkLst>
      </pc:sldChg>
      <pc:sldChg chg="del">
        <pc:chgData name="Rahul Mohandas (RMd)" userId="cdc53f0a-00cb-4490-8a90-22675af5e74d" providerId="ADAL" clId="{27642D6F-5C6D-E94E-8259-BB6042076223}" dt="2024-08-01T13:59:54.506" v="45" actId="2696"/>
        <pc:sldMkLst>
          <pc:docMk/>
          <pc:sldMk cId="2019615523" sldId="4181"/>
        </pc:sldMkLst>
      </pc:sldChg>
      <pc:sldChg chg="addSp delSp modSp new mod chgLayout">
        <pc:chgData name="Rahul Mohandas (RMd)" userId="cdc53f0a-00cb-4490-8a90-22675af5e74d" providerId="ADAL" clId="{27642D6F-5C6D-E94E-8259-BB6042076223}" dt="2024-08-04T05:04:11.586" v="2711" actId="20577"/>
        <pc:sldMkLst>
          <pc:docMk/>
          <pc:sldMk cId="3294583850" sldId="4181"/>
        </pc:sldMkLst>
      </pc:sldChg>
      <pc:sldChg chg="new del">
        <pc:chgData name="Rahul Mohandas (RMd)" userId="cdc53f0a-00cb-4490-8a90-22675af5e74d" providerId="ADAL" clId="{27642D6F-5C6D-E94E-8259-BB6042076223}" dt="2024-08-03T13:22:41.098" v="1161" actId="2696"/>
        <pc:sldMkLst>
          <pc:docMk/>
          <pc:sldMk cId="1021282562" sldId="4182"/>
        </pc:sldMkLst>
      </pc:sldChg>
      <pc:sldChg chg="del">
        <pc:chgData name="Rahul Mohandas (RMd)" userId="cdc53f0a-00cb-4490-8a90-22675af5e74d" providerId="ADAL" clId="{27642D6F-5C6D-E94E-8259-BB6042076223}" dt="2024-08-01T13:59:53.828" v="44" actId="2696"/>
        <pc:sldMkLst>
          <pc:docMk/>
          <pc:sldMk cId="1916913562" sldId="4182"/>
        </pc:sldMkLst>
      </pc:sldChg>
      <pc:sldChg chg="add modNotesTx">
        <pc:chgData name="Rahul Mohandas (RMd)" userId="cdc53f0a-00cb-4490-8a90-22675af5e74d" providerId="ADAL" clId="{27642D6F-5C6D-E94E-8259-BB6042076223}" dt="2024-08-04T06:14:28.465" v="3180" actId="20577"/>
        <pc:sldMkLst>
          <pc:docMk/>
          <pc:sldMk cId="791699772" sldId="4183"/>
        </pc:sldMkLst>
      </pc:sldChg>
      <pc:sldChg chg="modSp new del mod modNotesTx">
        <pc:chgData name="Rahul Mohandas (RMd)" userId="cdc53f0a-00cb-4490-8a90-22675af5e74d" providerId="ADAL" clId="{27642D6F-5C6D-E94E-8259-BB6042076223}" dt="2024-08-04T03:52:08.347" v="2319" actId="2696"/>
        <pc:sldMkLst>
          <pc:docMk/>
          <pc:sldMk cId="4209310940" sldId="4183"/>
        </pc:sldMkLst>
      </pc:sldChg>
      <pc:sldChg chg="del">
        <pc:chgData name="Rahul Mohandas (RMd)" userId="cdc53f0a-00cb-4490-8a90-22675af5e74d" providerId="ADAL" clId="{27642D6F-5C6D-E94E-8259-BB6042076223}" dt="2024-08-01T13:59:54.989" v="46" actId="2696"/>
        <pc:sldMkLst>
          <pc:docMk/>
          <pc:sldMk cId="1962266202" sldId="4184"/>
        </pc:sldMkLst>
      </pc:sldChg>
      <pc:sldChg chg="addSp delSp modSp new add del mod modClrScheme chgLayout modNotesTx">
        <pc:chgData name="Rahul Mohandas (RMd)" userId="cdc53f0a-00cb-4490-8a90-22675af5e74d" providerId="ADAL" clId="{27642D6F-5C6D-E94E-8259-BB6042076223}" dt="2024-08-04T12:15:42.887" v="5144" actId="14100"/>
        <pc:sldMkLst>
          <pc:docMk/>
          <pc:sldMk cId="4236916943" sldId="4184"/>
        </pc:sldMkLst>
      </pc:sldChg>
      <pc:sldChg chg="del">
        <pc:chgData name="Rahul Mohandas (RMd)" userId="cdc53f0a-00cb-4490-8a90-22675af5e74d" providerId="ADAL" clId="{27642D6F-5C6D-E94E-8259-BB6042076223}" dt="2024-08-01T13:59:55.478" v="47" actId="2696"/>
        <pc:sldMkLst>
          <pc:docMk/>
          <pc:sldMk cId="166545887" sldId="4185"/>
        </pc:sldMkLst>
      </pc:sldChg>
      <pc:sldChg chg="addSp modSp new add del mod modNotesTx">
        <pc:chgData name="Rahul Mohandas (RMd)" userId="cdc53f0a-00cb-4490-8a90-22675af5e74d" providerId="ADAL" clId="{27642D6F-5C6D-E94E-8259-BB6042076223}" dt="2024-08-04T12:18:47.295" v="5327" actId="20577"/>
        <pc:sldMkLst>
          <pc:docMk/>
          <pc:sldMk cId="3813146382" sldId="4185"/>
        </pc:sldMkLst>
      </pc:sldChg>
      <pc:sldChg chg="addSp modSp new add del mod modNotesTx">
        <pc:chgData name="Rahul Mohandas (RMd)" userId="cdc53f0a-00cb-4490-8a90-22675af5e74d" providerId="ADAL" clId="{27642D6F-5C6D-E94E-8259-BB6042076223}" dt="2024-08-04T12:20:07.754" v="5482" actId="20577"/>
        <pc:sldMkLst>
          <pc:docMk/>
          <pc:sldMk cId="2093650038" sldId="4186"/>
        </pc:sldMkLst>
      </pc:sldChg>
      <pc:sldChg chg="del">
        <pc:chgData name="Rahul Mohandas (RMd)" userId="cdc53f0a-00cb-4490-8a90-22675af5e74d" providerId="ADAL" clId="{27642D6F-5C6D-E94E-8259-BB6042076223}" dt="2024-08-01T13:59:55.957" v="48" actId="2696"/>
        <pc:sldMkLst>
          <pc:docMk/>
          <pc:sldMk cId="3538695487" sldId="4186"/>
        </pc:sldMkLst>
      </pc:sldChg>
      <pc:sldChg chg="modSp add mod">
        <pc:chgData name="Rahul Mohandas (RMd)" userId="cdc53f0a-00cb-4490-8a90-22675af5e74d" providerId="ADAL" clId="{27642D6F-5C6D-E94E-8259-BB6042076223}" dt="2024-08-03T13:53:27.094" v="2001" actId="20577"/>
        <pc:sldMkLst>
          <pc:docMk/>
          <pc:sldMk cId="368787866" sldId="4187"/>
        </pc:sldMkLst>
      </pc:sldChg>
      <pc:sldChg chg="del">
        <pc:chgData name="Rahul Mohandas (RMd)" userId="cdc53f0a-00cb-4490-8a90-22675af5e74d" providerId="ADAL" clId="{27642D6F-5C6D-E94E-8259-BB6042076223}" dt="2024-08-01T13:59:52.205" v="42" actId="2696"/>
        <pc:sldMkLst>
          <pc:docMk/>
          <pc:sldMk cId="2954272492" sldId="4187"/>
        </pc:sldMkLst>
      </pc:sldChg>
      <pc:sldChg chg="add">
        <pc:chgData name="Rahul Mohandas (RMd)" userId="cdc53f0a-00cb-4490-8a90-22675af5e74d" providerId="ADAL" clId="{27642D6F-5C6D-E94E-8259-BB6042076223}" dt="2024-08-04T03:52:22.184" v="2320"/>
        <pc:sldMkLst>
          <pc:docMk/>
          <pc:sldMk cId="2460590757" sldId="4188"/>
        </pc:sldMkLst>
      </pc:sldChg>
      <pc:sldChg chg="modSp add del mod modNotesTx">
        <pc:chgData name="Rahul Mohandas (RMd)" userId="cdc53f0a-00cb-4490-8a90-22675af5e74d" providerId="ADAL" clId="{27642D6F-5C6D-E94E-8259-BB6042076223}" dt="2024-08-04T03:52:08.347" v="2319" actId="2696"/>
        <pc:sldMkLst>
          <pc:docMk/>
          <pc:sldMk cId="2708526894" sldId="4188"/>
        </pc:sldMkLst>
      </pc:sldChg>
      <pc:sldChg chg="del">
        <pc:chgData name="Rahul Mohandas (RMd)" userId="cdc53f0a-00cb-4490-8a90-22675af5e74d" providerId="ADAL" clId="{27642D6F-5C6D-E94E-8259-BB6042076223}" dt="2024-08-01T14:00:00.923" v="50" actId="2696"/>
        <pc:sldMkLst>
          <pc:docMk/>
          <pc:sldMk cId="2770894918" sldId="4188"/>
        </pc:sldMkLst>
      </pc:sldChg>
      <pc:sldChg chg="addSp delSp modSp new mod modNotesTx">
        <pc:chgData name="Rahul Mohandas (RMd)" userId="cdc53f0a-00cb-4490-8a90-22675af5e74d" providerId="ADAL" clId="{27642D6F-5C6D-E94E-8259-BB6042076223}" dt="2024-08-04T05:38:47.653" v="3066" actId="20577"/>
        <pc:sldMkLst>
          <pc:docMk/>
          <pc:sldMk cId="399935353" sldId="4189"/>
        </pc:sldMkLst>
      </pc:sldChg>
      <pc:sldChg chg="del">
        <pc:chgData name="Rahul Mohandas (RMd)" userId="cdc53f0a-00cb-4490-8a90-22675af5e74d" providerId="ADAL" clId="{27642D6F-5C6D-E94E-8259-BB6042076223}" dt="2024-08-01T13:59:48.403" v="34" actId="2696"/>
        <pc:sldMkLst>
          <pc:docMk/>
          <pc:sldMk cId="2108373856" sldId="4189"/>
        </pc:sldMkLst>
      </pc:sldChg>
      <pc:sldChg chg="addSp delSp modSp new mod modClrScheme chgLayout">
        <pc:chgData name="Rahul Mohandas (RMd)" userId="cdc53f0a-00cb-4490-8a90-22675af5e74d" providerId="ADAL" clId="{27642D6F-5C6D-E94E-8259-BB6042076223}" dt="2024-08-04T05:40:05.004" v="3152" actId="20577"/>
        <pc:sldMkLst>
          <pc:docMk/>
          <pc:sldMk cId="4157782236" sldId="4190"/>
        </pc:sldMkLst>
      </pc:sldChg>
    </pc:docChg>
  </pc:docChgLst>
  <pc:docChgLst>
    <pc:chgData name="Rahul Md" userId="cdc53f0a-00cb-4490-8a90-22675af5e74d" providerId="ADAL" clId="{30C75EC0-EDD0-E441-B85F-A68A5B3C5DC4}"/>
    <pc:docChg chg="custSel modSld">
      <pc:chgData name="Rahul Md" userId="cdc53f0a-00cb-4490-8a90-22675af5e74d" providerId="ADAL" clId="{30C75EC0-EDD0-E441-B85F-A68A5B3C5DC4}" dt="2024-01-13T16:05:37.299" v="43" actId="20577"/>
      <pc:docMkLst>
        <pc:docMk/>
      </pc:docMkLst>
      <pc:sldChg chg="modSp mod">
        <pc:chgData name="Rahul Md" userId="cdc53f0a-00cb-4490-8a90-22675af5e74d" providerId="ADAL" clId="{30C75EC0-EDD0-E441-B85F-A68A5B3C5DC4}" dt="2024-01-13T16:05:37.299" v="43" actId="20577"/>
        <pc:sldMkLst>
          <pc:docMk/>
          <pc:sldMk cId="0" sldId="257"/>
        </pc:sldMkLst>
      </pc:sldChg>
    </pc:docChg>
  </pc:docChgLst>
  <pc:docChgLst>
    <pc:chgData name="Rahul Mohandas (RMd)" userId="cdc53f0a-00cb-4490-8a90-22675af5e74d" providerId="ADAL" clId="{CA3CDD4C-A0DB-4E49-8D94-80AE420932E9}"/>
    <pc:docChg chg="undo custSel addSld delSld modSld sldOrd">
      <pc:chgData name="Rahul Mohandas (RMd)" userId="cdc53f0a-00cb-4490-8a90-22675af5e74d" providerId="ADAL" clId="{CA3CDD4C-A0DB-4E49-8D94-80AE420932E9}" dt="2024-07-28T12:28:25.184" v="4315" actId="20577"/>
      <pc:docMkLst>
        <pc:docMk/>
      </pc:docMkLst>
      <pc:sldChg chg="modSp mod">
        <pc:chgData name="Rahul Mohandas (RMd)" userId="cdc53f0a-00cb-4490-8a90-22675af5e74d" providerId="ADAL" clId="{CA3CDD4C-A0DB-4E49-8D94-80AE420932E9}" dt="2024-07-28T12:28:14.416" v="4310" actId="20577"/>
        <pc:sldMkLst>
          <pc:docMk/>
          <pc:sldMk cId="0" sldId="257"/>
        </pc:sldMkLst>
      </pc:sldChg>
      <pc:sldChg chg="modSp mod">
        <pc:chgData name="Rahul Mohandas (RMd)" userId="cdc53f0a-00cb-4490-8a90-22675af5e74d" providerId="ADAL" clId="{CA3CDD4C-A0DB-4E49-8D94-80AE420932E9}" dt="2024-07-28T12:28:25.184" v="4315" actId="20577"/>
        <pc:sldMkLst>
          <pc:docMk/>
          <pc:sldMk cId="0" sldId="260"/>
        </pc:sldMkLst>
      </pc:sldChg>
      <pc:sldChg chg="modSp mod">
        <pc:chgData name="Rahul Mohandas (RMd)" userId="cdc53f0a-00cb-4490-8a90-22675af5e74d" providerId="ADAL" clId="{CA3CDD4C-A0DB-4E49-8D94-80AE420932E9}" dt="2024-07-28T03:58:45.706" v="1949" actId="20577"/>
        <pc:sldMkLst>
          <pc:docMk/>
          <pc:sldMk cId="2301697734" sldId="262"/>
        </pc:sldMkLst>
      </pc:sldChg>
      <pc:sldChg chg="ord">
        <pc:chgData name="Rahul Mohandas (RMd)" userId="cdc53f0a-00cb-4490-8a90-22675af5e74d" providerId="ADAL" clId="{CA3CDD4C-A0DB-4E49-8D94-80AE420932E9}" dt="2024-07-28T07:33:40.920" v="2376" actId="20578"/>
        <pc:sldMkLst>
          <pc:docMk/>
          <pc:sldMk cId="3607683791" sldId="263"/>
        </pc:sldMkLst>
      </pc:sldChg>
      <pc:sldChg chg="del">
        <pc:chgData name="Rahul Mohandas (RMd)" userId="cdc53f0a-00cb-4490-8a90-22675af5e74d" providerId="ADAL" clId="{CA3CDD4C-A0DB-4E49-8D94-80AE420932E9}" dt="2024-07-27T10:04:49.515" v="160" actId="2696"/>
        <pc:sldMkLst>
          <pc:docMk/>
          <pc:sldMk cId="2315391699" sldId="291"/>
        </pc:sldMkLst>
      </pc:sldChg>
      <pc:sldChg chg="addSp delSp modSp add del mod modClrScheme chgLayout">
        <pc:chgData name="Rahul Mohandas (RMd)" userId="cdc53f0a-00cb-4490-8a90-22675af5e74d" providerId="ADAL" clId="{CA3CDD4C-A0DB-4E49-8D94-80AE420932E9}" dt="2024-07-27T10:23:19.146" v="449" actId="113"/>
        <pc:sldMkLst>
          <pc:docMk/>
          <pc:sldMk cId="772219433" sldId="293"/>
        </pc:sldMkLst>
      </pc:sldChg>
      <pc:sldChg chg="addSp delSp modSp add mod modClrScheme chgLayout">
        <pc:chgData name="Rahul Mohandas (RMd)" userId="cdc53f0a-00cb-4490-8a90-22675af5e74d" providerId="ADAL" clId="{CA3CDD4C-A0DB-4E49-8D94-80AE420932E9}" dt="2024-07-28T04:58:50.326" v="2167" actId="478"/>
        <pc:sldMkLst>
          <pc:docMk/>
          <pc:sldMk cId="2700900967" sldId="4127"/>
        </pc:sldMkLst>
      </pc:sldChg>
      <pc:sldChg chg="modSp mod ord">
        <pc:chgData name="Rahul Mohandas (RMd)" userId="cdc53f0a-00cb-4490-8a90-22675af5e74d" providerId="ADAL" clId="{CA3CDD4C-A0DB-4E49-8D94-80AE420932E9}" dt="2024-07-28T03:57:48.405" v="1923" actId="14100"/>
        <pc:sldMkLst>
          <pc:docMk/>
          <pc:sldMk cId="1041053728" sldId="4148"/>
        </pc:sldMkLst>
      </pc:sldChg>
      <pc:sldChg chg="del">
        <pc:chgData name="Rahul Mohandas (RMd)" userId="cdc53f0a-00cb-4490-8a90-22675af5e74d" providerId="ADAL" clId="{CA3CDD4C-A0DB-4E49-8D94-80AE420932E9}" dt="2024-07-27T10:04:49.511" v="158" actId="2696"/>
        <pc:sldMkLst>
          <pc:docMk/>
          <pc:sldMk cId="4015386047" sldId="4149"/>
        </pc:sldMkLst>
      </pc:sldChg>
      <pc:sldChg chg="del">
        <pc:chgData name="Rahul Mohandas (RMd)" userId="cdc53f0a-00cb-4490-8a90-22675af5e74d" providerId="ADAL" clId="{CA3CDD4C-A0DB-4E49-8D94-80AE420932E9}" dt="2024-07-27T10:04:49.518" v="165" actId="2696"/>
        <pc:sldMkLst>
          <pc:docMk/>
          <pc:sldMk cId="1238703253" sldId="4150"/>
        </pc:sldMkLst>
      </pc:sldChg>
      <pc:sldChg chg="del">
        <pc:chgData name="Rahul Mohandas (RMd)" userId="cdc53f0a-00cb-4490-8a90-22675af5e74d" providerId="ADAL" clId="{CA3CDD4C-A0DB-4E49-8D94-80AE420932E9}" dt="2024-07-27T10:04:49.504" v="154" actId="2696"/>
        <pc:sldMkLst>
          <pc:docMk/>
          <pc:sldMk cId="2279051279" sldId="4151"/>
        </pc:sldMkLst>
      </pc:sldChg>
      <pc:sldChg chg="del">
        <pc:chgData name="Rahul Mohandas (RMd)" userId="cdc53f0a-00cb-4490-8a90-22675af5e74d" providerId="ADAL" clId="{CA3CDD4C-A0DB-4E49-8D94-80AE420932E9}" dt="2024-07-27T10:04:49.510" v="156" actId="2696"/>
        <pc:sldMkLst>
          <pc:docMk/>
          <pc:sldMk cId="2297587967" sldId="4152"/>
        </pc:sldMkLst>
      </pc:sldChg>
      <pc:sldChg chg="addSp delSp modSp add mod ord modClrScheme chgLayout">
        <pc:chgData name="Rahul Mohandas (RMd)" userId="cdc53f0a-00cb-4490-8a90-22675af5e74d" providerId="ADAL" clId="{CA3CDD4C-A0DB-4E49-8D94-80AE420932E9}" dt="2024-07-28T07:33:04.600" v="2375"/>
        <pc:sldMkLst>
          <pc:docMk/>
          <pc:sldMk cId="2653173988" sldId="4153"/>
        </pc:sldMkLst>
      </pc:sldChg>
      <pc:sldChg chg="del">
        <pc:chgData name="Rahul Mohandas (RMd)" userId="cdc53f0a-00cb-4490-8a90-22675af5e74d" providerId="ADAL" clId="{CA3CDD4C-A0DB-4E49-8D94-80AE420932E9}" dt="2024-07-27T10:04:18.753" v="143" actId="2696"/>
        <pc:sldMkLst>
          <pc:docMk/>
          <pc:sldMk cId="4192160446" sldId="4153"/>
        </pc:sldMkLst>
      </pc:sldChg>
      <pc:sldChg chg="del">
        <pc:chgData name="Rahul Mohandas (RMd)" userId="cdc53f0a-00cb-4490-8a90-22675af5e74d" providerId="ADAL" clId="{CA3CDD4C-A0DB-4E49-8D94-80AE420932E9}" dt="2024-07-27T10:04:23.138" v="145" actId="2696"/>
        <pc:sldMkLst>
          <pc:docMk/>
          <pc:sldMk cId="194492896" sldId="4154"/>
        </pc:sldMkLst>
      </pc:sldChg>
      <pc:sldChg chg="del">
        <pc:chgData name="Rahul Mohandas (RMd)" userId="cdc53f0a-00cb-4490-8a90-22675af5e74d" providerId="ADAL" clId="{CA3CDD4C-A0DB-4E49-8D94-80AE420932E9}" dt="2024-07-27T10:04:49.515" v="161" actId="2696"/>
        <pc:sldMkLst>
          <pc:docMk/>
          <pc:sldMk cId="2263986708" sldId="4155"/>
        </pc:sldMkLst>
      </pc:sldChg>
      <pc:sldChg chg="ord">
        <pc:chgData name="Rahul Mohandas (RMd)" userId="cdc53f0a-00cb-4490-8a90-22675af5e74d" providerId="ADAL" clId="{CA3CDD4C-A0DB-4E49-8D94-80AE420932E9}" dt="2024-07-28T07:33:56.390" v="2378" actId="20578"/>
        <pc:sldMkLst>
          <pc:docMk/>
          <pc:sldMk cId="3536281384" sldId="4156"/>
        </pc:sldMkLst>
      </pc:sldChg>
      <pc:sldChg chg="addSp delSp modSp mod ord">
        <pc:chgData name="Rahul Mohandas (RMd)" userId="cdc53f0a-00cb-4490-8a90-22675af5e74d" providerId="ADAL" clId="{CA3CDD4C-A0DB-4E49-8D94-80AE420932E9}" dt="2024-07-28T07:33:49.884" v="2377" actId="20578"/>
        <pc:sldMkLst>
          <pc:docMk/>
          <pc:sldMk cId="3956292136" sldId="4157"/>
        </pc:sldMkLst>
      </pc:sldChg>
      <pc:sldChg chg="del">
        <pc:chgData name="Rahul Mohandas (RMd)" userId="cdc53f0a-00cb-4490-8a90-22675af5e74d" providerId="ADAL" clId="{CA3CDD4C-A0DB-4E49-8D94-80AE420932E9}" dt="2024-07-27T10:04:49.492" v="147" actId="2696"/>
        <pc:sldMkLst>
          <pc:docMk/>
          <pc:sldMk cId="4110881540" sldId="4158"/>
        </pc:sldMkLst>
      </pc:sldChg>
      <pc:sldChg chg="del">
        <pc:chgData name="Rahul Mohandas (RMd)" userId="cdc53f0a-00cb-4490-8a90-22675af5e74d" providerId="ADAL" clId="{CA3CDD4C-A0DB-4E49-8D94-80AE420932E9}" dt="2024-07-27T10:04:49.499" v="150" actId="2696"/>
        <pc:sldMkLst>
          <pc:docMk/>
          <pc:sldMk cId="2142223522" sldId="4160"/>
        </pc:sldMkLst>
      </pc:sldChg>
      <pc:sldChg chg="del">
        <pc:chgData name="Rahul Mohandas (RMd)" userId="cdc53f0a-00cb-4490-8a90-22675af5e74d" providerId="ADAL" clId="{CA3CDD4C-A0DB-4E49-8D94-80AE420932E9}" dt="2024-07-27T10:04:49.509" v="155" actId="2696"/>
        <pc:sldMkLst>
          <pc:docMk/>
          <pc:sldMk cId="270183623" sldId="4161"/>
        </pc:sldMkLst>
      </pc:sldChg>
      <pc:sldChg chg="del">
        <pc:chgData name="Rahul Mohandas (RMd)" userId="cdc53f0a-00cb-4490-8a90-22675af5e74d" providerId="ADAL" clId="{CA3CDD4C-A0DB-4E49-8D94-80AE420932E9}" dt="2024-07-27T10:04:49.512" v="159" actId="2696"/>
        <pc:sldMkLst>
          <pc:docMk/>
          <pc:sldMk cId="2527302375" sldId="4162"/>
        </pc:sldMkLst>
      </pc:sldChg>
      <pc:sldChg chg="del">
        <pc:chgData name="Rahul Mohandas (RMd)" userId="cdc53f0a-00cb-4490-8a90-22675af5e74d" providerId="ADAL" clId="{CA3CDD4C-A0DB-4E49-8D94-80AE420932E9}" dt="2024-07-27T10:04:49.517" v="163" actId="2696"/>
        <pc:sldMkLst>
          <pc:docMk/>
          <pc:sldMk cId="967550642" sldId="4163"/>
        </pc:sldMkLst>
      </pc:sldChg>
      <pc:sldChg chg="del">
        <pc:chgData name="Rahul Mohandas (RMd)" userId="cdc53f0a-00cb-4490-8a90-22675af5e74d" providerId="ADAL" clId="{CA3CDD4C-A0DB-4E49-8D94-80AE420932E9}" dt="2024-07-27T10:04:49.510" v="157" actId="2696"/>
        <pc:sldMkLst>
          <pc:docMk/>
          <pc:sldMk cId="2216118688" sldId="4164"/>
        </pc:sldMkLst>
      </pc:sldChg>
      <pc:sldChg chg="del">
        <pc:chgData name="Rahul Mohandas (RMd)" userId="cdc53f0a-00cb-4490-8a90-22675af5e74d" providerId="ADAL" clId="{CA3CDD4C-A0DB-4E49-8D94-80AE420932E9}" dt="2024-07-27T10:04:49.517" v="164" actId="2696"/>
        <pc:sldMkLst>
          <pc:docMk/>
          <pc:sldMk cId="967751023" sldId="4165"/>
        </pc:sldMkLst>
      </pc:sldChg>
      <pc:sldChg chg="del">
        <pc:chgData name="Rahul Mohandas (RMd)" userId="cdc53f0a-00cb-4490-8a90-22675af5e74d" providerId="ADAL" clId="{CA3CDD4C-A0DB-4E49-8D94-80AE420932E9}" dt="2024-07-27T10:04:49.503" v="153" actId="2696"/>
        <pc:sldMkLst>
          <pc:docMk/>
          <pc:sldMk cId="1688172485" sldId="4166"/>
        </pc:sldMkLst>
      </pc:sldChg>
      <pc:sldChg chg="del">
        <pc:chgData name="Rahul Mohandas (RMd)" userId="cdc53f0a-00cb-4490-8a90-22675af5e74d" providerId="ADAL" clId="{CA3CDD4C-A0DB-4E49-8D94-80AE420932E9}" dt="2024-07-27T10:04:49.497" v="149" actId="2696"/>
        <pc:sldMkLst>
          <pc:docMk/>
          <pc:sldMk cId="3039831990" sldId="4167"/>
        </pc:sldMkLst>
      </pc:sldChg>
      <pc:sldChg chg="del">
        <pc:chgData name="Rahul Mohandas (RMd)" userId="cdc53f0a-00cb-4490-8a90-22675af5e74d" providerId="ADAL" clId="{CA3CDD4C-A0DB-4E49-8D94-80AE420932E9}" dt="2024-07-27T10:04:49.490" v="146" actId="2696"/>
        <pc:sldMkLst>
          <pc:docMk/>
          <pc:sldMk cId="1189614051" sldId="4168"/>
        </pc:sldMkLst>
      </pc:sldChg>
      <pc:sldChg chg="del">
        <pc:chgData name="Rahul Mohandas (RMd)" userId="cdc53f0a-00cb-4490-8a90-22675af5e74d" providerId="ADAL" clId="{CA3CDD4C-A0DB-4E49-8D94-80AE420932E9}" dt="2024-07-27T10:04:49.516" v="162" actId="2696"/>
        <pc:sldMkLst>
          <pc:docMk/>
          <pc:sldMk cId="3425165119" sldId="4169"/>
        </pc:sldMkLst>
      </pc:sldChg>
      <pc:sldChg chg="modSp mod">
        <pc:chgData name="Rahul Mohandas (RMd)" userId="cdc53f0a-00cb-4490-8a90-22675af5e74d" providerId="ADAL" clId="{CA3CDD4C-A0DB-4E49-8D94-80AE420932E9}" dt="2024-07-28T04:54:25.805" v="2160" actId="20577"/>
        <pc:sldMkLst>
          <pc:docMk/>
          <pc:sldMk cId="3832112072" sldId="4170"/>
        </pc:sldMkLst>
      </pc:sldChg>
      <pc:sldChg chg="del">
        <pc:chgData name="Rahul Mohandas (RMd)" userId="cdc53f0a-00cb-4490-8a90-22675af5e74d" providerId="ADAL" clId="{CA3CDD4C-A0DB-4E49-8D94-80AE420932E9}" dt="2024-07-27T10:04:21.251" v="144" actId="2696"/>
        <pc:sldMkLst>
          <pc:docMk/>
          <pc:sldMk cId="628115242" sldId="4171"/>
        </pc:sldMkLst>
      </pc:sldChg>
      <pc:sldChg chg="del">
        <pc:chgData name="Rahul Mohandas (RMd)" userId="cdc53f0a-00cb-4490-8a90-22675af5e74d" providerId="ADAL" clId="{CA3CDD4C-A0DB-4E49-8D94-80AE420932E9}" dt="2024-07-27T10:04:49.502" v="152" actId="2696"/>
        <pc:sldMkLst>
          <pc:docMk/>
          <pc:sldMk cId="1339588837" sldId="4172"/>
        </pc:sldMkLst>
      </pc:sldChg>
      <pc:sldChg chg="del">
        <pc:chgData name="Rahul Mohandas (RMd)" userId="cdc53f0a-00cb-4490-8a90-22675af5e74d" providerId="ADAL" clId="{CA3CDD4C-A0DB-4E49-8D94-80AE420932E9}" dt="2024-07-27T10:04:49.496" v="148" actId="2696"/>
        <pc:sldMkLst>
          <pc:docMk/>
          <pc:sldMk cId="3769210793" sldId="4173"/>
        </pc:sldMkLst>
      </pc:sldChg>
      <pc:sldChg chg="new del ord">
        <pc:chgData name="Rahul Mohandas (RMd)" userId="cdc53f0a-00cb-4490-8a90-22675af5e74d" providerId="ADAL" clId="{CA3CDD4C-A0DB-4E49-8D94-80AE420932E9}" dt="2024-07-27T10:04:13.468" v="142" actId="2696"/>
        <pc:sldMkLst>
          <pc:docMk/>
          <pc:sldMk cId="1594984495" sldId="4175"/>
        </pc:sldMkLst>
      </pc:sldChg>
      <pc:sldChg chg="addSp delSp modSp add mod ord modTransition modClrScheme chgLayout">
        <pc:chgData name="Rahul Mohandas (RMd)" userId="cdc53f0a-00cb-4490-8a90-22675af5e74d" providerId="ADAL" clId="{CA3CDD4C-A0DB-4E49-8D94-80AE420932E9}" dt="2024-07-28T03:57:32.018" v="1921" actId="20577"/>
        <pc:sldMkLst>
          <pc:docMk/>
          <pc:sldMk cId="3160900679" sldId="4176"/>
        </pc:sldMkLst>
      </pc:sldChg>
      <pc:sldChg chg="addSp delSp modSp new mod ord modClrScheme chgLayout">
        <pc:chgData name="Rahul Mohandas (RMd)" userId="cdc53f0a-00cb-4490-8a90-22675af5e74d" providerId="ADAL" clId="{CA3CDD4C-A0DB-4E49-8D94-80AE420932E9}" dt="2024-07-27T10:27:26.256" v="551" actId="1038"/>
        <pc:sldMkLst>
          <pc:docMk/>
          <pc:sldMk cId="2515472185" sldId="4177"/>
        </pc:sldMkLst>
      </pc:sldChg>
      <pc:sldChg chg="addSp delSp modSp new mod modClrScheme chgLayout">
        <pc:chgData name="Rahul Mohandas (RMd)" userId="cdc53f0a-00cb-4490-8a90-22675af5e74d" providerId="ADAL" clId="{CA3CDD4C-A0DB-4E49-8D94-80AE420932E9}" dt="2024-07-28T04:55:23.321" v="2164" actId="20577"/>
        <pc:sldMkLst>
          <pc:docMk/>
          <pc:sldMk cId="1779549199" sldId="4178"/>
        </pc:sldMkLst>
      </pc:sldChg>
      <pc:sldChg chg="addSp delSp modSp new del mod">
        <pc:chgData name="Rahul Mohandas (RMd)" userId="cdc53f0a-00cb-4490-8a90-22675af5e74d" providerId="ADAL" clId="{CA3CDD4C-A0DB-4E49-8D94-80AE420932E9}" dt="2024-07-28T12:27:01.080" v="4264" actId="2696"/>
        <pc:sldMkLst>
          <pc:docMk/>
          <pc:sldMk cId="2670650602" sldId="4179"/>
        </pc:sldMkLst>
      </pc:sldChg>
      <pc:sldChg chg="addSp delSp modSp new mod ord">
        <pc:chgData name="Rahul Mohandas (RMd)" userId="cdc53f0a-00cb-4490-8a90-22675af5e74d" providerId="ADAL" clId="{CA3CDD4C-A0DB-4E49-8D94-80AE420932E9}" dt="2024-07-28T03:58:58.848" v="1950" actId="20578"/>
        <pc:sldMkLst>
          <pc:docMk/>
          <pc:sldMk cId="1578609614" sldId="4180"/>
        </pc:sldMkLst>
      </pc:sldChg>
      <pc:sldChg chg="addSp delSp modSp new mod chgLayout">
        <pc:chgData name="Rahul Mohandas (RMd)" userId="cdc53f0a-00cb-4490-8a90-22675af5e74d" providerId="ADAL" clId="{CA3CDD4C-A0DB-4E49-8D94-80AE420932E9}" dt="2024-07-28T04:47:40.065" v="2147" actId="20577"/>
        <pc:sldMkLst>
          <pc:docMk/>
          <pc:sldMk cId="2019615523" sldId="4181"/>
        </pc:sldMkLst>
      </pc:sldChg>
      <pc:sldChg chg="modSp new del mod">
        <pc:chgData name="Rahul Mohandas (RMd)" userId="cdc53f0a-00cb-4490-8a90-22675af5e74d" providerId="ADAL" clId="{CA3CDD4C-A0DB-4E49-8D94-80AE420932E9}" dt="2024-07-27T12:42:13.409" v="613" actId="2696"/>
        <pc:sldMkLst>
          <pc:docMk/>
          <pc:sldMk cId="4024921528" sldId="4181"/>
        </pc:sldMkLst>
      </pc:sldChg>
      <pc:sldChg chg="addSp delSp modSp new mod modClrScheme chgLayout">
        <pc:chgData name="Rahul Mohandas (RMd)" userId="cdc53f0a-00cb-4490-8a90-22675af5e74d" providerId="ADAL" clId="{CA3CDD4C-A0DB-4E49-8D94-80AE420932E9}" dt="2024-07-28T03:49:33.877" v="1772" actId="20577"/>
        <pc:sldMkLst>
          <pc:docMk/>
          <pc:sldMk cId="1916913562" sldId="4182"/>
        </pc:sldMkLst>
      </pc:sldChg>
      <pc:sldChg chg="new del">
        <pc:chgData name="Rahul Mohandas (RMd)" userId="cdc53f0a-00cb-4490-8a90-22675af5e74d" providerId="ADAL" clId="{CA3CDD4C-A0DB-4E49-8D94-80AE420932E9}" dt="2024-07-28T04:55:01.905" v="2161" actId="2696"/>
        <pc:sldMkLst>
          <pc:docMk/>
          <pc:sldMk cId="4226046690" sldId="4183"/>
        </pc:sldMkLst>
      </pc:sldChg>
      <pc:sldChg chg="addSp delSp modSp new mod ord modClrScheme chgLayout">
        <pc:chgData name="Rahul Mohandas (RMd)" userId="cdc53f0a-00cb-4490-8a90-22675af5e74d" providerId="ADAL" clId="{CA3CDD4C-A0DB-4E49-8D94-80AE420932E9}" dt="2024-07-28T12:19:37.415" v="4247" actId="20577"/>
        <pc:sldMkLst>
          <pc:docMk/>
          <pc:sldMk cId="1962266202" sldId="4184"/>
        </pc:sldMkLst>
      </pc:sldChg>
      <pc:sldChg chg="modSp add mod">
        <pc:chgData name="Rahul Mohandas (RMd)" userId="cdc53f0a-00cb-4490-8a90-22675af5e74d" providerId="ADAL" clId="{CA3CDD4C-A0DB-4E49-8D94-80AE420932E9}" dt="2024-07-28T12:19:40.174" v="4253" actId="20577"/>
        <pc:sldMkLst>
          <pc:docMk/>
          <pc:sldMk cId="166545887" sldId="4185"/>
        </pc:sldMkLst>
      </pc:sldChg>
      <pc:sldChg chg="modSp add mod">
        <pc:chgData name="Rahul Mohandas (RMd)" userId="cdc53f0a-00cb-4490-8a90-22675af5e74d" providerId="ADAL" clId="{CA3CDD4C-A0DB-4E49-8D94-80AE420932E9}" dt="2024-07-28T12:19:43.651" v="4263" actId="20577"/>
        <pc:sldMkLst>
          <pc:docMk/>
          <pc:sldMk cId="3538695487" sldId="4186"/>
        </pc:sldMkLst>
      </pc:sldChg>
      <pc:sldChg chg="add">
        <pc:chgData name="Rahul Mohandas (RMd)" userId="cdc53f0a-00cb-4490-8a90-22675af5e74d" providerId="ADAL" clId="{CA3CDD4C-A0DB-4E49-8D94-80AE420932E9}" dt="2024-07-28T04:58:44.443" v="2165"/>
        <pc:sldMkLst>
          <pc:docMk/>
          <pc:sldMk cId="2954272492" sldId="4187"/>
        </pc:sldMkLst>
      </pc:sldChg>
      <pc:sldChg chg="addSp delSp modSp new mod modClrScheme chgLayout">
        <pc:chgData name="Rahul Mohandas (RMd)" userId="cdc53f0a-00cb-4490-8a90-22675af5e74d" providerId="ADAL" clId="{CA3CDD4C-A0DB-4E49-8D94-80AE420932E9}" dt="2024-07-28T06:24:51.350" v="2276" actId="122"/>
        <pc:sldMkLst>
          <pc:docMk/>
          <pc:sldMk cId="2770894918" sldId="4188"/>
        </pc:sldMkLst>
      </pc:sldChg>
      <pc:sldChg chg="addSp modSp new mod">
        <pc:chgData name="Rahul Mohandas (RMd)" userId="cdc53f0a-00cb-4490-8a90-22675af5e74d" providerId="ADAL" clId="{CA3CDD4C-A0DB-4E49-8D94-80AE420932E9}" dt="2024-07-28T06:52:08.773" v="2373" actId="1037"/>
        <pc:sldMkLst>
          <pc:docMk/>
          <pc:sldMk cId="2108373856" sldId="4189"/>
        </pc:sldMkLst>
      </pc:sldChg>
    </pc:docChg>
  </pc:docChgLst>
  <pc:docChgLst>
    <pc:chgData name="Rahul Mohandas (RMd)" userId="cdc53f0a-00cb-4490-8a90-22675af5e74d" providerId="ADAL" clId="{30C75EC0-EDD0-E441-B85F-A68A5B3C5DC4}"/>
    <pc:docChg chg="custSel addSld modSld sldOrd">
      <pc:chgData name="Rahul Mohandas (RMd)" userId="cdc53f0a-00cb-4490-8a90-22675af5e74d" providerId="ADAL" clId="{30C75EC0-EDD0-E441-B85F-A68A5B3C5DC4}" dt="2024-01-21T05:20:49.680" v="1624" actId="165"/>
      <pc:docMkLst>
        <pc:docMk/>
      </pc:docMkLst>
      <pc:sldChg chg="delSp modSp mod">
        <pc:chgData name="Rahul Mohandas (RMd)" userId="cdc53f0a-00cb-4490-8a90-22675af5e74d" providerId="ADAL" clId="{30C75EC0-EDD0-E441-B85F-A68A5B3C5DC4}" dt="2024-01-14T06:12:18.173" v="53" actId="478"/>
        <pc:sldMkLst>
          <pc:docMk/>
          <pc:sldMk cId="3607683791" sldId="263"/>
        </pc:sldMkLst>
      </pc:sldChg>
      <pc:sldChg chg="modSp mod modNotesTx">
        <pc:chgData name="Rahul Mohandas (RMd)" userId="cdc53f0a-00cb-4490-8a90-22675af5e74d" providerId="ADAL" clId="{30C75EC0-EDD0-E441-B85F-A68A5B3C5DC4}" dt="2024-01-14T07:39:12.465" v="1342" actId="20577"/>
        <pc:sldMkLst>
          <pc:docMk/>
          <pc:sldMk cId="4015386047" sldId="4149"/>
        </pc:sldMkLst>
      </pc:sldChg>
      <pc:sldChg chg="addSp delSp modSp mod">
        <pc:chgData name="Rahul Mohandas (RMd)" userId="cdc53f0a-00cb-4490-8a90-22675af5e74d" providerId="ADAL" clId="{30C75EC0-EDD0-E441-B85F-A68A5B3C5DC4}" dt="2024-01-14T07:01:42.790" v="1185"/>
        <pc:sldMkLst>
          <pc:docMk/>
          <pc:sldMk cId="1238703253" sldId="4150"/>
        </pc:sldMkLst>
      </pc:sldChg>
      <pc:sldChg chg="addSp delSp modSp mod">
        <pc:chgData name="Rahul Mohandas (RMd)" userId="cdc53f0a-00cb-4490-8a90-22675af5e74d" providerId="ADAL" clId="{30C75EC0-EDD0-E441-B85F-A68A5B3C5DC4}" dt="2024-01-14T07:01:35.523" v="1183"/>
        <pc:sldMkLst>
          <pc:docMk/>
          <pc:sldMk cId="2279051279" sldId="4151"/>
        </pc:sldMkLst>
      </pc:sldChg>
      <pc:sldChg chg="addSp modSp mod">
        <pc:chgData name="Rahul Mohandas (RMd)" userId="cdc53f0a-00cb-4490-8a90-22675af5e74d" providerId="ADAL" clId="{30C75EC0-EDD0-E441-B85F-A68A5B3C5DC4}" dt="2024-01-14T07:01:27.926" v="1181" actId="20577"/>
        <pc:sldMkLst>
          <pc:docMk/>
          <pc:sldMk cId="2297587967" sldId="4152"/>
        </pc:sldMkLst>
      </pc:sldChg>
      <pc:sldChg chg="addSp delSp modSp">
        <pc:chgData name="Rahul Mohandas (RMd)" userId="cdc53f0a-00cb-4490-8a90-22675af5e74d" providerId="ADAL" clId="{30C75EC0-EDD0-E441-B85F-A68A5B3C5DC4}" dt="2024-01-14T06:46:04.487" v="813"/>
        <pc:sldMkLst>
          <pc:docMk/>
          <pc:sldMk cId="2263986708" sldId="4155"/>
        </pc:sldMkLst>
      </pc:sldChg>
      <pc:sldChg chg="modSp mod">
        <pc:chgData name="Rahul Mohandas (RMd)" userId="cdc53f0a-00cb-4490-8a90-22675af5e74d" providerId="ADAL" clId="{30C75EC0-EDD0-E441-B85F-A68A5B3C5DC4}" dt="2024-01-14T06:15:47.328" v="76" actId="1440"/>
        <pc:sldMkLst>
          <pc:docMk/>
          <pc:sldMk cId="3536281384" sldId="4156"/>
        </pc:sldMkLst>
      </pc:sldChg>
      <pc:sldChg chg="addSp delSp modSp mod ord">
        <pc:chgData name="Rahul Mohandas (RMd)" userId="cdc53f0a-00cb-4490-8a90-22675af5e74d" providerId="ADAL" clId="{30C75EC0-EDD0-E441-B85F-A68A5B3C5DC4}" dt="2024-01-14T06:25:56.412" v="211" actId="20577"/>
        <pc:sldMkLst>
          <pc:docMk/>
          <pc:sldMk cId="4110881540" sldId="4158"/>
        </pc:sldMkLst>
      </pc:sldChg>
      <pc:sldChg chg="modSp">
        <pc:chgData name="Rahul Mohandas (RMd)" userId="cdc53f0a-00cb-4490-8a90-22675af5e74d" providerId="ADAL" clId="{30C75EC0-EDD0-E441-B85F-A68A5B3C5DC4}" dt="2024-01-14T06:26:33.645" v="225" actId="20577"/>
        <pc:sldMkLst>
          <pc:docMk/>
          <pc:sldMk cId="270183623" sldId="4161"/>
        </pc:sldMkLst>
      </pc:sldChg>
      <pc:sldChg chg="addSp modSp mod">
        <pc:chgData name="Rahul Mohandas (RMd)" userId="cdc53f0a-00cb-4490-8a90-22675af5e74d" providerId="ADAL" clId="{30C75EC0-EDD0-E441-B85F-A68A5B3C5DC4}" dt="2024-01-14T06:55:32.824" v="1093" actId="20577"/>
        <pc:sldMkLst>
          <pc:docMk/>
          <pc:sldMk cId="2527302375" sldId="4162"/>
        </pc:sldMkLst>
      </pc:sldChg>
      <pc:sldChg chg="modNotesTx">
        <pc:chgData name="Rahul Mohandas (RMd)" userId="cdc53f0a-00cb-4490-8a90-22675af5e74d" providerId="ADAL" clId="{30C75EC0-EDD0-E441-B85F-A68A5B3C5DC4}" dt="2024-01-14T06:49:41.686" v="965" actId="20577"/>
        <pc:sldMkLst>
          <pc:docMk/>
          <pc:sldMk cId="967550642" sldId="4163"/>
        </pc:sldMkLst>
      </pc:sldChg>
      <pc:sldChg chg="addSp delSp modSp mod modNotesTx">
        <pc:chgData name="Rahul Mohandas (RMd)" userId="cdc53f0a-00cb-4490-8a90-22675af5e74d" providerId="ADAL" clId="{30C75EC0-EDD0-E441-B85F-A68A5B3C5DC4}" dt="2024-01-14T07:41:56.912" v="1507" actId="20577"/>
        <pc:sldMkLst>
          <pc:docMk/>
          <pc:sldMk cId="2216118688" sldId="4164"/>
        </pc:sldMkLst>
      </pc:sldChg>
      <pc:sldChg chg="delSp modSp">
        <pc:chgData name="Rahul Mohandas (RMd)" userId="cdc53f0a-00cb-4490-8a90-22675af5e74d" providerId="ADAL" clId="{30C75EC0-EDD0-E441-B85F-A68A5B3C5DC4}" dt="2024-01-21T05:20:49.680" v="1624" actId="165"/>
        <pc:sldMkLst>
          <pc:docMk/>
          <pc:sldMk cId="967751023" sldId="4165"/>
        </pc:sldMkLst>
      </pc:sldChg>
      <pc:sldChg chg="addSp delSp modSp new mod chgLayout">
        <pc:chgData name="Rahul Mohandas (RMd)" userId="cdc53f0a-00cb-4490-8a90-22675af5e74d" providerId="ADAL" clId="{30C75EC0-EDD0-E441-B85F-A68A5B3C5DC4}" dt="2024-01-14T05:57:47.626" v="49" actId="1076"/>
        <pc:sldMkLst>
          <pc:docMk/>
          <pc:sldMk cId="1189614051" sldId="4168"/>
        </pc:sldMkLst>
      </pc:sldChg>
      <pc:sldChg chg="modSp new mod modNotesTx">
        <pc:chgData name="Rahul Mohandas (RMd)" userId="cdc53f0a-00cb-4490-8a90-22675af5e74d" providerId="ADAL" clId="{30C75EC0-EDD0-E441-B85F-A68A5B3C5DC4}" dt="2024-01-14T06:45:02.743" v="781" actId="20577"/>
        <pc:sldMkLst>
          <pc:docMk/>
          <pc:sldMk cId="3425165119" sldId="4169"/>
        </pc:sldMkLst>
      </pc:sldChg>
      <pc:sldChg chg="addSp delSp modSp add mod chgLayout">
        <pc:chgData name="Rahul Mohandas (RMd)" userId="cdc53f0a-00cb-4490-8a90-22675af5e74d" providerId="ADAL" clId="{30C75EC0-EDD0-E441-B85F-A68A5B3C5DC4}" dt="2024-01-14T07:05:11.628" v="1246" actId="20577"/>
        <pc:sldMkLst>
          <pc:docMk/>
          <pc:sldMk cId="3832112072" sldId="4170"/>
        </pc:sldMkLst>
      </pc:sldChg>
      <pc:sldChg chg="addSp delSp modSp new mod ord">
        <pc:chgData name="Rahul Mohandas (RMd)" userId="cdc53f0a-00cb-4490-8a90-22675af5e74d" providerId="ADAL" clId="{30C75EC0-EDD0-E441-B85F-A68A5B3C5DC4}" dt="2024-01-14T07:00:08.113" v="1109" actId="20577"/>
        <pc:sldMkLst>
          <pc:docMk/>
          <pc:sldMk cId="628115242" sldId="4171"/>
        </pc:sldMkLst>
      </pc:sldChg>
      <pc:sldChg chg="addSp delSp modSp add mod modClrScheme chgLayout modNotesTx">
        <pc:chgData name="Rahul Mohandas (RMd)" userId="cdc53f0a-00cb-4490-8a90-22675af5e74d" providerId="ADAL" clId="{30C75EC0-EDD0-E441-B85F-A68A5B3C5DC4}" dt="2024-01-14T06:46:14.569" v="815"/>
        <pc:sldMkLst>
          <pc:docMk/>
          <pc:sldMk cId="1339588837" sldId="4172"/>
        </pc:sldMkLst>
      </pc:sldChg>
      <pc:sldChg chg="addSp delSp modSp new mod modClrScheme chgLayout">
        <pc:chgData name="Rahul Mohandas (RMd)" userId="cdc53f0a-00cb-4490-8a90-22675af5e74d" providerId="ADAL" clId="{30C75EC0-EDD0-E441-B85F-A68A5B3C5DC4}" dt="2024-01-14T07:49:58.384" v="1608"/>
        <pc:sldMkLst>
          <pc:docMk/>
          <pc:sldMk cId="3769210793" sldId="4173"/>
        </pc:sldMkLst>
      </pc:sldChg>
      <pc:sldChg chg="addSp delSp modSp new mod modMedia delAnim">
        <pc:chgData name="Rahul Mohandas (RMd)" userId="cdc53f0a-00cb-4490-8a90-22675af5e74d" providerId="ADAL" clId="{30C75EC0-EDD0-E441-B85F-A68A5B3C5DC4}" dt="2024-01-14T10:05:14.992" v="1623" actId="26606"/>
        <pc:sldMkLst>
          <pc:docMk/>
          <pc:sldMk cId="1404816291" sldId="4174"/>
        </pc:sldMkLst>
      </pc:sldChg>
    </pc:docChg>
  </pc:docChgLst>
  <pc:docChgLst>
    <pc:chgData name="Rahul Mohandas (RMd)" userId="cdc53f0a-00cb-4490-8a90-22675af5e74d" providerId="ADAL" clId="{AD1B3E7A-DDF9-EC4A-87D8-71C6C05DF951}"/>
    <pc:docChg chg="undo custSel addSld delSld modSld modMainMaster">
      <pc:chgData name="Rahul Mohandas (RMd)" userId="cdc53f0a-00cb-4490-8a90-22675af5e74d" providerId="ADAL" clId="{AD1B3E7A-DDF9-EC4A-87D8-71C6C05DF951}" dt="2025-02-20T14:46:32.472" v="779" actId="404"/>
      <pc:docMkLst>
        <pc:docMk/>
      </pc:docMkLst>
      <pc:sldChg chg="addSp modSp">
        <pc:chgData name="Rahul Mohandas (RMd)" userId="cdc53f0a-00cb-4490-8a90-22675af5e74d" providerId="ADAL" clId="{AD1B3E7A-DDF9-EC4A-87D8-71C6C05DF951}" dt="2025-02-20T13:19:09.664" v="170"/>
        <pc:sldMkLst>
          <pc:docMk/>
          <pc:sldMk cId="2355349005" sldId="256"/>
        </pc:sldMkLst>
      </pc:sldChg>
      <pc:sldChg chg="modSp mod">
        <pc:chgData name="Rahul Mohandas (RMd)" userId="cdc53f0a-00cb-4490-8a90-22675af5e74d" providerId="ADAL" clId="{AD1B3E7A-DDF9-EC4A-87D8-71C6C05DF951}" dt="2025-02-20T13:24:59.364" v="203" actId="20577"/>
        <pc:sldMkLst>
          <pc:docMk/>
          <pc:sldMk cId="0" sldId="257"/>
        </pc:sldMkLst>
      </pc:sldChg>
      <pc:sldChg chg="addSp modSp">
        <pc:chgData name="Rahul Mohandas (RMd)" userId="cdc53f0a-00cb-4490-8a90-22675af5e74d" providerId="ADAL" clId="{AD1B3E7A-DDF9-EC4A-87D8-71C6C05DF951}" dt="2025-02-20T13:18:55.740" v="163"/>
        <pc:sldMkLst>
          <pc:docMk/>
          <pc:sldMk cId="2301697734" sldId="262"/>
        </pc:sldMkLst>
      </pc:sldChg>
      <pc:sldChg chg="addSp modSp">
        <pc:chgData name="Rahul Mohandas (RMd)" userId="cdc53f0a-00cb-4490-8a90-22675af5e74d" providerId="ADAL" clId="{AD1B3E7A-DDF9-EC4A-87D8-71C6C05DF951}" dt="2025-02-20T13:19:12.999" v="172"/>
        <pc:sldMkLst>
          <pc:docMk/>
          <pc:sldMk cId="1165727802" sldId="272"/>
        </pc:sldMkLst>
      </pc:sldChg>
      <pc:sldChg chg="addSp modSp">
        <pc:chgData name="Rahul Mohandas (RMd)" userId="cdc53f0a-00cb-4490-8a90-22675af5e74d" providerId="ADAL" clId="{AD1B3E7A-DDF9-EC4A-87D8-71C6C05DF951}" dt="2025-02-20T13:19:11.164" v="171"/>
        <pc:sldMkLst>
          <pc:docMk/>
          <pc:sldMk cId="4274334953" sldId="279"/>
        </pc:sldMkLst>
      </pc:sldChg>
      <pc:sldChg chg="del">
        <pc:chgData name="Rahul Mohandas (RMd)" userId="cdc53f0a-00cb-4490-8a90-22675af5e74d" providerId="ADAL" clId="{AD1B3E7A-DDF9-EC4A-87D8-71C6C05DF951}" dt="2025-02-20T12:53:40.798" v="15" actId="2696"/>
        <pc:sldMkLst>
          <pc:docMk/>
          <pc:sldMk cId="4097913531" sldId="4101"/>
        </pc:sldMkLst>
      </pc:sldChg>
      <pc:sldChg chg="del">
        <pc:chgData name="Rahul Mohandas (RMd)" userId="cdc53f0a-00cb-4490-8a90-22675af5e74d" providerId="ADAL" clId="{AD1B3E7A-DDF9-EC4A-87D8-71C6C05DF951}" dt="2025-02-20T12:53:40.783" v="13" actId="2696"/>
        <pc:sldMkLst>
          <pc:docMk/>
          <pc:sldMk cId="3109908966" sldId="4102"/>
        </pc:sldMkLst>
      </pc:sldChg>
      <pc:sldChg chg="del">
        <pc:chgData name="Rahul Mohandas (RMd)" userId="cdc53f0a-00cb-4490-8a90-22675af5e74d" providerId="ADAL" clId="{AD1B3E7A-DDF9-EC4A-87D8-71C6C05DF951}" dt="2025-02-20T12:53:40.809" v="17" actId="2696"/>
        <pc:sldMkLst>
          <pc:docMk/>
          <pc:sldMk cId="610765707" sldId="4103"/>
        </pc:sldMkLst>
      </pc:sldChg>
      <pc:sldChg chg="del">
        <pc:chgData name="Rahul Mohandas (RMd)" userId="cdc53f0a-00cb-4490-8a90-22675af5e74d" providerId="ADAL" clId="{AD1B3E7A-DDF9-EC4A-87D8-71C6C05DF951}" dt="2025-02-20T12:53:40.786" v="14" actId="2696"/>
        <pc:sldMkLst>
          <pc:docMk/>
          <pc:sldMk cId="670112012" sldId="4105"/>
        </pc:sldMkLst>
      </pc:sldChg>
      <pc:sldChg chg="addSp modSp">
        <pc:chgData name="Rahul Mohandas (RMd)" userId="cdc53f0a-00cb-4490-8a90-22675af5e74d" providerId="ADAL" clId="{AD1B3E7A-DDF9-EC4A-87D8-71C6C05DF951}" dt="2025-02-20T13:19:05.976" v="168"/>
        <pc:sldMkLst>
          <pc:docMk/>
          <pc:sldMk cId="712040565" sldId="4137"/>
        </pc:sldMkLst>
      </pc:sldChg>
      <pc:sldChg chg="addSp modSp mod">
        <pc:chgData name="Rahul Mohandas (RMd)" userId="cdc53f0a-00cb-4490-8a90-22675af5e74d" providerId="ADAL" clId="{AD1B3E7A-DDF9-EC4A-87D8-71C6C05DF951}" dt="2025-02-20T13:19:07.866" v="169"/>
        <pc:sldMkLst>
          <pc:docMk/>
          <pc:sldMk cId="1484729892" sldId="4138"/>
        </pc:sldMkLst>
      </pc:sldChg>
      <pc:sldChg chg="addSp modSp mod">
        <pc:chgData name="Rahul Mohandas (RMd)" userId="cdc53f0a-00cb-4490-8a90-22675af5e74d" providerId="ADAL" clId="{AD1B3E7A-DDF9-EC4A-87D8-71C6C05DF951}" dt="2025-02-20T13:18:58.838" v="165"/>
        <pc:sldMkLst>
          <pc:docMk/>
          <pc:sldMk cId="2850148947" sldId="4147"/>
        </pc:sldMkLst>
      </pc:sldChg>
      <pc:sldChg chg="addSp modSp">
        <pc:chgData name="Rahul Mohandas (RMd)" userId="cdc53f0a-00cb-4490-8a90-22675af5e74d" providerId="ADAL" clId="{AD1B3E7A-DDF9-EC4A-87D8-71C6C05DF951}" dt="2025-02-20T13:19:54.922" v="189"/>
        <pc:sldMkLst>
          <pc:docMk/>
          <pc:sldMk cId="3832112072" sldId="4170"/>
        </pc:sldMkLst>
      </pc:sldChg>
      <pc:sldChg chg="del">
        <pc:chgData name="Rahul Mohandas (RMd)" userId="cdc53f0a-00cb-4490-8a90-22675af5e74d" providerId="ADAL" clId="{AD1B3E7A-DDF9-EC4A-87D8-71C6C05DF951}" dt="2025-02-20T12:54:13.542" v="18" actId="2696"/>
        <pc:sldMkLst>
          <pc:docMk/>
          <pc:sldMk cId="1863019508" sldId="4191"/>
        </pc:sldMkLst>
      </pc:sldChg>
      <pc:sldChg chg="addSp modSp add mod">
        <pc:chgData name="Rahul Mohandas (RMd)" userId="cdc53f0a-00cb-4490-8a90-22675af5e74d" providerId="ADAL" clId="{AD1B3E7A-DDF9-EC4A-87D8-71C6C05DF951}" dt="2025-02-20T13:19:02.410" v="167"/>
        <pc:sldMkLst>
          <pc:docMk/>
          <pc:sldMk cId="2677961247" sldId="4191"/>
        </pc:sldMkLst>
      </pc:sldChg>
      <pc:sldChg chg="addSp modSp">
        <pc:chgData name="Rahul Mohandas (RMd)" userId="cdc53f0a-00cb-4490-8a90-22675af5e74d" providerId="ADAL" clId="{AD1B3E7A-DDF9-EC4A-87D8-71C6C05DF951}" dt="2025-02-20T13:19:15.174" v="173"/>
        <pc:sldMkLst>
          <pc:docMk/>
          <pc:sldMk cId="4184078503" sldId="4198"/>
        </pc:sldMkLst>
      </pc:sldChg>
      <pc:sldChg chg="addSp modSp">
        <pc:chgData name="Rahul Mohandas (RMd)" userId="cdc53f0a-00cb-4490-8a90-22675af5e74d" providerId="ADAL" clId="{AD1B3E7A-DDF9-EC4A-87D8-71C6C05DF951}" dt="2025-02-20T13:19:16.682" v="174"/>
        <pc:sldMkLst>
          <pc:docMk/>
          <pc:sldMk cId="2035124397" sldId="4199"/>
        </pc:sldMkLst>
      </pc:sldChg>
      <pc:sldChg chg="del">
        <pc:chgData name="Rahul Mohandas (RMd)" userId="cdc53f0a-00cb-4490-8a90-22675af5e74d" providerId="ADAL" clId="{AD1B3E7A-DDF9-EC4A-87D8-71C6C05DF951}" dt="2025-02-20T12:53:40.779" v="12" actId="2696"/>
        <pc:sldMkLst>
          <pc:docMk/>
          <pc:sldMk cId="2395964172" sldId="4204"/>
        </pc:sldMkLst>
      </pc:sldChg>
      <pc:sldChg chg="del">
        <pc:chgData name="Rahul Mohandas (RMd)" userId="cdc53f0a-00cb-4490-8a90-22675af5e74d" providerId="ADAL" clId="{AD1B3E7A-DDF9-EC4A-87D8-71C6C05DF951}" dt="2025-02-20T12:53:40.801" v="16" actId="2696"/>
        <pc:sldMkLst>
          <pc:docMk/>
          <pc:sldMk cId="195159601" sldId="4215"/>
        </pc:sldMkLst>
      </pc:sldChg>
      <pc:sldChg chg="addSp modSp">
        <pc:chgData name="Rahul Mohandas (RMd)" userId="cdc53f0a-00cb-4490-8a90-22675af5e74d" providerId="ADAL" clId="{AD1B3E7A-DDF9-EC4A-87D8-71C6C05DF951}" dt="2025-02-20T13:19:56.334" v="190"/>
        <pc:sldMkLst>
          <pc:docMk/>
          <pc:sldMk cId="2142588143" sldId="4217"/>
        </pc:sldMkLst>
      </pc:sldChg>
      <pc:sldChg chg="addSp modSp">
        <pc:chgData name="Rahul Mohandas (RMd)" userId="cdc53f0a-00cb-4490-8a90-22675af5e74d" providerId="ADAL" clId="{AD1B3E7A-DDF9-EC4A-87D8-71C6C05DF951}" dt="2025-02-20T13:18:57.297" v="164"/>
        <pc:sldMkLst>
          <pc:docMk/>
          <pc:sldMk cId="3714842463" sldId="4218"/>
        </pc:sldMkLst>
      </pc:sldChg>
      <pc:sldChg chg="addSp modSp mod">
        <pc:chgData name="Rahul Mohandas (RMd)" userId="cdc53f0a-00cb-4490-8a90-22675af5e74d" providerId="ADAL" clId="{AD1B3E7A-DDF9-EC4A-87D8-71C6C05DF951}" dt="2025-02-20T13:18:50.649" v="162"/>
        <pc:sldMkLst>
          <pc:docMk/>
          <pc:sldMk cId="3954317709" sldId="4221"/>
        </pc:sldMkLst>
      </pc:sldChg>
      <pc:sldChg chg="addSp modSp">
        <pc:chgData name="Rahul Mohandas (RMd)" userId="cdc53f0a-00cb-4490-8a90-22675af5e74d" providerId="ADAL" clId="{AD1B3E7A-DDF9-EC4A-87D8-71C6C05DF951}" dt="2025-02-20T13:19:24.210" v="177"/>
        <pc:sldMkLst>
          <pc:docMk/>
          <pc:sldMk cId="4020956793" sldId="4223"/>
        </pc:sldMkLst>
      </pc:sldChg>
      <pc:sldChg chg="addSp modSp mod">
        <pc:chgData name="Rahul Mohandas (RMd)" userId="cdc53f0a-00cb-4490-8a90-22675af5e74d" providerId="ADAL" clId="{AD1B3E7A-DDF9-EC4A-87D8-71C6C05DF951}" dt="2025-02-20T14:46:32.472" v="779" actId="404"/>
        <pc:sldMkLst>
          <pc:docMk/>
          <pc:sldMk cId="3419384832" sldId="4224"/>
        </pc:sldMkLst>
      </pc:sldChg>
      <pc:sldChg chg="addSp modSp mod">
        <pc:chgData name="Rahul Mohandas (RMd)" userId="cdc53f0a-00cb-4490-8a90-22675af5e74d" providerId="ADAL" clId="{AD1B3E7A-DDF9-EC4A-87D8-71C6C05DF951}" dt="2025-02-20T13:19:22.594" v="176"/>
        <pc:sldMkLst>
          <pc:docMk/>
          <pc:sldMk cId="759780421" sldId="4225"/>
        </pc:sldMkLst>
      </pc:sldChg>
      <pc:sldChg chg="addSp modSp">
        <pc:chgData name="Rahul Mohandas (RMd)" userId="cdc53f0a-00cb-4490-8a90-22675af5e74d" providerId="ADAL" clId="{AD1B3E7A-DDF9-EC4A-87D8-71C6C05DF951}" dt="2025-02-20T13:19:26.821" v="178"/>
        <pc:sldMkLst>
          <pc:docMk/>
          <pc:sldMk cId="1824034223" sldId="4227"/>
        </pc:sldMkLst>
      </pc:sldChg>
      <pc:sldChg chg="addSp modSp">
        <pc:chgData name="Rahul Mohandas (RMd)" userId="cdc53f0a-00cb-4490-8a90-22675af5e74d" providerId="ADAL" clId="{AD1B3E7A-DDF9-EC4A-87D8-71C6C05DF951}" dt="2025-02-20T13:19:46.342" v="188" actId="20577"/>
        <pc:sldMkLst>
          <pc:docMk/>
          <pc:sldMk cId="2521635089" sldId="4228"/>
        </pc:sldMkLst>
      </pc:sldChg>
      <pc:sldChg chg="addSp modSp">
        <pc:chgData name="Rahul Mohandas (RMd)" userId="cdc53f0a-00cb-4490-8a90-22675af5e74d" providerId="ADAL" clId="{AD1B3E7A-DDF9-EC4A-87D8-71C6C05DF951}" dt="2025-02-20T13:19:00.923" v="166"/>
        <pc:sldMkLst>
          <pc:docMk/>
          <pc:sldMk cId="2309654527" sldId="4229"/>
        </pc:sldMkLst>
      </pc:sldChg>
      <pc:sldMasterChg chg="modSldLayout">
        <pc:chgData name="Rahul Mohandas (RMd)" userId="cdc53f0a-00cb-4490-8a90-22675af5e74d" providerId="ADAL" clId="{AD1B3E7A-DDF9-EC4A-87D8-71C6C05DF951}" dt="2025-02-20T13:18:47.173" v="161"/>
        <pc:sldMasterMkLst>
          <pc:docMk/>
          <pc:sldMasterMk cId="0" sldId="2147483648"/>
        </pc:sldMasterMkLst>
        <pc:sldLayoutChg chg="addSp modSp mod">
          <pc:chgData name="Rahul Mohandas (RMd)" userId="cdc53f0a-00cb-4490-8a90-22675af5e74d" providerId="ADAL" clId="{AD1B3E7A-DDF9-EC4A-87D8-71C6C05DF951}" dt="2025-02-20T13:18:39.255" v="158" actId="120"/>
          <pc:sldLayoutMkLst>
            <pc:docMk/>
            <pc:sldMasterMk cId="0" sldId="2147483648"/>
            <pc:sldLayoutMk cId="975937277" sldId="2147483719"/>
          </pc:sldLayoutMkLst>
        </pc:sldLayoutChg>
        <pc:sldLayoutChg chg="addSp modSp">
          <pc:chgData name="Rahul Mohandas (RMd)" userId="cdc53f0a-00cb-4490-8a90-22675af5e74d" providerId="ADAL" clId="{AD1B3E7A-DDF9-EC4A-87D8-71C6C05DF951}" dt="2025-02-20T13:18:43.892" v="159"/>
          <pc:sldLayoutMkLst>
            <pc:docMk/>
            <pc:sldMasterMk cId="0" sldId="2147483648"/>
            <pc:sldLayoutMk cId="1409962327" sldId="2147483720"/>
          </pc:sldLayoutMkLst>
        </pc:sldLayoutChg>
        <pc:sldLayoutChg chg="addSp modSp">
          <pc:chgData name="Rahul Mohandas (RMd)" userId="cdc53f0a-00cb-4490-8a90-22675af5e74d" providerId="ADAL" clId="{AD1B3E7A-DDF9-EC4A-87D8-71C6C05DF951}" dt="2025-02-20T13:18:45.584" v="160"/>
          <pc:sldLayoutMkLst>
            <pc:docMk/>
            <pc:sldMasterMk cId="0" sldId="2147483648"/>
            <pc:sldLayoutMk cId="3232453031" sldId="2147483721"/>
          </pc:sldLayoutMkLst>
        </pc:sldLayoutChg>
        <pc:sldLayoutChg chg="addSp modSp">
          <pc:chgData name="Rahul Mohandas (RMd)" userId="cdc53f0a-00cb-4490-8a90-22675af5e74d" providerId="ADAL" clId="{AD1B3E7A-DDF9-EC4A-87D8-71C6C05DF951}" dt="2025-02-20T13:18:47.173" v="161"/>
          <pc:sldLayoutMkLst>
            <pc:docMk/>
            <pc:sldMasterMk cId="0" sldId="2147483648"/>
            <pc:sldLayoutMk cId="3056628485" sldId="2147483722"/>
          </pc:sldLayoutMkLst>
        </pc:sldLayoutChg>
      </pc:sldMasterChg>
    </pc:docChg>
  </pc:docChgLst>
  <pc:docChgLst>
    <pc:chgData name="Rahul Mohandas (RMd)" userId="cdc53f0a-00cb-4490-8a90-22675af5e74d" providerId="ADAL" clId="{7B36FE99-D99B-B645-91AA-10081B9058EB}"/>
    <pc:docChg chg="custSel addSld delSld modSld sldOrd">
      <pc:chgData name="Rahul Mohandas (RMd)" userId="cdc53f0a-00cb-4490-8a90-22675af5e74d" providerId="ADAL" clId="{7B36FE99-D99B-B645-91AA-10081B9058EB}" dt="2024-08-18T12:22:40.341" v="2119" actId="20577"/>
      <pc:docMkLst>
        <pc:docMk/>
      </pc:docMkLst>
      <pc:sldChg chg="modSp mod">
        <pc:chgData name="Rahul Mohandas (RMd)" userId="cdc53f0a-00cb-4490-8a90-22675af5e74d" providerId="ADAL" clId="{7B36FE99-D99B-B645-91AA-10081B9058EB}" dt="2024-08-17T12:37:03.163" v="1" actId="20577"/>
        <pc:sldMkLst>
          <pc:docMk/>
          <pc:sldMk cId="0" sldId="257"/>
        </pc:sldMkLst>
      </pc:sldChg>
      <pc:sldChg chg="modSp mod">
        <pc:chgData name="Rahul Mohandas (RMd)" userId="cdc53f0a-00cb-4490-8a90-22675af5e74d" providerId="ADAL" clId="{7B36FE99-D99B-B645-91AA-10081B9058EB}" dt="2024-08-17T12:37:35.979" v="3" actId="20577"/>
        <pc:sldMkLst>
          <pc:docMk/>
          <pc:sldMk cId="2301697734" sldId="262"/>
        </pc:sldMkLst>
      </pc:sldChg>
      <pc:sldChg chg="addSp delSp modSp add mod modClrScheme chgLayout">
        <pc:chgData name="Rahul Mohandas (RMd)" userId="cdc53f0a-00cb-4490-8a90-22675af5e74d" providerId="ADAL" clId="{7B36FE99-D99B-B645-91AA-10081B9058EB}" dt="2024-08-18T05:31:10.736" v="2102" actId="207"/>
        <pc:sldMkLst>
          <pc:docMk/>
          <pc:sldMk cId="3441168091" sldId="4101"/>
        </pc:sldMkLst>
      </pc:sldChg>
      <pc:sldChg chg="addSp delSp modSp add mod modClrScheme chgLayout">
        <pc:chgData name="Rahul Mohandas (RMd)" userId="cdc53f0a-00cb-4490-8a90-22675af5e74d" providerId="ADAL" clId="{7B36FE99-D99B-B645-91AA-10081B9058EB}" dt="2024-08-18T05:31:22.844" v="2103" actId="207"/>
        <pc:sldMkLst>
          <pc:docMk/>
          <pc:sldMk cId="231144959" sldId="4102"/>
        </pc:sldMkLst>
      </pc:sldChg>
      <pc:sldChg chg="addSp delSp modSp add mod modClrScheme chgLayout">
        <pc:chgData name="Rahul Mohandas (RMd)" userId="cdc53f0a-00cb-4490-8a90-22675af5e74d" providerId="ADAL" clId="{7B36FE99-D99B-B645-91AA-10081B9058EB}" dt="2024-08-18T05:31:28.940" v="2104" actId="207"/>
        <pc:sldMkLst>
          <pc:docMk/>
          <pc:sldMk cId="2639533065" sldId="4103"/>
        </pc:sldMkLst>
      </pc:sldChg>
      <pc:sldChg chg="addSp delSp modSp add mod modClrScheme chgLayout">
        <pc:chgData name="Rahul Mohandas (RMd)" userId="cdc53f0a-00cb-4490-8a90-22675af5e74d" providerId="ADAL" clId="{7B36FE99-D99B-B645-91AA-10081B9058EB}" dt="2024-08-18T05:31:35.384" v="2105" actId="207"/>
        <pc:sldMkLst>
          <pc:docMk/>
          <pc:sldMk cId="2398355725" sldId="4105"/>
        </pc:sldMkLst>
      </pc:sldChg>
      <pc:sldChg chg="addSp delSp modSp add del mod modClrScheme chgLayout">
        <pc:chgData name="Rahul Mohandas (RMd)" userId="cdc53f0a-00cb-4490-8a90-22675af5e74d" providerId="ADAL" clId="{7B36FE99-D99B-B645-91AA-10081B9058EB}" dt="2024-08-17T13:46:18.801" v="1733" actId="2696"/>
        <pc:sldMkLst>
          <pc:docMk/>
          <pc:sldMk cId="2852229638" sldId="4106"/>
        </pc:sldMkLst>
      </pc:sldChg>
      <pc:sldChg chg="addSp delSp modSp add mod ord modClrScheme chgLayout">
        <pc:chgData name="Rahul Mohandas (RMd)" userId="cdc53f0a-00cb-4490-8a90-22675af5e74d" providerId="ADAL" clId="{7B36FE99-D99B-B645-91AA-10081B9058EB}" dt="2024-08-17T13:26:46.479" v="1468" actId="1076"/>
        <pc:sldMkLst>
          <pc:docMk/>
          <pc:sldMk cId="3885192346" sldId="4134"/>
        </pc:sldMkLst>
      </pc:sldChg>
      <pc:sldChg chg="addSp delSp modSp add mod modClrScheme chgLayout">
        <pc:chgData name="Rahul Mohandas (RMd)" userId="cdc53f0a-00cb-4490-8a90-22675af5e74d" providerId="ADAL" clId="{7B36FE99-D99B-B645-91AA-10081B9058EB}" dt="2024-08-17T13:15:25.620" v="670" actId="20577"/>
        <pc:sldMkLst>
          <pc:docMk/>
          <pc:sldMk cId="3310470259" sldId="4135"/>
        </pc:sldMkLst>
      </pc:sldChg>
      <pc:sldChg chg="addSp delSp modSp add mod modClrScheme chgLayout">
        <pc:chgData name="Rahul Mohandas (RMd)" userId="cdc53f0a-00cb-4490-8a90-22675af5e74d" providerId="ADAL" clId="{7B36FE99-D99B-B645-91AA-10081B9058EB}" dt="2024-08-18T05:32:17.762" v="2116" actId="20577"/>
        <pc:sldMkLst>
          <pc:docMk/>
          <pc:sldMk cId="1400612840" sldId="4147"/>
        </pc:sldMkLst>
      </pc:sldChg>
      <pc:sldChg chg="addSp delSp modSp mod chgLayout">
        <pc:chgData name="Rahul Mohandas (RMd)" userId="cdc53f0a-00cb-4490-8a90-22675af5e74d" providerId="ADAL" clId="{7B36FE99-D99B-B645-91AA-10081B9058EB}" dt="2024-08-17T12:46:21.979" v="309" actId="14"/>
        <pc:sldMkLst>
          <pc:docMk/>
          <pc:sldMk cId="3832112072" sldId="4170"/>
        </pc:sldMkLst>
      </pc:sldChg>
      <pc:sldChg chg="modSp mod">
        <pc:chgData name="Rahul Mohandas (RMd)" userId="cdc53f0a-00cb-4490-8a90-22675af5e74d" providerId="ADAL" clId="{7B36FE99-D99B-B645-91AA-10081B9058EB}" dt="2024-08-17T12:41:45.314" v="290"/>
        <pc:sldMkLst>
          <pc:docMk/>
          <pc:sldMk cId="1863019508" sldId="4191"/>
        </pc:sldMkLst>
      </pc:sldChg>
      <pc:sldChg chg="modSp mod">
        <pc:chgData name="Rahul Mohandas (RMd)" userId="cdc53f0a-00cb-4490-8a90-22675af5e74d" providerId="ADAL" clId="{7B36FE99-D99B-B645-91AA-10081B9058EB}" dt="2024-08-17T12:40:25.025" v="265" actId="20577"/>
        <pc:sldMkLst>
          <pc:docMk/>
          <pc:sldMk cId="1519144150" sldId="4192"/>
        </pc:sldMkLst>
      </pc:sldChg>
      <pc:sldChg chg="del">
        <pc:chgData name="Rahul Mohandas (RMd)" userId="cdc53f0a-00cb-4490-8a90-22675af5e74d" providerId="ADAL" clId="{7B36FE99-D99B-B645-91AA-10081B9058EB}" dt="2024-08-17T12:45:47.915" v="291" actId="2696"/>
        <pc:sldMkLst>
          <pc:docMk/>
          <pc:sldMk cId="2413290457" sldId="4193"/>
        </pc:sldMkLst>
      </pc:sldChg>
      <pc:sldChg chg="del">
        <pc:chgData name="Rahul Mohandas (RMd)" userId="cdc53f0a-00cb-4490-8a90-22675af5e74d" providerId="ADAL" clId="{7B36FE99-D99B-B645-91AA-10081B9058EB}" dt="2024-08-17T12:45:47.941" v="294" actId="2696"/>
        <pc:sldMkLst>
          <pc:docMk/>
          <pc:sldMk cId="3200134892" sldId="4194"/>
        </pc:sldMkLst>
      </pc:sldChg>
      <pc:sldChg chg="del">
        <pc:chgData name="Rahul Mohandas (RMd)" userId="cdc53f0a-00cb-4490-8a90-22675af5e74d" providerId="ADAL" clId="{7B36FE99-D99B-B645-91AA-10081B9058EB}" dt="2024-08-17T12:45:47.926" v="292" actId="2696"/>
        <pc:sldMkLst>
          <pc:docMk/>
          <pc:sldMk cId="3739314591" sldId="4195"/>
        </pc:sldMkLst>
      </pc:sldChg>
      <pc:sldChg chg="del">
        <pc:chgData name="Rahul Mohandas (RMd)" userId="cdc53f0a-00cb-4490-8a90-22675af5e74d" providerId="ADAL" clId="{7B36FE99-D99B-B645-91AA-10081B9058EB}" dt="2024-08-17T12:45:47.936" v="293" actId="2696"/>
        <pc:sldMkLst>
          <pc:docMk/>
          <pc:sldMk cId="408449925" sldId="4196"/>
        </pc:sldMkLst>
      </pc:sldChg>
      <pc:sldChg chg="del">
        <pc:chgData name="Rahul Mohandas (RMd)" userId="cdc53f0a-00cb-4490-8a90-22675af5e74d" providerId="ADAL" clId="{7B36FE99-D99B-B645-91AA-10081B9058EB}" dt="2024-08-17T13:12:43.448" v="566" actId="2696"/>
        <pc:sldMkLst>
          <pc:docMk/>
          <pc:sldMk cId="79606075" sldId="4197"/>
        </pc:sldMkLst>
      </pc:sldChg>
      <pc:sldChg chg="modSp mod">
        <pc:chgData name="Rahul Mohandas (RMd)" userId="cdc53f0a-00cb-4490-8a90-22675af5e74d" providerId="ADAL" clId="{7B36FE99-D99B-B645-91AA-10081B9058EB}" dt="2024-08-17T13:05:35.157" v="565" actId="20577"/>
        <pc:sldMkLst>
          <pc:docMk/>
          <pc:sldMk cId="4244090390" sldId="4198"/>
        </pc:sldMkLst>
      </pc:sldChg>
      <pc:sldChg chg="addSp delSp modSp new mod modClrScheme chgLayout">
        <pc:chgData name="Rahul Mohandas (RMd)" userId="cdc53f0a-00cb-4490-8a90-22675af5e74d" providerId="ADAL" clId="{7B36FE99-D99B-B645-91AA-10081B9058EB}" dt="2024-08-17T13:13:54.389" v="635" actId="20577"/>
        <pc:sldMkLst>
          <pc:docMk/>
          <pc:sldMk cId="2361252851" sldId="4199"/>
        </pc:sldMkLst>
      </pc:sldChg>
      <pc:sldChg chg="del">
        <pc:chgData name="Rahul Mohandas (RMd)" userId="cdc53f0a-00cb-4490-8a90-22675af5e74d" providerId="ADAL" clId="{7B36FE99-D99B-B645-91AA-10081B9058EB}" dt="2024-08-17T12:45:47.944" v="295" actId="2696"/>
        <pc:sldMkLst>
          <pc:docMk/>
          <pc:sldMk cId="4251697485" sldId="4199"/>
        </pc:sldMkLst>
      </pc:sldChg>
      <pc:sldChg chg="modSp new mod">
        <pc:chgData name="Rahul Mohandas (RMd)" userId="cdc53f0a-00cb-4490-8a90-22675af5e74d" providerId="ADAL" clId="{7B36FE99-D99B-B645-91AA-10081B9058EB}" dt="2024-08-17T13:13:06.957" v="626" actId="20577"/>
        <pc:sldMkLst>
          <pc:docMk/>
          <pc:sldMk cId="1293202393" sldId="4200"/>
        </pc:sldMkLst>
      </pc:sldChg>
      <pc:sldChg chg="del">
        <pc:chgData name="Rahul Mohandas (RMd)" userId="cdc53f0a-00cb-4490-8a90-22675af5e74d" providerId="ADAL" clId="{7B36FE99-D99B-B645-91AA-10081B9058EB}" dt="2024-08-17T12:45:47.966" v="298" actId="2696"/>
        <pc:sldMkLst>
          <pc:docMk/>
          <pc:sldMk cId="1746968758" sldId="4200"/>
        </pc:sldMkLst>
      </pc:sldChg>
      <pc:sldChg chg="modSp add mod">
        <pc:chgData name="Rahul Mohandas (RMd)" userId="cdc53f0a-00cb-4490-8a90-22675af5e74d" providerId="ADAL" clId="{7B36FE99-D99B-B645-91AA-10081B9058EB}" dt="2024-08-17T13:14:16.404" v="652" actId="20577"/>
        <pc:sldMkLst>
          <pc:docMk/>
          <pc:sldMk cId="345863573" sldId="4201"/>
        </pc:sldMkLst>
      </pc:sldChg>
      <pc:sldChg chg="del">
        <pc:chgData name="Rahul Mohandas (RMd)" userId="cdc53f0a-00cb-4490-8a90-22675af5e74d" providerId="ADAL" clId="{7B36FE99-D99B-B645-91AA-10081B9058EB}" dt="2024-08-17T12:45:47.971" v="299" actId="2696"/>
        <pc:sldMkLst>
          <pc:docMk/>
          <pc:sldMk cId="3687925654" sldId="4201"/>
        </pc:sldMkLst>
      </pc:sldChg>
      <pc:sldChg chg="new del">
        <pc:chgData name="Rahul Mohandas (RMd)" userId="cdc53f0a-00cb-4490-8a90-22675af5e74d" providerId="ADAL" clId="{7B36FE99-D99B-B645-91AA-10081B9058EB}" dt="2024-08-17T13:14:50.899" v="655" actId="2696"/>
        <pc:sldMkLst>
          <pc:docMk/>
          <pc:sldMk cId="1466427021" sldId="4202"/>
        </pc:sldMkLst>
      </pc:sldChg>
      <pc:sldChg chg="del">
        <pc:chgData name="Rahul Mohandas (RMd)" userId="cdc53f0a-00cb-4490-8a90-22675af5e74d" providerId="ADAL" clId="{7B36FE99-D99B-B645-91AA-10081B9058EB}" dt="2024-08-17T12:45:47.948" v="296" actId="2696"/>
        <pc:sldMkLst>
          <pc:docMk/>
          <pc:sldMk cId="2433204486" sldId="4202"/>
        </pc:sldMkLst>
      </pc:sldChg>
      <pc:sldChg chg="modSp add mod">
        <pc:chgData name="Rahul Mohandas (RMd)" userId="cdc53f0a-00cb-4490-8a90-22675af5e74d" providerId="ADAL" clId="{7B36FE99-D99B-B645-91AA-10081B9058EB}" dt="2024-08-18T12:22:40.341" v="2119" actId="20577"/>
        <pc:sldMkLst>
          <pc:docMk/>
          <pc:sldMk cId="2834158957" sldId="4202"/>
        </pc:sldMkLst>
      </pc:sldChg>
      <pc:sldChg chg="modSp add mod">
        <pc:chgData name="Rahul Mohandas (RMd)" userId="cdc53f0a-00cb-4490-8a90-22675af5e74d" providerId="ADAL" clId="{7B36FE99-D99B-B645-91AA-10081B9058EB}" dt="2024-08-17T13:28:04.387" v="1480" actId="20577"/>
        <pc:sldMkLst>
          <pc:docMk/>
          <pc:sldMk cId="248614142" sldId="4203"/>
        </pc:sldMkLst>
      </pc:sldChg>
      <pc:sldChg chg="del">
        <pc:chgData name="Rahul Mohandas (RMd)" userId="cdc53f0a-00cb-4490-8a90-22675af5e74d" providerId="ADAL" clId="{7B36FE99-D99B-B645-91AA-10081B9058EB}" dt="2024-08-17T12:45:47.981" v="302" actId="2696"/>
        <pc:sldMkLst>
          <pc:docMk/>
          <pc:sldMk cId="2719943156" sldId="4203"/>
        </pc:sldMkLst>
      </pc:sldChg>
      <pc:sldChg chg="del">
        <pc:chgData name="Rahul Mohandas (RMd)" userId="cdc53f0a-00cb-4490-8a90-22675af5e74d" providerId="ADAL" clId="{7B36FE99-D99B-B645-91AA-10081B9058EB}" dt="2024-08-17T12:45:47.974" v="300" actId="2696"/>
        <pc:sldMkLst>
          <pc:docMk/>
          <pc:sldMk cId="2644135828" sldId="4204"/>
        </pc:sldMkLst>
      </pc:sldChg>
      <pc:sldChg chg="modSp new mod">
        <pc:chgData name="Rahul Mohandas (RMd)" userId="cdc53f0a-00cb-4490-8a90-22675af5e74d" providerId="ADAL" clId="{7B36FE99-D99B-B645-91AA-10081B9058EB}" dt="2024-08-18T05:28:20.434" v="2007" actId="20577"/>
        <pc:sldMkLst>
          <pc:docMk/>
          <pc:sldMk cId="4040325634" sldId="4204"/>
        </pc:sldMkLst>
      </pc:sldChg>
      <pc:sldChg chg="del">
        <pc:chgData name="Rahul Mohandas (RMd)" userId="cdc53f0a-00cb-4490-8a90-22675af5e74d" providerId="ADAL" clId="{7B36FE99-D99B-B645-91AA-10081B9058EB}" dt="2024-08-17T12:45:47.978" v="301" actId="2696"/>
        <pc:sldMkLst>
          <pc:docMk/>
          <pc:sldMk cId="3190222591" sldId="4205"/>
        </pc:sldMkLst>
      </pc:sldChg>
      <pc:sldChg chg="del">
        <pc:chgData name="Rahul Mohandas (RMd)" userId="cdc53f0a-00cb-4490-8a90-22675af5e74d" providerId="ADAL" clId="{7B36FE99-D99B-B645-91AA-10081B9058EB}" dt="2024-08-17T12:45:47.960" v="297" actId="2696"/>
        <pc:sldMkLst>
          <pc:docMk/>
          <pc:sldMk cId="1769403112" sldId="4206"/>
        </pc:sldMkLst>
      </pc:sldChg>
      <pc:sldChg chg="add del">
        <pc:chgData name="Rahul Mohandas (RMd)" userId="cdc53f0a-00cb-4490-8a90-22675af5e74d" providerId="ADAL" clId="{7B36FE99-D99B-B645-91AA-10081B9058EB}" dt="2024-08-17T13:29:01.377" v="1482"/>
        <pc:sldMkLst>
          <pc:docMk/>
          <pc:sldMk cId="3717781636" sldId="4207"/>
        </pc:sldMkLst>
      </pc:sldChg>
      <pc:sldChg chg="del">
        <pc:chgData name="Rahul Mohandas (RMd)" userId="cdc53f0a-00cb-4490-8a90-22675af5e74d" providerId="ADAL" clId="{7B36FE99-D99B-B645-91AA-10081B9058EB}" dt="2024-08-17T12:45:47.985" v="303" actId="2696"/>
        <pc:sldMkLst>
          <pc:docMk/>
          <pc:sldMk cId="2998439081" sldId="4208"/>
        </pc:sldMkLst>
      </pc:sldChg>
      <pc:sldChg chg="add del">
        <pc:chgData name="Rahul Mohandas (RMd)" userId="cdc53f0a-00cb-4490-8a90-22675af5e74d" providerId="ADAL" clId="{7B36FE99-D99B-B645-91AA-10081B9058EB}" dt="2024-08-17T13:33:48.204" v="1484"/>
        <pc:sldMkLst>
          <pc:docMk/>
          <pc:sldMk cId="303049574" sldId="4209"/>
        </pc:sldMkLst>
      </pc:sldChg>
      <pc:sldChg chg="add del">
        <pc:chgData name="Rahul Mohandas (RMd)" userId="cdc53f0a-00cb-4490-8a90-22675af5e74d" providerId="ADAL" clId="{7B36FE99-D99B-B645-91AA-10081B9058EB}" dt="2024-08-17T13:33:48.204" v="1484"/>
        <pc:sldMkLst>
          <pc:docMk/>
          <pc:sldMk cId="1080664823" sldId="4210"/>
        </pc:sldMkLst>
      </pc:sldChg>
      <pc:sldChg chg="add del">
        <pc:chgData name="Rahul Mohandas (RMd)" userId="cdc53f0a-00cb-4490-8a90-22675af5e74d" providerId="ADAL" clId="{7B36FE99-D99B-B645-91AA-10081B9058EB}" dt="2024-08-17T13:33:48.204" v="1484"/>
        <pc:sldMkLst>
          <pc:docMk/>
          <pc:sldMk cId="1151640591" sldId="4211"/>
        </pc:sldMkLst>
      </pc:sldChg>
      <pc:sldChg chg="add del">
        <pc:chgData name="Rahul Mohandas (RMd)" userId="cdc53f0a-00cb-4490-8a90-22675af5e74d" providerId="ADAL" clId="{7B36FE99-D99B-B645-91AA-10081B9058EB}" dt="2024-08-17T13:29:01.377" v="1482"/>
        <pc:sldMkLst>
          <pc:docMk/>
          <pc:sldMk cId="3502321957" sldId="4212"/>
        </pc:sldMkLst>
      </pc:sldChg>
      <pc:sldChg chg="add">
        <pc:chgData name="Rahul Mohandas (RMd)" userId="cdc53f0a-00cb-4490-8a90-22675af5e74d" providerId="ADAL" clId="{7B36FE99-D99B-B645-91AA-10081B9058EB}" dt="2024-08-17T13:29:19.720" v="1483"/>
        <pc:sldMkLst>
          <pc:docMk/>
          <pc:sldMk cId="4195721591" sldId="4213"/>
        </pc:sldMkLst>
      </pc:sldChg>
      <pc:sldChg chg="addSp delSp modSp new mod modClrScheme chgLayout">
        <pc:chgData name="Rahul Mohandas (RMd)" userId="cdc53f0a-00cb-4490-8a90-22675af5e74d" providerId="ADAL" clId="{7B36FE99-D99B-B645-91AA-10081B9058EB}" dt="2024-08-17T13:44:06.163" v="1715" actId="20577"/>
        <pc:sldMkLst>
          <pc:docMk/>
          <pc:sldMk cId="2059767873" sldId="4214"/>
        </pc:sldMkLst>
      </pc:sldChg>
      <pc:sldChg chg="new del">
        <pc:chgData name="Rahul Mohandas (RMd)" userId="cdc53f0a-00cb-4490-8a90-22675af5e74d" providerId="ADAL" clId="{7B36FE99-D99B-B645-91AA-10081B9058EB}" dt="2024-08-18T05:23:46.480" v="1787" actId="2696"/>
        <pc:sldMkLst>
          <pc:docMk/>
          <pc:sldMk cId="2227124078" sldId="4215"/>
        </pc:sldMkLst>
      </pc:sldChg>
      <pc:sldChg chg="modSp add mod">
        <pc:chgData name="Rahul Mohandas (RMd)" userId="cdc53f0a-00cb-4490-8a90-22675af5e74d" providerId="ADAL" clId="{7B36FE99-D99B-B645-91AA-10081B9058EB}" dt="2024-08-18T05:31:41.221" v="2106" actId="207"/>
        <pc:sldMkLst>
          <pc:docMk/>
          <pc:sldMk cId="2693272120" sldId="4215"/>
        </pc:sldMkLst>
      </pc:sldChg>
      <pc:sldChg chg="modSp add mod">
        <pc:chgData name="Rahul Mohandas (RMd)" userId="cdc53f0a-00cb-4490-8a90-22675af5e74d" providerId="ADAL" clId="{7B36FE99-D99B-B645-91AA-10081B9058EB}" dt="2024-08-18T05:28:38.862" v="2019" actId="20577"/>
        <pc:sldMkLst>
          <pc:docMk/>
          <pc:sldMk cId="172908277" sldId="4216"/>
        </pc:sldMkLst>
      </pc:sldChg>
      <pc:sldChg chg="addSp delSp modSp new mod modClrScheme chgLayout">
        <pc:chgData name="Rahul Mohandas (RMd)" userId="cdc53f0a-00cb-4490-8a90-22675af5e74d" providerId="ADAL" clId="{7B36FE99-D99B-B645-91AA-10081B9058EB}" dt="2024-08-18T05:30:54.734" v="2101"/>
        <pc:sldMkLst>
          <pc:docMk/>
          <pc:sldMk cId="2142588143" sldId="4217"/>
        </pc:sldMkLst>
      </pc:sldChg>
    </pc:docChg>
  </pc:docChgLst>
  <pc:docChgLst>
    <pc:chgData name="Rahul Mohandas (RMd)" userId="cdc53f0a-00cb-4490-8a90-22675af5e74d" providerId="ADAL" clId="{597F4BF0-523C-2045-AE14-FD0425B33224}"/>
    <pc:docChg chg="undo redo custSel addSld delSld modSld sldOrd">
      <pc:chgData name="Rahul Mohandas (RMd)" userId="cdc53f0a-00cb-4490-8a90-22675af5e74d" providerId="ADAL" clId="{597F4BF0-523C-2045-AE14-FD0425B33224}" dt="2024-08-25T12:29:14.453" v="1915" actId="20577"/>
      <pc:docMkLst>
        <pc:docMk/>
      </pc:docMkLst>
      <pc:sldChg chg="delSp modSp add mod modClrScheme chgLayout">
        <pc:chgData name="Rahul Mohandas (RMd)" userId="cdc53f0a-00cb-4490-8a90-22675af5e74d" providerId="ADAL" clId="{597F4BF0-523C-2045-AE14-FD0425B33224}" dt="2024-08-24T16:31:49.665" v="108" actId="26606"/>
        <pc:sldMkLst>
          <pc:docMk/>
          <pc:sldMk cId="2355349005" sldId="256"/>
        </pc:sldMkLst>
      </pc:sldChg>
      <pc:sldChg chg="modSp mod">
        <pc:chgData name="Rahul Mohandas (RMd)" userId="cdc53f0a-00cb-4490-8a90-22675af5e74d" providerId="ADAL" clId="{597F4BF0-523C-2045-AE14-FD0425B33224}" dt="2024-08-24T14:47:52.153" v="3" actId="20577"/>
        <pc:sldMkLst>
          <pc:docMk/>
          <pc:sldMk cId="0" sldId="257"/>
        </pc:sldMkLst>
      </pc:sldChg>
      <pc:sldChg chg="modSp mod">
        <pc:chgData name="Rahul Mohandas (RMd)" userId="cdc53f0a-00cb-4490-8a90-22675af5e74d" providerId="ADAL" clId="{597F4BF0-523C-2045-AE14-FD0425B33224}" dt="2024-08-24T14:48:22.306" v="9"/>
        <pc:sldMkLst>
          <pc:docMk/>
          <pc:sldMk cId="2301697734" sldId="262"/>
        </pc:sldMkLst>
      </pc:sldChg>
      <pc:sldChg chg="addSp delSp modSp add mod modClrScheme chgLayout">
        <pc:chgData name="Rahul Mohandas (RMd)" userId="cdc53f0a-00cb-4490-8a90-22675af5e74d" providerId="ADAL" clId="{597F4BF0-523C-2045-AE14-FD0425B33224}" dt="2024-08-24T16:34:00.047" v="131"/>
        <pc:sldMkLst>
          <pc:docMk/>
          <pc:sldMk cId="1165727802" sldId="272"/>
        </pc:sldMkLst>
      </pc:sldChg>
      <pc:sldChg chg="addSp delSp modSp add mod modClrScheme chgLayout">
        <pc:chgData name="Rahul Mohandas (RMd)" userId="cdc53f0a-00cb-4490-8a90-22675af5e74d" providerId="ADAL" clId="{597F4BF0-523C-2045-AE14-FD0425B33224}" dt="2024-08-24T16:32:11.127" v="116" actId="1036"/>
        <pc:sldMkLst>
          <pc:docMk/>
          <pc:sldMk cId="4274334953" sldId="279"/>
        </pc:sldMkLst>
      </pc:sldChg>
      <pc:sldChg chg="del">
        <pc:chgData name="Rahul Mohandas (RMd)" userId="cdc53f0a-00cb-4490-8a90-22675af5e74d" providerId="ADAL" clId="{597F4BF0-523C-2045-AE14-FD0425B33224}" dt="2024-08-24T16:13:43.534" v="13" actId="2696"/>
        <pc:sldMkLst>
          <pc:docMk/>
          <pc:sldMk cId="3441168091" sldId="4101"/>
        </pc:sldMkLst>
      </pc:sldChg>
      <pc:sldChg chg="modSp add mod">
        <pc:chgData name="Rahul Mohandas (RMd)" userId="cdc53f0a-00cb-4490-8a90-22675af5e74d" providerId="ADAL" clId="{597F4BF0-523C-2045-AE14-FD0425B33224}" dt="2024-08-25T12:23:00.796" v="1361" actId="20577"/>
        <pc:sldMkLst>
          <pc:docMk/>
          <pc:sldMk cId="4097913531" sldId="4101"/>
        </pc:sldMkLst>
      </pc:sldChg>
      <pc:sldChg chg="del">
        <pc:chgData name="Rahul Mohandas (RMd)" userId="cdc53f0a-00cb-4490-8a90-22675af5e74d" providerId="ADAL" clId="{597F4BF0-523C-2045-AE14-FD0425B33224}" dt="2024-08-24T16:13:43.534" v="13" actId="2696"/>
        <pc:sldMkLst>
          <pc:docMk/>
          <pc:sldMk cId="231144959" sldId="4102"/>
        </pc:sldMkLst>
      </pc:sldChg>
      <pc:sldChg chg="add">
        <pc:chgData name="Rahul Mohandas (RMd)" userId="cdc53f0a-00cb-4490-8a90-22675af5e74d" providerId="ADAL" clId="{597F4BF0-523C-2045-AE14-FD0425B33224}" dt="2024-08-24T16:16:28.921" v="14"/>
        <pc:sldMkLst>
          <pc:docMk/>
          <pc:sldMk cId="3109908966" sldId="4102"/>
        </pc:sldMkLst>
      </pc:sldChg>
      <pc:sldChg chg="modSp add mod">
        <pc:chgData name="Rahul Mohandas (RMd)" userId="cdc53f0a-00cb-4490-8a90-22675af5e74d" providerId="ADAL" clId="{597F4BF0-523C-2045-AE14-FD0425B33224}" dt="2024-08-25T12:22:18.617" v="1288" actId="20577"/>
        <pc:sldMkLst>
          <pc:docMk/>
          <pc:sldMk cId="610765707" sldId="4103"/>
        </pc:sldMkLst>
      </pc:sldChg>
      <pc:sldChg chg="del">
        <pc:chgData name="Rahul Mohandas (RMd)" userId="cdc53f0a-00cb-4490-8a90-22675af5e74d" providerId="ADAL" clId="{597F4BF0-523C-2045-AE14-FD0425B33224}" dt="2024-08-24T16:13:43.534" v="13" actId="2696"/>
        <pc:sldMkLst>
          <pc:docMk/>
          <pc:sldMk cId="2639533065" sldId="4103"/>
        </pc:sldMkLst>
      </pc:sldChg>
      <pc:sldChg chg="add">
        <pc:chgData name="Rahul Mohandas (RMd)" userId="cdc53f0a-00cb-4490-8a90-22675af5e74d" providerId="ADAL" clId="{597F4BF0-523C-2045-AE14-FD0425B33224}" dt="2024-08-24T16:16:28.921" v="14"/>
        <pc:sldMkLst>
          <pc:docMk/>
          <pc:sldMk cId="670112012" sldId="4105"/>
        </pc:sldMkLst>
      </pc:sldChg>
      <pc:sldChg chg="del">
        <pc:chgData name="Rahul Mohandas (RMd)" userId="cdc53f0a-00cb-4490-8a90-22675af5e74d" providerId="ADAL" clId="{597F4BF0-523C-2045-AE14-FD0425B33224}" dt="2024-08-24T16:13:43.534" v="13" actId="2696"/>
        <pc:sldMkLst>
          <pc:docMk/>
          <pc:sldMk cId="2398355725" sldId="4105"/>
        </pc:sldMkLst>
      </pc:sldChg>
      <pc:sldChg chg="del">
        <pc:chgData name="Rahul Mohandas (RMd)" userId="cdc53f0a-00cb-4490-8a90-22675af5e74d" providerId="ADAL" clId="{597F4BF0-523C-2045-AE14-FD0425B33224}" dt="2024-08-24T16:16:42.454" v="19" actId="2696"/>
        <pc:sldMkLst>
          <pc:docMk/>
          <pc:sldMk cId="3885192346" sldId="4134"/>
        </pc:sldMkLst>
      </pc:sldChg>
      <pc:sldChg chg="del">
        <pc:chgData name="Rahul Mohandas (RMd)" userId="cdc53f0a-00cb-4490-8a90-22675af5e74d" providerId="ADAL" clId="{597F4BF0-523C-2045-AE14-FD0425B33224}" dt="2024-08-24T16:16:42.482" v="20" actId="2696"/>
        <pc:sldMkLst>
          <pc:docMk/>
          <pc:sldMk cId="3310470259" sldId="4135"/>
        </pc:sldMkLst>
      </pc:sldChg>
      <pc:sldChg chg="addSp delSp modSp add mod modClrScheme chgLayout">
        <pc:chgData name="Rahul Mohandas (RMd)" userId="cdc53f0a-00cb-4490-8a90-22675af5e74d" providerId="ADAL" clId="{597F4BF0-523C-2045-AE14-FD0425B33224}" dt="2024-08-24T16:25:36.155" v="78"/>
        <pc:sldMkLst>
          <pc:docMk/>
          <pc:sldMk cId="712040565" sldId="4137"/>
        </pc:sldMkLst>
      </pc:sldChg>
      <pc:sldChg chg="addSp delSp modSp add mod modClrScheme chgLayout">
        <pc:chgData name="Rahul Mohandas (RMd)" userId="cdc53f0a-00cb-4490-8a90-22675af5e74d" providerId="ADAL" clId="{597F4BF0-523C-2045-AE14-FD0425B33224}" dt="2024-08-25T12:24:14.441" v="1426"/>
        <pc:sldMkLst>
          <pc:docMk/>
          <pc:sldMk cId="1484729892" sldId="4138"/>
        </pc:sldMkLst>
      </pc:sldChg>
      <pc:sldChg chg="del">
        <pc:chgData name="Rahul Mohandas (RMd)" userId="cdc53f0a-00cb-4490-8a90-22675af5e74d" providerId="ADAL" clId="{597F4BF0-523C-2045-AE14-FD0425B33224}" dt="2024-08-24T16:13:43.534" v="13" actId="2696"/>
        <pc:sldMkLst>
          <pc:docMk/>
          <pc:sldMk cId="1400612840" sldId="4147"/>
        </pc:sldMkLst>
      </pc:sldChg>
      <pc:sldChg chg="add">
        <pc:chgData name="Rahul Mohandas (RMd)" userId="cdc53f0a-00cb-4490-8a90-22675af5e74d" providerId="ADAL" clId="{597F4BF0-523C-2045-AE14-FD0425B33224}" dt="2024-08-24T16:16:28.921" v="14"/>
        <pc:sldMkLst>
          <pc:docMk/>
          <pc:sldMk cId="2850148947" sldId="4147"/>
        </pc:sldMkLst>
      </pc:sldChg>
      <pc:sldChg chg="modSp mod">
        <pc:chgData name="Rahul Mohandas (RMd)" userId="cdc53f0a-00cb-4490-8a90-22675af5e74d" providerId="ADAL" clId="{597F4BF0-523C-2045-AE14-FD0425B33224}" dt="2024-08-24T16:44:40.464" v="576" actId="20577"/>
        <pc:sldMkLst>
          <pc:docMk/>
          <pc:sldMk cId="1863019508" sldId="4191"/>
        </pc:sldMkLst>
      </pc:sldChg>
      <pc:sldChg chg="modSp del mod">
        <pc:chgData name="Rahul Mohandas (RMd)" userId="cdc53f0a-00cb-4490-8a90-22675af5e74d" providerId="ADAL" clId="{597F4BF0-523C-2045-AE14-FD0425B33224}" dt="2024-08-25T05:44:57.914" v="934" actId="2696"/>
        <pc:sldMkLst>
          <pc:docMk/>
          <pc:sldMk cId="1519144150" sldId="4192"/>
        </pc:sldMkLst>
      </pc:sldChg>
      <pc:sldChg chg="addSp delSp modSp add mod modClrScheme chgLayout">
        <pc:chgData name="Rahul Mohandas (RMd)" userId="cdc53f0a-00cb-4490-8a90-22675af5e74d" providerId="ADAL" clId="{597F4BF0-523C-2045-AE14-FD0425B33224}" dt="2024-08-25T07:46:00.377" v="1171"/>
        <pc:sldMkLst>
          <pc:docMk/>
          <pc:sldMk cId="4184078503" sldId="4198"/>
        </pc:sldMkLst>
      </pc:sldChg>
      <pc:sldChg chg="del">
        <pc:chgData name="Rahul Mohandas (RMd)" userId="cdc53f0a-00cb-4490-8a90-22675af5e74d" providerId="ADAL" clId="{597F4BF0-523C-2045-AE14-FD0425B33224}" dt="2024-08-24T16:16:39.339" v="15" actId="2696"/>
        <pc:sldMkLst>
          <pc:docMk/>
          <pc:sldMk cId="4244090390" sldId="4198"/>
        </pc:sldMkLst>
      </pc:sldChg>
      <pc:sldChg chg="addSp delSp modSp add mod modClrScheme chgLayout">
        <pc:chgData name="Rahul Mohandas (RMd)" userId="cdc53f0a-00cb-4490-8a90-22675af5e74d" providerId="ADAL" clId="{597F4BF0-523C-2045-AE14-FD0425B33224}" dt="2024-08-25T12:29:14.453" v="1915" actId="20577"/>
        <pc:sldMkLst>
          <pc:docMk/>
          <pc:sldMk cId="2035124397" sldId="4199"/>
        </pc:sldMkLst>
      </pc:sldChg>
      <pc:sldChg chg="del">
        <pc:chgData name="Rahul Mohandas (RMd)" userId="cdc53f0a-00cb-4490-8a90-22675af5e74d" providerId="ADAL" clId="{597F4BF0-523C-2045-AE14-FD0425B33224}" dt="2024-08-24T16:16:39.343" v="16" actId="2696"/>
        <pc:sldMkLst>
          <pc:docMk/>
          <pc:sldMk cId="2361252851" sldId="4199"/>
        </pc:sldMkLst>
      </pc:sldChg>
      <pc:sldChg chg="del">
        <pc:chgData name="Rahul Mohandas (RMd)" userId="cdc53f0a-00cb-4490-8a90-22675af5e74d" providerId="ADAL" clId="{597F4BF0-523C-2045-AE14-FD0425B33224}" dt="2024-08-24T16:16:39.346" v="17" actId="2696"/>
        <pc:sldMkLst>
          <pc:docMk/>
          <pc:sldMk cId="1293202393" sldId="4200"/>
        </pc:sldMkLst>
      </pc:sldChg>
      <pc:sldChg chg="del">
        <pc:chgData name="Rahul Mohandas (RMd)" userId="cdc53f0a-00cb-4490-8a90-22675af5e74d" providerId="ADAL" clId="{597F4BF0-523C-2045-AE14-FD0425B33224}" dt="2024-08-24T16:16:42.432" v="18" actId="2696"/>
        <pc:sldMkLst>
          <pc:docMk/>
          <pc:sldMk cId="345863573" sldId="4201"/>
        </pc:sldMkLst>
      </pc:sldChg>
      <pc:sldChg chg="del">
        <pc:chgData name="Rahul Mohandas (RMd)" userId="cdc53f0a-00cb-4490-8a90-22675af5e74d" providerId="ADAL" clId="{597F4BF0-523C-2045-AE14-FD0425B33224}" dt="2024-08-24T16:16:44.963" v="21" actId="2696"/>
        <pc:sldMkLst>
          <pc:docMk/>
          <pc:sldMk cId="2834158957" sldId="4202"/>
        </pc:sldMkLst>
      </pc:sldChg>
      <pc:sldChg chg="del">
        <pc:chgData name="Rahul Mohandas (RMd)" userId="cdc53f0a-00cb-4490-8a90-22675af5e74d" providerId="ADAL" clId="{597F4BF0-523C-2045-AE14-FD0425B33224}" dt="2024-08-24T16:16:46.544" v="22" actId="2696"/>
        <pc:sldMkLst>
          <pc:docMk/>
          <pc:sldMk cId="248614142" sldId="4203"/>
        </pc:sldMkLst>
      </pc:sldChg>
      <pc:sldChg chg="add">
        <pc:chgData name="Rahul Mohandas (RMd)" userId="cdc53f0a-00cb-4490-8a90-22675af5e74d" providerId="ADAL" clId="{597F4BF0-523C-2045-AE14-FD0425B33224}" dt="2024-08-24T16:16:28.921" v="14"/>
        <pc:sldMkLst>
          <pc:docMk/>
          <pc:sldMk cId="2395964172" sldId="4204"/>
        </pc:sldMkLst>
      </pc:sldChg>
      <pc:sldChg chg="del">
        <pc:chgData name="Rahul Mohandas (RMd)" userId="cdc53f0a-00cb-4490-8a90-22675af5e74d" providerId="ADAL" clId="{597F4BF0-523C-2045-AE14-FD0425B33224}" dt="2024-08-24T16:13:43.534" v="13" actId="2696"/>
        <pc:sldMkLst>
          <pc:docMk/>
          <pc:sldMk cId="4040325634" sldId="4204"/>
        </pc:sldMkLst>
      </pc:sldChg>
      <pc:sldChg chg="del">
        <pc:chgData name="Rahul Mohandas (RMd)" userId="cdc53f0a-00cb-4490-8a90-22675af5e74d" providerId="ADAL" clId="{597F4BF0-523C-2045-AE14-FD0425B33224}" dt="2024-08-24T16:17:23.874" v="29" actId="2696"/>
        <pc:sldMkLst>
          <pc:docMk/>
          <pc:sldMk cId="3717781636" sldId="4207"/>
        </pc:sldMkLst>
      </pc:sldChg>
      <pc:sldChg chg="del">
        <pc:chgData name="Rahul Mohandas (RMd)" userId="cdc53f0a-00cb-4490-8a90-22675af5e74d" providerId="ADAL" clId="{597F4BF0-523C-2045-AE14-FD0425B33224}" dt="2024-08-24T16:16:55.559" v="23" actId="2696"/>
        <pc:sldMkLst>
          <pc:docMk/>
          <pc:sldMk cId="303049574" sldId="4209"/>
        </pc:sldMkLst>
      </pc:sldChg>
      <pc:sldChg chg="del">
        <pc:chgData name="Rahul Mohandas (RMd)" userId="cdc53f0a-00cb-4490-8a90-22675af5e74d" providerId="ADAL" clId="{597F4BF0-523C-2045-AE14-FD0425B33224}" dt="2024-08-24T16:16:55.565" v="24" actId="2696"/>
        <pc:sldMkLst>
          <pc:docMk/>
          <pc:sldMk cId="1080664823" sldId="4210"/>
        </pc:sldMkLst>
      </pc:sldChg>
      <pc:sldChg chg="del">
        <pc:chgData name="Rahul Mohandas (RMd)" userId="cdc53f0a-00cb-4490-8a90-22675af5e74d" providerId="ADAL" clId="{597F4BF0-523C-2045-AE14-FD0425B33224}" dt="2024-08-24T16:16:55.584" v="25" actId="2696"/>
        <pc:sldMkLst>
          <pc:docMk/>
          <pc:sldMk cId="1151640591" sldId="4211"/>
        </pc:sldMkLst>
      </pc:sldChg>
      <pc:sldChg chg="del">
        <pc:chgData name="Rahul Mohandas (RMd)" userId="cdc53f0a-00cb-4490-8a90-22675af5e74d" providerId="ADAL" clId="{597F4BF0-523C-2045-AE14-FD0425B33224}" dt="2024-08-24T16:17:34.236" v="30" actId="2696"/>
        <pc:sldMkLst>
          <pc:docMk/>
          <pc:sldMk cId="3502321957" sldId="4212"/>
        </pc:sldMkLst>
      </pc:sldChg>
      <pc:sldChg chg="del">
        <pc:chgData name="Rahul Mohandas (RMd)" userId="cdc53f0a-00cb-4490-8a90-22675af5e74d" providerId="ADAL" clId="{597F4BF0-523C-2045-AE14-FD0425B33224}" dt="2024-08-24T16:17:23.871" v="27" actId="2696"/>
        <pc:sldMkLst>
          <pc:docMk/>
          <pc:sldMk cId="4195721591" sldId="4213"/>
        </pc:sldMkLst>
      </pc:sldChg>
      <pc:sldChg chg="del">
        <pc:chgData name="Rahul Mohandas (RMd)" userId="cdc53f0a-00cb-4490-8a90-22675af5e74d" providerId="ADAL" clId="{597F4BF0-523C-2045-AE14-FD0425B33224}" dt="2024-08-24T16:17:23.872" v="28" actId="2696"/>
        <pc:sldMkLst>
          <pc:docMk/>
          <pc:sldMk cId="2059767873" sldId="4214"/>
        </pc:sldMkLst>
      </pc:sldChg>
      <pc:sldChg chg="modSp add mod">
        <pc:chgData name="Rahul Mohandas (RMd)" userId="cdc53f0a-00cb-4490-8a90-22675af5e74d" providerId="ADAL" clId="{597F4BF0-523C-2045-AE14-FD0425B33224}" dt="2024-08-25T12:23:13.504" v="1399" actId="20577"/>
        <pc:sldMkLst>
          <pc:docMk/>
          <pc:sldMk cId="195159601" sldId="4215"/>
        </pc:sldMkLst>
      </pc:sldChg>
      <pc:sldChg chg="del">
        <pc:chgData name="Rahul Mohandas (RMd)" userId="cdc53f0a-00cb-4490-8a90-22675af5e74d" providerId="ADAL" clId="{597F4BF0-523C-2045-AE14-FD0425B33224}" dt="2024-08-24T16:13:43.534" v="13" actId="2696"/>
        <pc:sldMkLst>
          <pc:docMk/>
          <pc:sldMk cId="2693272120" sldId="4215"/>
        </pc:sldMkLst>
      </pc:sldChg>
      <pc:sldChg chg="modSp mod">
        <pc:chgData name="Rahul Mohandas (RMd)" userId="cdc53f0a-00cb-4490-8a90-22675af5e74d" providerId="ADAL" clId="{597F4BF0-523C-2045-AE14-FD0425B33224}" dt="2024-08-24T16:23:47.455" v="52" actId="20577"/>
        <pc:sldMkLst>
          <pc:docMk/>
          <pc:sldMk cId="172908277" sldId="4216"/>
        </pc:sldMkLst>
      </pc:sldChg>
      <pc:sldChg chg="add">
        <pc:chgData name="Rahul Mohandas (RMd)" userId="cdc53f0a-00cb-4490-8a90-22675af5e74d" providerId="ADAL" clId="{597F4BF0-523C-2045-AE14-FD0425B33224}" dt="2024-08-24T16:17:10.570" v="26"/>
        <pc:sldMkLst>
          <pc:docMk/>
          <pc:sldMk cId="3714842463" sldId="4218"/>
        </pc:sldMkLst>
      </pc:sldChg>
      <pc:sldChg chg="addSp modSp new ord">
        <pc:chgData name="Rahul Mohandas (RMd)" userId="cdc53f0a-00cb-4490-8a90-22675af5e74d" providerId="ADAL" clId="{597F4BF0-523C-2045-AE14-FD0425B33224}" dt="2024-08-24T16:24:44.061" v="72"/>
        <pc:sldMkLst>
          <pc:docMk/>
          <pc:sldMk cId="2924809344" sldId="4219"/>
        </pc:sldMkLst>
      </pc:sldChg>
      <pc:sldChg chg="addSp delSp modSp new mod modClrScheme chgLayout">
        <pc:chgData name="Rahul Mohandas (RMd)" userId="cdc53f0a-00cb-4490-8a90-22675af5e74d" providerId="ADAL" clId="{597F4BF0-523C-2045-AE14-FD0425B33224}" dt="2024-08-24T16:24:11.471" v="70" actId="20577"/>
        <pc:sldMkLst>
          <pc:docMk/>
          <pc:sldMk cId="1654155532" sldId="4220"/>
        </pc:sldMkLst>
      </pc:sldChg>
      <pc:sldChg chg="addSp delSp modSp new mod modClrScheme chgLayout">
        <pc:chgData name="Rahul Mohandas (RMd)" userId="cdc53f0a-00cb-4490-8a90-22675af5e74d" providerId="ADAL" clId="{597F4BF0-523C-2045-AE14-FD0425B33224}" dt="2024-08-25T12:26:54.092" v="1662" actId="1076"/>
        <pc:sldMkLst>
          <pc:docMk/>
          <pc:sldMk cId="3954317709" sldId="4221"/>
        </pc:sldMkLst>
      </pc:sldChg>
      <pc:sldChg chg="modSp add mod">
        <pc:chgData name="Rahul Mohandas (RMd)" userId="cdc53f0a-00cb-4490-8a90-22675af5e74d" providerId="ADAL" clId="{597F4BF0-523C-2045-AE14-FD0425B33224}" dt="2024-08-24T16:34:43.792" v="167" actId="20577"/>
        <pc:sldMkLst>
          <pc:docMk/>
          <pc:sldMk cId="933435069" sldId="4222"/>
        </pc:sldMkLst>
      </pc:sldChg>
      <pc:sldChg chg="addSp delSp modSp new mod modClrScheme chgLayout">
        <pc:chgData name="Rahul Mohandas (RMd)" userId="cdc53f0a-00cb-4490-8a90-22675af5e74d" providerId="ADAL" clId="{597F4BF0-523C-2045-AE14-FD0425B33224}" dt="2024-08-24T16:35:53.972" v="235" actId="20577"/>
        <pc:sldMkLst>
          <pc:docMk/>
          <pc:sldMk cId="4020956793" sldId="4223"/>
        </pc:sldMkLst>
      </pc:sldChg>
      <pc:sldChg chg="addSp delSp modSp new mod modClrScheme chgLayout modNotesTx">
        <pc:chgData name="Rahul Mohandas (RMd)" userId="cdc53f0a-00cb-4490-8a90-22675af5e74d" providerId="ADAL" clId="{597F4BF0-523C-2045-AE14-FD0425B33224}" dt="2024-08-24T16:42:59.829" v="381" actId="20577"/>
        <pc:sldMkLst>
          <pc:docMk/>
          <pc:sldMk cId="3419384832" sldId="4224"/>
        </pc:sldMkLst>
      </pc:sldChg>
      <pc:sldChg chg="modSp new mod">
        <pc:chgData name="Rahul Mohandas (RMd)" userId="cdc53f0a-00cb-4490-8a90-22675af5e74d" providerId="ADAL" clId="{597F4BF0-523C-2045-AE14-FD0425B33224}" dt="2024-08-25T12:28:23.407" v="1896" actId="20577"/>
        <pc:sldMkLst>
          <pc:docMk/>
          <pc:sldMk cId="759780421" sldId="4225"/>
        </pc:sldMkLst>
      </pc:sldChg>
      <pc:sldChg chg="addSp delSp modSp new mod modClrScheme chgLayout">
        <pc:chgData name="Rahul Mohandas (RMd)" userId="cdc53f0a-00cb-4490-8a90-22675af5e74d" providerId="ADAL" clId="{597F4BF0-523C-2045-AE14-FD0425B33224}" dt="2024-08-24T16:45:01.974" v="610" actId="20577"/>
        <pc:sldMkLst>
          <pc:docMk/>
          <pc:sldMk cId="3171411725" sldId="4226"/>
        </pc:sldMkLst>
      </pc:sldChg>
      <pc:sldChg chg="addSp delSp modSp new mod modClrScheme chgLayout">
        <pc:chgData name="Rahul Mohandas (RMd)" userId="cdc53f0a-00cb-4490-8a90-22675af5e74d" providerId="ADAL" clId="{597F4BF0-523C-2045-AE14-FD0425B33224}" dt="2024-08-24T16:47:22.828" v="706" actId="20577"/>
        <pc:sldMkLst>
          <pc:docMk/>
          <pc:sldMk cId="1824034223" sldId="4227"/>
        </pc:sldMkLst>
      </pc:sldChg>
      <pc:sldChg chg="addSp delSp modSp new mod">
        <pc:chgData name="Rahul Mohandas (RMd)" userId="cdc53f0a-00cb-4490-8a90-22675af5e74d" providerId="ADAL" clId="{597F4BF0-523C-2045-AE14-FD0425B33224}" dt="2024-08-24T16:53:08.943" v="933" actId="20577"/>
        <pc:sldMkLst>
          <pc:docMk/>
          <pc:sldMk cId="2521635089" sldId="4228"/>
        </pc:sldMkLst>
      </pc:sldChg>
      <pc:sldChg chg="addSp delSp modSp new mod modClrScheme chgLayout">
        <pc:chgData name="Rahul Mohandas (RMd)" userId="cdc53f0a-00cb-4490-8a90-22675af5e74d" providerId="ADAL" clId="{597F4BF0-523C-2045-AE14-FD0425B33224}" dt="2024-08-25T05:47:54.714" v="1162"/>
        <pc:sldMkLst>
          <pc:docMk/>
          <pc:sldMk cId="2309654527" sldId="4229"/>
        </pc:sldMkLst>
      </pc:sldChg>
    </pc:docChg>
  </pc:docChgLst>
  <pc:docChgLst>
    <pc:chgData name="Rahul Mohandas (RMd)" userId="cdc53f0a-00cb-4490-8a90-22675af5e74d" providerId="ADAL" clId="{6AA79A98-E4AA-53FC-BDD8-C9EE79B97AEC}"/>
    <pc:docChg chg="custSel addSld delSld modSld sldOrd">
      <pc:chgData name="Rahul Mohandas (RMd)" userId="cdc53f0a-00cb-4490-8a90-22675af5e74d" providerId="ADAL" clId="{6AA79A98-E4AA-53FC-BDD8-C9EE79B97AEC}" dt="2025-08-24T02:44:01.581" v="619" actId="113"/>
      <pc:docMkLst>
        <pc:docMk/>
      </pc:docMkLst>
      <pc:sldChg chg="modSp mod">
        <pc:chgData name="Rahul Mohandas (RMd)" userId="cdc53f0a-00cb-4490-8a90-22675af5e74d" providerId="ADAL" clId="{6AA79A98-E4AA-53FC-BDD8-C9EE79B97AEC}" dt="2025-08-23T13:20:12.128" v="25" actId="20577"/>
        <pc:sldMkLst>
          <pc:docMk/>
          <pc:sldMk cId="0" sldId="257"/>
        </pc:sldMkLst>
        <pc:spChg chg="mod">
          <ac:chgData name="Rahul Mohandas (RMd)" userId="cdc53f0a-00cb-4490-8a90-22675af5e74d" providerId="ADAL" clId="{6AA79A98-E4AA-53FC-BDD8-C9EE79B97AEC}" dt="2025-08-23T13:20:12.128" v="25" actId="20577"/>
          <ac:spMkLst>
            <pc:docMk/>
            <pc:sldMk cId="0" sldId="257"/>
            <ac:spMk id="2" creationId="{056F6331-FA13-C3D2-E2AC-DE29B104FF03}"/>
          </ac:spMkLst>
        </pc:spChg>
      </pc:sldChg>
      <pc:sldChg chg="del">
        <pc:chgData name="Rahul Mohandas (RMd)" userId="cdc53f0a-00cb-4490-8a90-22675af5e74d" providerId="ADAL" clId="{6AA79A98-E4AA-53FC-BDD8-C9EE79B97AEC}" dt="2025-08-23T13:32:40.109" v="228" actId="2696"/>
        <pc:sldMkLst>
          <pc:docMk/>
          <pc:sldMk cId="2850148947" sldId="4147"/>
        </pc:sldMkLst>
      </pc:sldChg>
      <pc:sldChg chg="del">
        <pc:chgData name="Rahul Mohandas (RMd)" userId="cdc53f0a-00cb-4490-8a90-22675af5e74d" providerId="ADAL" clId="{6AA79A98-E4AA-53FC-BDD8-C9EE79B97AEC}" dt="2025-08-24T02:21:55.160" v="436" actId="2696"/>
        <pc:sldMkLst>
          <pc:docMk/>
          <pc:sldMk cId="933435069" sldId="4222"/>
        </pc:sldMkLst>
      </pc:sldChg>
      <pc:sldChg chg="add">
        <pc:chgData name="Rahul Mohandas (RMd)" userId="cdc53f0a-00cb-4490-8a90-22675af5e74d" providerId="ADAL" clId="{6AA79A98-E4AA-53FC-BDD8-C9EE79B97AEC}" dt="2025-08-24T02:21:57.725" v="437"/>
        <pc:sldMkLst>
          <pc:docMk/>
          <pc:sldMk cId="1396207065" sldId="4222"/>
        </pc:sldMkLst>
      </pc:sldChg>
      <pc:sldChg chg="add">
        <pc:chgData name="Rahul Mohandas (RMd)" userId="cdc53f0a-00cb-4490-8a90-22675af5e74d" providerId="ADAL" clId="{6AA79A98-E4AA-53FC-BDD8-C9EE79B97AEC}" dt="2025-08-24T02:22:10.023" v="439"/>
        <pc:sldMkLst>
          <pc:docMk/>
          <pc:sldMk cId="365810880" sldId="4223"/>
        </pc:sldMkLst>
      </pc:sldChg>
      <pc:sldChg chg="add del ord">
        <pc:chgData name="Rahul Mohandas (RMd)" userId="cdc53f0a-00cb-4490-8a90-22675af5e74d" providerId="ADAL" clId="{6AA79A98-E4AA-53FC-BDD8-C9EE79B97AEC}" dt="2025-08-24T02:21:55.160" v="436" actId="2696"/>
        <pc:sldMkLst>
          <pc:docMk/>
          <pc:sldMk cId="1473453057" sldId="4223"/>
        </pc:sldMkLst>
      </pc:sldChg>
      <pc:sldChg chg="add del">
        <pc:chgData name="Rahul Mohandas (RMd)" userId="cdc53f0a-00cb-4490-8a90-22675af5e74d" providerId="ADAL" clId="{6AA79A98-E4AA-53FC-BDD8-C9EE79B97AEC}" dt="2025-08-24T02:22:02.450" v="438" actId="2696"/>
        <pc:sldMkLst>
          <pc:docMk/>
          <pc:sldMk cId="1877135342" sldId="4223"/>
        </pc:sldMkLst>
      </pc:sldChg>
      <pc:sldChg chg="del">
        <pc:chgData name="Rahul Mohandas (RMd)" userId="cdc53f0a-00cb-4490-8a90-22675af5e74d" providerId="ADAL" clId="{6AA79A98-E4AA-53FC-BDD8-C9EE79B97AEC}" dt="2025-08-23T13:34:21.774" v="278" actId="2696"/>
        <pc:sldMkLst>
          <pc:docMk/>
          <pc:sldMk cId="4020956793" sldId="4223"/>
        </pc:sldMkLst>
      </pc:sldChg>
      <pc:sldChg chg="modSp add mod">
        <pc:chgData name="Rahul Mohandas (RMd)" userId="cdc53f0a-00cb-4490-8a90-22675af5e74d" providerId="ADAL" clId="{6AA79A98-E4AA-53FC-BDD8-C9EE79B97AEC}" dt="2025-08-24T02:43:08.027" v="596" actId="20577"/>
        <pc:sldMkLst>
          <pc:docMk/>
          <pc:sldMk cId="1690124918" sldId="4224"/>
        </pc:sldMkLst>
        <pc:spChg chg="mod">
          <ac:chgData name="Rahul Mohandas (RMd)" userId="cdc53f0a-00cb-4490-8a90-22675af5e74d" providerId="ADAL" clId="{6AA79A98-E4AA-53FC-BDD8-C9EE79B97AEC}" dt="2025-08-24T02:43:08.027" v="596" actId="20577"/>
          <ac:spMkLst>
            <pc:docMk/>
            <pc:sldMk cId="1690124918" sldId="4224"/>
            <ac:spMk id="3" creationId="{81F6760F-78BD-B388-209E-FF7C2914ADFB}"/>
          </ac:spMkLst>
        </pc:spChg>
        <pc:spChg chg="mod">
          <ac:chgData name="Rahul Mohandas (RMd)" userId="cdc53f0a-00cb-4490-8a90-22675af5e74d" providerId="ADAL" clId="{6AA79A98-E4AA-53FC-BDD8-C9EE79B97AEC}" dt="2025-08-24T02:23:20.463" v="567" actId="20577"/>
          <ac:spMkLst>
            <pc:docMk/>
            <pc:sldMk cId="1690124918" sldId="4224"/>
            <ac:spMk id="4" creationId="{09EB0059-6A81-29FD-761B-E164C08F0ECA}"/>
          </ac:spMkLst>
        </pc:spChg>
      </pc:sldChg>
      <pc:sldChg chg="addSp delSp modSp del mod chgLayout">
        <pc:chgData name="Rahul Mohandas (RMd)" userId="cdc53f0a-00cb-4490-8a90-22675af5e74d" providerId="ADAL" clId="{6AA79A98-E4AA-53FC-BDD8-C9EE79B97AEC}" dt="2025-08-24T02:21:55.160" v="436" actId="2696"/>
        <pc:sldMkLst>
          <pc:docMk/>
          <pc:sldMk cId="3419384832" sldId="4224"/>
        </pc:sldMkLst>
        <pc:spChg chg="mod ord">
          <ac:chgData name="Rahul Mohandas (RMd)" userId="cdc53f0a-00cb-4490-8a90-22675af5e74d" providerId="ADAL" clId="{6AA79A98-E4AA-53FC-BDD8-C9EE79B97AEC}" dt="2025-08-24T02:18:30.499" v="342" actId="6264"/>
          <ac:spMkLst>
            <pc:docMk/>
            <pc:sldMk cId="3419384832" sldId="4224"/>
            <ac:spMk id="2" creationId="{01181B9E-171D-C106-AEDA-1ABC301D9FAA}"/>
          </ac:spMkLst>
        </pc:spChg>
        <pc:spChg chg="mod ord">
          <ac:chgData name="Rahul Mohandas (RMd)" userId="cdc53f0a-00cb-4490-8a90-22675af5e74d" providerId="ADAL" clId="{6AA79A98-E4AA-53FC-BDD8-C9EE79B97AEC}" dt="2025-08-24T02:21:42.356" v="435" actId="20577"/>
          <ac:spMkLst>
            <pc:docMk/>
            <pc:sldMk cId="3419384832" sldId="4224"/>
            <ac:spMk id="3" creationId="{81F6760F-78BD-B388-209E-FF7C2914ADFB}"/>
          </ac:spMkLst>
        </pc:spChg>
        <pc:spChg chg="mod ord">
          <ac:chgData name="Rahul Mohandas (RMd)" userId="cdc53f0a-00cb-4490-8a90-22675af5e74d" providerId="ADAL" clId="{6AA79A98-E4AA-53FC-BDD8-C9EE79B97AEC}" dt="2025-08-24T02:18:30.499" v="342" actId="6264"/>
          <ac:spMkLst>
            <pc:docMk/>
            <pc:sldMk cId="3419384832" sldId="4224"/>
            <ac:spMk id="4" creationId="{09EB0059-6A81-29FD-761B-E164C08F0ECA}"/>
          </ac:spMkLst>
        </pc:spChg>
        <pc:spChg chg="add del mod">
          <ac:chgData name="Rahul Mohandas (RMd)" userId="cdc53f0a-00cb-4490-8a90-22675af5e74d" providerId="ADAL" clId="{6AA79A98-E4AA-53FC-BDD8-C9EE79B97AEC}" dt="2025-08-23T13:35:02.697" v="281" actId="6264"/>
          <ac:spMkLst>
            <pc:docMk/>
            <pc:sldMk cId="3419384832" sldId="4224"/>
            <ac:spMk id="5" creationId="{85F22089-8C4C-ADE7-8CBC-FA2D9B4A6F39}"/>
          </ac:spMkLst>
        </pc:spChg>
        <pc:spChg chg="add del mod">
          <ac:chgData name="Rahul Mohandas (RMd)" userId="cdc53f0a-00cb-4490-8a90-22675af5e74d" providerId="ADAL" clId="{6AA79A98-E4AA-53FC-BDD8-C9EE79B97AEC}" dt="2025-08-24T02:18:30.499" v="342" actId="6264"/>
          <ac:spMkLst>
            <pc:docMk/>
            <pc:sldMk cId="3419384832" sldId="4224"/>
            <ac:spMk id="5" creationId="{F8ECB9AE-35C7-86D2-CE6D-6226D71C39E2}"/>
          </ac:spMkLst>
        </pc:spChg>
        <pc:spChg chg="add del mod">
          <ac:chgData name="Rahul Mohandas (RMd)" userId="cdc53f0a-00cb-4490-8a90-22675af5e74d" providerId="ADAL" clId="{6AA79A98-E4AA-53FC-BDD8-C9EE79B97AEC}" dt="2025-08-23T13:35:02.697" v="281" actId="6264"/>
          <ac:spMkLst>
            <pc:docMk/>
            <pc:sldMk cId="3419384832" sldId="4224"/>
            <ac:spMk id="6" creationId="{58A0664A-2427-39D4-845F-C0E79B3ADB79}"/>
          </ac:spMkLst>
        </pc:spChg>
        <pc:spChg chg="add del mod">
          <ac:chgData name="Rahul Mohandas (RMd)" userId="cdc53f0a-00cb-4490-8a90-22675af5e74d" providerId="ADAL" clId="{6AA79A98-E4AA-53FC-BDD8-C9EE79B97AEC}" dt="2025-08-24T02:18:30.499" v="342" actId="6264"/>
          <ac:spMkLst>
            <pc:docMk/>
            <pc:sldMk cId="3419384832" sldId="4224"/>
            <ac:spMk id="6" creationId="{903B36FE-AC5B-F89A-8E08-1BB4263B0020}"/>
          </ac:spMkLst>
        </pc:spChg>
        <pc:spChg chg="add del mod">
          <ac:chgData name="Rahul Mohandas (RMd)" userId="cdc53f0a-00cb-4490-8a90-22675af5e74d" providerId="ADAL" clId="{6AA79A98-E4AA-53FC-BDD8-C9EE79B97AEC}" dt="2025-08-23T13:35:02.697" v="281" actId="6264"/>
          <ac:spMkLst>
            <pc:docMk/>
            <pc:sldMk cId="3419384832" sldId="4224"/>
            <ac:spMk id="7" creationId="{58AFD642-FF17-7354-CCAB-5B025CB206B7}"/>
          </ac:spMkLst>
        </pc:spChg>
        <pc:spChg chg="add del mod">
          <ac:chgData name="Rahul Mohandas (RMd)" userId="cdc53f0a-00cb-4490-8a90-22675af5e74d" providerId="ADAL" clId="{6AA79A98-E4AA-53FC-BDD8-C9EE79B97AEC}" dt="2025-08-24T02:18:30.499" v="342" actId="6264"/>
          <ac:spMkLst>
            <pc:docMk/>
            <pc:sldMk cId="3419384832" sldId="4224"/>
            <ac:spMk id="7" creationId="{B6E36341-85AC-F6FE-AA9B-C8BFFD70C36F}"/>
          </ac:spMkLst>
        </pc:spChg>
      </pc:sldChg>
      <pc:sldChg chg="del">
        <pc:chgData name="Rahul Mohandas (RMd)" userId="cdc53f0a-00cb-4490-8a90-22675af5e74d" providerId="ADAL" clId="{6AA79A98-E4AA-53FC-BDD8-C9EE79B97AEC}" dt="2025-08-24T02:21:55.160" v="436" actId="2696"/>
        <pc:sldMkLst>
          <pc:docMk/>
          <pc:sldMk cId="759780421" sldId="4225"/>
        </pc:sldMkLst>
      </pc:sldChg>
      <pc:sldChg chg="modSp add mod">
        <pc:chgData name="Rahul Mohandas (RMd)" userId="cdc53f0a-00cb-4490-8a90-22675af5e74d" providerId="ADAL" clId="{6AA79A98-E4AA-53FC-BDD8-C9EE79B97AEC}" dt="2025-08-24T02:44:01.581" v="619" actId="113"/>
        <pc:sldMkLst>
          <pc:docMk/>
          <pc:sldMk cId="2185859830" sldId="4225"/>
        </pc:sldMkLst>
        <pc:spChg chg="mod">
          <ac:chgData name="Rahul Mohandas (RMd)" userId="cdc53f0a-00cb-4490-8a90-22675af5e74d" providerId="ADAL" clId="{6AA79A98-E4AA-53FC-BDD8-C9EE79B97AEC}" dt="2025-08-24T02:44:01.581" v="619" actId="113"/>
          <ac:spMkLst>
            <pc:docMk/>
            <pc:sldMk cId="2185859830" sldId="4225"/>
            <ac:spMk id="2" creationId="{45A335ED-BD31-C835-FB70-3B8756802708}"/>
          </ac:spMkLst>
        </pc:spChg>
        <pc:spChg chg="mod">
          <ac:chgData name="Rahul Mohandas (RMd)" userId="cdc53f0a-00cb-4490-8a90-22675af5e74d" providerId="ADAL" clId="{6AA79A98-E4AA-53FC-BDD8-C9EE79B97AEC}" dt="2025-08-24T02:43:45.523" v="615" actId="20577"/>
          <ac:spMkLst>
            <pc:docMk/>
            <pc:sldMk cId="2185859830" sldId="4225"/>
            <ac:spMk id="3" creationId="{A42939C6-97E8-3294-30A2-FD9391B88C5B}"/>
          </ac:spMkLst>
        </pc:spChg>
      </pc:sldChg>
      <pc:sldChg chg="addSp delSp modSp mod modClrScheme chgLayout">
        <pc:chgData name="Rahul Mohandas (RMd)" userId="cdc53f0a-00cb-4490-8a90-22675af5e74d" providerId="ADAL" clId="{6AA79A98-E4AA-53FC-BDD8-C9EE79B97AEC}" dt="2025-08-23T13:32:21.016" v="227" actId="11530"/>
        <pc:sldMkLst>
          <pc:docMk/>
          <pc:sldMk cId="2309654527" sldId="4229"/>
        </pc:sldMkLst>
        <pc:spChg chg="mod ord">
          <ac:chgData name="Rahul Mohandas (RMd)" userId="cdc53f0a-00cb-4490-8a90-22675af5e74d" providerId="ADAL" clId="{6AA79A98-E4AA-53FC-BDD8-C9EE79B97AEC}" dt="2025-08-23T13:30:05.231" v="140" actId="6264"/>
          <ac:spMkLst>
            <pc:docMk/>
            <pc:sldMk cId="2309654527" sldId="4229"/>
            <ac:spMk id="2" creationId="{51D9F884-2AD7-62D0-7104-2DD1041C039A}"/>
          </ac:spMkLst>
        </pc:spChg>
        <pc:spChg chg="mod ord">
          <ac:chgData name="Rahul Mohandas (RMd)" userId="cdc53f0a-00cb-4490-8a90-22675af5e74d" providerId="ADAL" clId="{6AA79A98-E4AA-53FC-BDD8-C9EE79B97AEC}" dt="2025-08-23T13:30:37.366" v="156" actId="20577"/>
          <ac:spMkLst>
            <pc:docMk/>
            <pc:sldMk cId="2309654527" sldId="4229"/>
            <ac:spMk id="3" creationId="{8BFF0100-700B-E7B5-EFCE-BC52BA12C5BF}"/>
          </ac:spMkLst>
        </pc:spChg>
        <pc:spChg chg="mod ord">
          <ac:chgData name="Rahul Mohandas (RMd)" userId="cdc53f0a-00cb-4490-8a90-22675af5e74d" providerId="ADAL" clId="{6AA79A98-E4AA-53FC-BDD8-C9EE79B97AEC}" dt="2025-08-23T13:31:19.427" v="223" actId="115"/>
          <ac:spMkLst>
            <pc:docMk/>
            <pc:sldMk cId="2309654527" sldId="4229"/>
            <ac:spMk id="4" creationId="{8CCC04F7-BAF4-2DA9-5A05-83F6B0A8DC8A}"/>
          </ac:spMkLst>
        </pc:spChg>
        <pc:spChg chg="add mod ord">
          <ac:chgData name="Rahul Mohandas (RMd)" userId="cdc53f0a-00cb-4490-8a90-22675af5e74d" providerId="ADAL" clId="{6AA79A98-E4AA-53FC-BDD8-C9EE79B97AEC}" dt="2025-08-23T13:30:05.231" v="140" actId="6264"/>
          <ac:spMkLst>
            <pc:docMk/>
            <pc:sldMk cId="2309654527" sldId="4229"/>
            <ac:spMk id="5" creationId="{11DAEF6C-1146-8249-0C75-06ED51B24315}"/>
          </ac:spMkLst>
        </pc:spChg>
        <pc:spChg chg="add del mod">
          <ac:chgData name="Rahul Mohandas (RMd)" userId="cdc53f0a-00cb-4490-8a90-22675af5e74d" providerId="ADAL" clId="{6AA79A98-E4AA-53FC-BDD8-C9EE79B97AEC}" dt="2025-08-23T13:30:05.231" v="140" actId="6264"/>
          <ac:spMkLst>
            <pc:docMk/>
            <pc:sldMk cId="2309654527" sldId="4229"/>
            <ac:spMk id="6" creationId="{CDCA0B42-AEFF-7ECC-2C46-0F5819FD9C24}"/>
          </ac:spMkLst>
        </pc:spChg>
        <pc:spChg chg="add del mod">
          <ac:chgData name="Rahul Mohandas (RMd)" userId="cdc53f0a-00cb-4490-8a90-22675af5e74d" providerId="ADAL" clId="{6AA79A98-E4AA-53FC-BDD8-C9EE79B97AEC}" dt="2025-08-23T13:30:05.231" v="140" actId="6264"/>
          <ac:spMkLst>
            <pc:docMk/>
            <pc:sldMk cId="2309654527" sldId="4229"/>
            <ac:spMk id="7" creationId="{FE664387-98B1-ECAC-D6A6-50B8AE50A077}"/>
          </ac:spMkLst>
        </pc:spChg>
        <pc:spChg chg="add del mod">
          <ac:chgData name="Rahul Mohandas (RMd)" userId="cdc53f0a-00cb-4490-8a90-22675af5e74d" providerId="ADAL" clId="{6AA79A98-E4AA-53FC-BDD8-C9EE79B97AEC}" dt="2025-08-23T13:30:05.231" v="140" actId="6264"/>
          <ac:spMkLst>
            <pc:docMk/>
            <pc:sldMk cId="2309654527" sldId="4229"/>
            <ac:spMk id="8" creationId="{8C87117A-8DCF-4343-701E-E9BFDF1649A9}"/>
          </ac:spMkLst>
        </pc:spChg>
        <pc:spChg chg="add del mod">
          <ac:chgData name="Rahul Mohandas (RMd)" userId="cdc53f0a-00cb-4490-8a90-22675af5e74d" providerId="ADAL" clId="{6AA79A98-E4AA-53FC-BDD8-C9EE79B97AEC}" dt="2025-08-23T13:30:05.231" v="140" actId="6264"/>
          <ac:spMkLst>
            <pc:docMk/>
            <pc:sldMk cId="2309654527" sldId="4229"/>
            <ac:spMk id="9" creationId="{2EB14CAF-23AC-423F-43E7-E99F1926D345}"/>
          </ac:spMkLst>
        </pc:spChg>
        <pc:spChg chg="add mod">
          <ac:chgData name="Rahul Mohandas (RMd)" userId="cdc53f0a-00cb-4490-8a90-22675af5e74d" providerId="ADAL" clId="{6AA79A98-E4AA-53FC-BDD8-C9EE79B97AEC}" dt="2025-08-23T13:32:21.016" v="227" actId="11530"/>
          <ac:spMkLst>
            <pc:docMk/>
            <pc:sldMk cId="2309654527" sldId="4229"/>
            <ac:spMk id="10" creationId="{CF819B4E-005B-DFBB-AD43-EA07A0289B40}"/>
          </ac:spMkLst>
        </pc:spChg>
      </pc:sldChg>
      <pc:sldChg chg="addSp delSp modSp new mod chgLayout">
        <pc:chgData name="Rahul Mohandas (RMd)" userId="cdc53f0a-00cb-4490-8a90-22675af5e74d" providerId="ADAL" clId="{6AA79A98-E4AA-53FC-BDD8-C9EE79B97AEC}" dt="2025-08-24T02:17:06.914" v="333" actId="20577"/>
        <pc:sldMkLst>
          <pc:docMk/>
          <pc:sldMk cId="291560712" sldId="4230"/>
        </pc:sldMkLst>
        <pc:spChg chg="mod ord">
          <ac:chgData name="Rahul Mohandas (RMd)" userId="cdc53f0a-00cb-4490-8a90-22675af5e74d" providerId="ADAL" clId="{6AA79A98-E4AA-53FC-BDD8-C9EE79B97AEC}" dt="2025-08-23T13:28:52.930" v="116" actId="20577"/>
          <ac:spMkLst>
            <pc:docMk/>
            <pc:sldMk cId="291560712" sldId="4230"/>
            <ac:spMk id="2" creationId="{C405FD38-5FC6-375E-A2B6-721080B051A3}"/>
          </ac:spMkLst>
        </pc:spChg>
        <pc:spChg chg="mod ord">
          <ac:chgData name="Rahul Mohandas (RMd)" userId="cdc53f0a-00cb-4490-8a90-22675af5e74d" providerId="ADAL" clId="{6AA79A98-E4AA-53FC-BDD8-C9EE79B97AEC}" dt="2025-08-24T02:17:06.914" v="333" actId="20577"/>
          <ac:spMkLst>
            <pc:docMk/>
            <pc:sldMk cId="291560712" sldId="4230"/>
            <ac:spMk id="3" creationId="{1C3586A7-0A70-2FAA-FBB7-C236074D1047}"/>
          </ac:spMkLst>
        </pc:spChg>
        <pc:spChg chg="add del mod">
          <ac:chgData name="Rahul Mohandas (RMd)" userId="cdc53f0a-00cb-4490-8a90-22675af5e74d" providerId="ADAL" clId="{6AA79A98-E4AA-53FC-BDD8-C9EE79B97AEC}" dt="2025-08-23T13:27:52.313" v="46" actId="6264"/>
          <ac:spMkLst>
            <pc:docMk/>
            <pc:sldMk cId="291560712" sldId="4230"/>
            <ac:spMk id="4" creationId="{C30CFBCE-2463-3235-D4C7-252FBF7622DC}"/>
          </ac:spMkLst>
        </pc:spChg>
        <pc:spChg chg="add del mod">
          <ac:chgData name="Rahul Mohandas (RMd)" userId="cdc53f0a-00cb-4490-8a90-22675af5e74d" providerId="ADAL" clId="{6AA79A98-E4AA-53FC-BDD8-C9EE79B97AEC}" dt="2025-08-23T13:27:52.313" v="46" actId="6264"/>
          <ac:spMkLst>
            <pc:docMk/>
            <pc:sldMk cId="291560712" sldId="4230"/>
            <ac:spMk id="5" creationId="{561C455C-13F9-C335-5087-CFFA399BACEC}"/>
          </ac:spMkLst>
        </pc:spChg>
        <pc:spChg chg="add del mod">
          <ac:chgData name="Rahul Mohandas (RMd)" userId="cdc53f0a-00cb-4490-8a90-22675af5e74d" providerId="ADAL" clId="{6AA79A98-E4AA-53FC-BDD8-C9EE79B97AEC}" dt="2025-08-23T13:27:53.321" v="47" actId="6264"/>
          <ac:spMkLst>
            <pc:docMk/>
            <pc:sldMk cId="291560712" sldId="4230"/>
            <ac:spMk id="6" creationId="{0D56F126-F9E9-91B5-99F4-23966B94293E}"/>
          </ac:spMkLst>
        </pc:spChg>
        <pc:spChg chg="add del mod">
          <ac:chgData name="Rahul Mohandas (RMd)" userId="cdc53f0a-00cb-4490-8a90-22675af5e74d" providerId="ADAL" clId="{6AA79A98-E4AA-53FC-BDD8-C9EE79B97AEC}" dt="2025-08-23T13:27:53.321" v="47" actId="6264"/>
          <ac:spMkLst>
            <pc:docMk/>
            <pc:sldMk cId="291560712" sldId="4230"/>
            <ac:spMk id="7" creationId="{822FA1EA-A69A-8103-34DC-70DF89ADA1AB}"/>
          </ac:spMkLst>
        </pc:spChg>
      </pc:sldChg>
      <pc:sldChg chg="modSp new mod">
        <pc:chgData name="Rahul Mohandas (RMd)" userId="cdc53f0a-00cb-4490-8a90-22675af5e74d" providerId="ADAL" clId="{6AA79A98-E4AA-53FC-BDD8-C9EE79B97AEC}" dt="2025-08-23T13:47:22.354" v="306" actId="20577"/>
        <pc:sldMkLst>
          <pc:docMk/>
          <pc:sldMk cId="2970057292" sldId="4231"/>
        </pc:sldMkLst>
        <pc:spChg chg="mod">
          <ac:chgData name="Rahul Mohandas (RMd)" userId="cdc53f0a-00cb-4490-8a90-22675af5e74d" providerId="ADAL" clId="{6AA79A98-E4AA-53FC-BDD8-C9EE79B97AEC}" dt="2025-08-23T13:47:22.354" v="306" actId="20577"/>
          <ac:spMkLst>
            <pc:docMk/>
            <pc:sldMk cId="2970057292" sldId="4231"/>
            <ac:spMk id="2" creationId="{947C5B0B-74C7-4252-8175-F022A08B8869}"/>
          </ac:spMkLst>
        </pc:spChg>
        <pc:spChg chg="mod">
          <ac:chgData name="Rahul Mohandas (RMd)" userId="cdc53f0a-00cb-4490-8a90-22675af5e74d" providerId="ADAL" clId="{6AA79A98-E4AA-53FC-BDD8-C9EE79B97AEC}" dt="2025-08-23T13:47:04.686" v="295"/>
          <ac:spMkLst>
            <pc:docMk/>
            <pc:sldMk cId="2970057292" sldId="4231"/>
            <ac:spMk id="3" creationId="{A4416033-42F7-C454-ED4E-0EF06807B673}"/>
          </ac:spMkLst>
        </pc:spChg>
      </pc:sldChg>
      <pc:sldChg chg="modSp new mod">
        <pc:chgData name="Rahul Mohandas (RMd)" userId="cdc53f0a-00cb-4490-8a90-22675af5e74d" providerId="ADAL" clId="{6AA79A98-E4AA-53FC-BDD8-C9EE79B97AEC}" dt="2025-08-24T02:23:07.112" v="548" actId="20577"/>
        <pc:sldMkLst>
          <pc:docMk/>
          <pc:sldMk cId="2522362270" sldId="4232"/>
        </pc:sldMkLst>
        <pc:spChg chg="mod">
          <ac:chgData name="Rahul Mohandas (RMd)" userId="cdc53f0a-00cb-4490-8a90-22675af5e74d" providerId="ADAL" clId="{6AA79A98-E4AA-53FC-BDD8-C9EE79B97AEC}" dt="2025-08-24T02:23:07.112" v="548" actId="20577"/>
          <ac:spMkLst>
            <pc:docMk/>
            <pc:sldMk cId="2522362270" sldId="4232"/>
            <ac:spMk id="3" creationId="{962AC9E2-A542-FD61-8DBD-327CF760AC92}"/>
          </ac:spMkLst>
        </pc:sp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2D1374-D302-41B6-8387-27142666C6F3}"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8BE793F7-8970-4F9E-A77B-D10761B85585}">
      <dgm:prSet custT="1"/>
      <dgm:spPr/>
      <dgm:t>
        <a:bodyPr/>
        <a:lstStyle/>
        <a:p>
          <a:pPr>
            <a:lnSpc>
              <a:spcPct val="100000"/>
            </a:lnSpc>
            <a:defRPr cap="all"/>
          </a:pPr>
          <a:r>
            <a:rPr lang="en-US" sz="3600" b="0" cap="none" baseline="0" dirty="0"/>
            <a:t>Charts On A Dashboard</a:t>
          </a:r>
          <a:endParaRPr lang="en-US" sz="3600" b="0" cap="none" dirty="0"/>
        </a:p>
      </dgm:t>
    </dgm:pt>
    <dgm:pt modelId="{433F3C49-4555-488E-A2E9-A793CC6A8BE0}" type="parTrans" cxnId="{54A51B7C-D866-4499-B7D4-017DE54EB954}">
      <dgm:prSet/>
      <dgm:spPr/>
      <dgm:t>
        <a:bodyPr/>
        <a:lstStyle/>
        <a:p>
          <a:endParaRPr lang="en-US"/>
        </a:p>
      </dgm:t>
    </dgm:pt>
    <dgm:pt modelId="{14FA20C1-4550-496D-BD0B-29D89FCC5453}" type="sibTrans" cxnId="{54A51B7C-D866-4499-B7D4-017DE54EB954}">
      <dgm:prSet/>
      <dgm:spPr/>
      <dgm:t>
        <a:bodyPr/>
        <a:lstStyle/>
        <a:p>
          <a:endParaRPr lang="en-US"/>
        </a:p>
      </dgm:t>
    </dgm:pt>
    <dgm:pt modelId="{463168C8-1CD0-4292-BA32-74BF7F70B3D8}" type="pres">
      <dgm:prSet presAssocID="{D02D1374-D302-41B6-8387-27142666C6F3}" presName="root" presStyleCnt="0">
        <dgm:presLayoutVars>
          <dgm:dir/>
          <dgm:resizeHandles val="exact"/>
        </dgm:presLayoutVars>
      </dgm:prSet>
      <dgm:spPr/>
    </dgm:pt>
    <dgm:pt modelId="{FF16F88E-BF7D-4963-82B5-28639D7BA73C}" type="pres">
      <dgm:prSet presAssocID="{8BE793F7-8970-4F9E-A77B-D10761B85585}" presName="compNode" presStyleCnt="0"/>
      <dgm:spPr/>
    </dgm:pt>
    <dgm:pt modelId="{24A867B2-E0FA-4EAC-B0D5-740C592EC624}" type="pres">
      <dgm:prSet presAssocID="{8BE793F7-8970-4F9E-A77B-D10761B85585}" presName="iconBgRect" presStyleLbl="bgShp" presStyleIdx="0" presStyleCnt="1"/>
      <dgm:spPr>
        <a:noFill/>
        <a:ln w="38100">
          <a:solidFill>
            <a:schemeClr val="accent1"/>
          </a:solidFill>
        </a:ln>
      </dgm:spPr>
    </dgm:pt>
    <dgm:pt modelId="{CD909522-34EC-4419-B4E6-1B020D9F2F01}" type="pres">
      <dgm:prSet presAssocID="{8BE793F7-8970-4F9E-A77B-D10761B85585}"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EC58C2C8-82DB-4B3D-91FD-ECA01F7324F0}" type="pres">
      <dgm:prSet presAssocID="{8BE793F7-8970-4F9E-A77B-D10761B85585}" presName="spaceRect" presStyleCnt="0"/>
      <dgm:spPr/>
    </dgm:pt>
    <dgm:pt modelId="{4DB0FC8B-1085-4D66-9DC5-724F1E5CDCA0}" type="pres">
      <dgm:prSet presAssocID="{8BE793F7-8970-4F9E-A77B-D10761B85585}" presName="textRect" presStyleLbl="revTx" presStyleIdx="0" presStyleCnt="1">
        <dgm:presLayoutVars>
          <dgm:chMax val="1"/>
          <dgm:chPref val="1"/>
        </dgm:presLayoutVars>
      </dgm:prSet>
      <dgm:spPr/>
    </dgm:pt>
  </dgm:ptLst>
  <dgm:cxnLst>
    <dgm:cxn modelId="{B7A48F5D-C524-44EC-8B32-F46903A611E9}" type="presOf" srcId="{8BE793F7-8970-4F9E-A77B-D10761B85585}" destId="{4DB0FC8B-1085-4D66-9DC5-724F1E5CDCA0}" srcOrd="0" destOrd="0" presId="urn:microsoft.com/office/officeart/2018/5/layout/IconCircleLabelList"/>
    <dgm:cxn modelId="{54A51B7C-D866-4499-B7D4-017DE54EB954}" srcId="{D02D1374-D302-41B6-8387-27142666C6F3}" destId="{8BE793F7-8970-4F9E-A77B-D10761B85585}" srcOrd="0" destOrd="0" parTransId="{433F3C49-4555-488E-A2E9-A793CC6A8BE0}" sibTransId="{14FA20C1-4550-496D-BD0B-29D89FCC5453}"/>
    <dgm:cxn modelId="{0B326D94-C89B-46BC-8644-EEBA69C902B1}" type="presOf" srcId="{D02D1374-D302-41B6-8387-27142666C6F3}" destId="{463168C8-1CD0-4292-BA32-74BF7F70B3D8}" srcOrd="0" destOrd="0" presId="urn:microsoft.com/office/officeart/2018/5/layout/IconCircleLabelList"/>
    <dgm:cxn modelId="{88C9B659-AD1B-4597-9197-FFE23AB8BD1A}" type="presParOf" srcId="{463168C8-1CD0-4292-BA32-74BF7F70B3D8}" destId="{FF16F88E-BF7D-4963-82B5-28639D7BA73C}" srcOrd="0" destOrd="0" presId="urn:microsoft.com/office/officeart/2018/5/layout/IconCircleLabelList"/>
    <dgm:cxn modelId="{B0C701B1-01E1-4553-8711-20FEDA798E0B}" type="presParOf" srcId="{FF16F88E-BF7D-4963-82B5-28639D7BA73C}" destId="{24A867B2-E0FA-4EAC-B0D5-740C592EC624}" srcOrd="0" destOrd="0" presId="urn:microsoft.com/office/officeart/2018/5/layout/IconCircleLabelList"/>
    <dgm:cxn modelId="{26F00DE0-ED7F-43D0-B1A9-528B8068673A}" type="presParOf" srcId="{FF16F88E-BF7D-4963-82B5-28639D7BA73C}" destId="{CD909522-34EC-4419-B4E6-1B020D9F2F01}" srcOrd="1" destOrd="0" presId="urn:microsoft.com/office/officeart/2018/5/layout/IconCircleLabelList"/>
    <dgm:cxn modelId="{4BCA8755-7BA3-4421-A17F-5734A11C7494}" type="presParOf" srcId="{FF16F88E-BF7D-4963-82B5-28639D7BA73C}" destId="{EC58C2C8-82DB-4B3D-91FD-ECA01F7324F0}" srcOrd="2" destOrd="0" presId="urn:microsoft.com/office/officeart/2018/5/layout/IconCircleLabelList"/>
    <dgm:cxn modelId="{BDDF2358-C7D3-4FE5-80E3-70C2680B8FC8}" type="presParOf" srcId="{FF16F88E-BF7D-4963-82B5-28639D7BA73C}" destId="{4DB0FC8B-1085-4D66-9DC5-724F1E5CDCA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2D1374-D302-41B6-8387-27142666C6F3}"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8BE793F7-8970-4F9E-A77B-D10761B85585}">
      <dgm:prSet custT="1"/>
      <dgm:spPr/>
      <dgm:t>
        <a:bodyPr/>
        <a:lstStyle/>
        <a:p>
          <a:pPr>
            <a:defRPr cap="all"/>
          </a:pPr>
          <a:r>
            <a:rPr lang="en-US" sz="3600" b="0" cap="none" baseline="0" dirty="0"/>
            <a:t>Charts On A Dashboard</a:t>
          </a:r>
          <a:endParaRPr lang="en-US" sz="3600" b="0" cap="none" dirty="0"/>
        </a:p>
      </dgm:t>
    </dgm:pt>
    <dgm:pt modelId="{433F3C49-4555-488E-A2E9-A793CC6A8BE0}" type="parTrans" cxnId="{54A51B7C-D866-4499-B7D4-017DE54EB954}">
      <dgm:prSet/>
      <dgm:spPr/>
      <dgm:t>
        <a:bodyPr/>
        <a:lstStyle/>
        <a:p>
          <a:endParaRPr lang="en-US"/>
        </a:p>
      </dgm:t>
    </dgm:pt>
    <dgm:pt modelId="{14FA20C1-4550-496D-BD0B-29D89FCC5453}" type="sibTrans" cxnId="{54A51B7C-D866-4499-B7D4-017DE54EB954}">
      <dgm:prSet/>
      <dgm:spPr/>
      <dgm:t>
        <a:bodyPr/>
        <a:lstStyle/>
        <a:p>
          <a:endParaRPr lang="en-US"/>
        </a:p>
      </dgm:t>
    </dgm:pt>
    <dgm:pt modelId="{6C17B2D6-F621-4F51-ADE4-92EAEE005F9B}">
      <dgm:prSet custT="1"/>
      <dgm:spPr/>
      <dgm:t>
        <a:bodyPr/>
        <a:lstStyle/>
        <a:p>
          <a:pPr>
            <a:defRPr cap="all"/>
          </a:pPr>
          <a:r>
            <a:rPr lang="en-US" sz="3600" b="0" cap="none" baseline="0" dirty="0"/>
            <a:t>Admin Decision Support</a:t>
          </a:r>
          <a:endParaRPr lang="en-US" sz="3600" b="0" cap="none" dirty="0"/>
        </a:p>
      </dgm:t>
    </dgm:pt>
    <dgm:pt modelId="{A0FAA519-6DC9-4181-A6BF-E32A232F6A95}" type="parTrans" cxnId="{6DB18174-2C8B-4EEB-BA2A-FF892BF71B8D}">
      <dgm:prSet/>
      <dgm:spPr/>
      <dgm:t>
        <a:bodyPr/>
        <a:lstStyle/>
        <a:p>
          <a:endParaRPr lang="en-US"/>
        </a:p>
      </dgm:t>
    </dgm:pt>
    <dgm:pt modelId="{582DF1CF-F9D5-4C3A-AC76-81D6484CAFCA}" type="sibTrans" cxnId="{6DB18174-2C8B-4EEB-BA2A-FF892BF71B8D}">
      <dgm:prSet/>
      <dgm:spPr/>
      <dgm:t>
        <a:bodyPr/>
        <a:lstStyle/>
        <a:p>
          <a:endParaRPr lang="en-US"/>
        </a:p>
      </dgm:t>
    </dgm:pt>
    <dgm:pt modelId="{463168C8-1CD0-4292-BA32-74BF7F70B3D8}" type="pres">
      <dgm:prSet presAssocID="{D02D1374-D302-41B6-8387-27142666C6F3}" presName="root" presStyleCnt="0">
        <dgm:presLayoutVars>
          <dgm:dir/>
          <dgm:resizeHandles val="exact"/>
        </dgm:presLayoutVars>
      </dgm:prSet>
      <dgm:spPr/>
    </dgm:pt>
    <dgm:pt modelId="{FF16F88E-BF7D-4963-82B5-28639D7BA73C}" type="pres">
      <dgm:prSet presAssocID="{8BE793F7-8970-4F9E-A77B-D10761B85585}" presName="compNode" presStyleCnt="0"/>
      <dgm:spPr/>
    </dgm:pt>
    <dgm:pt modelId="{24A867B2-E0FA-4EAC-B0D5-740C592EC624}" type="pres">
      <dgm:prSet presAssocID="{8BE793F7-8970-4F9E-A77B-D10761B85585}" presName="iconBgRect" presStyleLbl="bgShp" presStyleIdx="0" presStyleCnt="2"/>
      <dgm:spPr>
        <a:noFill/>
        <a:ln w="38100">
          <a:solidFill>
            <a:schemeClr val="accent1"/>
          </a:solidFill>
        </a:ln>
      </dgm:spPr>
    </dgm:pt>
    <dgm:pt modelId="{CD909522-34EC-4419-B4E6-1B020D9F2F01}" type="pres">
      <dgm:prSet presAssocID="{8BE793F7-8970-4F9E-A77B-D10761B8558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EC58C2C8-82DB-4B3D-91FD-ECA01F7324F0}" type="pres">
      <dgm:prSet presAssocID="{8BE793F7-8970-4F9E-A77B-D10761B85585}" presName="spaceRect" presStyleCnt="0"/>
      <dgm:spPr/>
    </dgm:pt>
    <dgm:pt modelId="{4DB0FC8B-1085-4D66-9DC5-724F1E5CDCA0}" type="pres">
      <dgm:prSet presAssocID="{8BE793F7-8970-4F9E-A77B-D10761B85585}" presName="textRect" presStyleLbl="revTx" presStyleIdx="0" presStyleCnt="2">
        <dgm:presLayoutVars>
          <dgm:chMax val="1"/>
          <dgm:chPref val="1"/>
        </dgm:presLayoutVars>
      </dgm:prSet>
      <dgm:spPr/>
    </dgm:pt>
    <dgm:pt modelId="{17867D79-E773-4FC9-8A8C-04413C6B050C}" type="pres">
      <dgm:prSet presAssocID="{14FA20C1-4550-496D-BD0B-29D89FCC5453}" presName="sibTrans" presStyleCnt="0"/>
      <dgm:spPr/>
    </dgm:pt>
    <dgm:pt modelId="{18653375-45A6-4F33-803F-6FF04A90A59A}" type="pres">
      <dgm:prSet presAssocID="{6C17B2D6-F621-4F51-ADE4-92EAEE005F9B}" presName="compNode" presStyleCnt="0"/>
      <dgm:spPr/>
    </dgm:pt>
    <dgm:pt modelId="{B20DB856-4AD7-4CB0-8DFB-4BB00DE84EAE}" type="pres">
      <dgm:prSet presAssocID="{6C17B2D6-F621-4F51-ADE4-92EAEE005F9B}" presName="iconBgRect" presStyleLbl="bgShp" presStyleIdx="1" presStyleCnt="2"/>
      <dgm:spPr>
        <a:noFill/>
        <a:ln w="38100">
          <a:solidFill>
            <a:schemeClr val="accent1"/>
          </a:solidFill>
        </a:ln>
      </dgm:spPr>
    </dgm:pt>
    <dgm:pt modelId="{A86E5E1E-1E1B-4270-B9C1-70F0F53B76B6}" type="pres">
      <dgm:prSet presAssocID="{6C17B2D6-F621-4F51-ADE4-92EAEE005F9B}"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cientific Thought with solid fill"/>
        </a:ext>
      </dgm:extLst>
    </dgm:pt>
    <dgm:pt modelId="{9BF9C6DA-707B-48C8-BF66-16605925D611}" type="pres">
      <dgm:prSet presAssocID="{6C17B2D6-F621-4F51-ADE4-92EAEE005F9B}" presName="spaceRect" presStyleCnt="0"/>
      <dgm:spPr/>
    </dgm:pt>
    <dgm:pt modelId="{ED2AEB23-8F59-4406-AE36-012EBEE9D122}" type="pres">
      <dgm:prSet presAssocID="{6C17B2D6-F621-4F51-ADE4-92EAEE005F9B}" presName="textRect" presStyleLbl="revTx" presStyleIdx="1" presStyleCnt="2">
        <dgm:presLayoutVars>
          <dgm:chMax val="1"/>
          <dgm:chPref val="1"/>
        </dgm:presLayoutVars>
      </dgm:prSet>
      <dgm:spPr/>
    </dgm:pt>
  </dgm:ptLst>
  <dgm:cxnLst>
    <dgm:cxn modelId="{B7A48F5D-C524-44EC-8B32-F46903A611E9}" type="presOf" srcId="{8BE793F7-8970-4F9E-A77B-D10761B85585}" destId="{4DB0FC8B-1085-4D66-9DC5-724F1E5CDCA0}" srcOrd="0" destOrd="0" presId="urn:microsoft.com/office/officeart/2018/5/layout/IconCircleLabelList"/>
    <dgm:cxn modelId="{6DB18174-2C8B-4EEB-BA2A-FF892BF71B8D}" srcId="{D02D1374-D302-41B6-8387-27142666C6F3}" destId="{6C17B2D6-F621-4F51-ADE4-92EAEE005F9B}" srcOrd="1" destOrd="0" parTransId="{A0FAA519-6DC9-4181-A6BF-E32A232F6A95}" sibTransId="{582DF1CF-F9D5-4C3A-AC76-81D6484CAFCA}"/>
    <dgm:cxn modelId="{54A51B7C-D866-4499-B7D4-017DE54EB954}" srcId="{D02D1374-D302-41B6-8387-27142666C6F3}" destId="{8BE793F7-8970-4F9E-A77B-D10761B85585}" srcOrd="0" destOrd="0" parTransId="{433F3C49-4555-488E-A2E9-A793CC6A8BE0}" sibTransId="{14FA20C1-4550-496D-BD0B-29D89FCC5453}"/>
    <dgm:cxn modelId="{0B326D94-C89B-46BC-8644-EEBA69C902B1}" type="presOf" srcId="{D02D1374-D302-41B6-8387-27142666C6F3}" destId="{463168C8-1CD0-4292-BA32-74BF7F70B3D8}" srcOrd="0" destOrd="0" presId="urn:microsoft.com/office/officeart/2018/5/layout/IconCircleLabelList"/>
    <dgm:cxn modelId="{72A468B8-512E-4AD5-BC9B-83BFA24C7C59}" type="presOf" srcId="{6C17B2D6-F621-4F51-ADE4-92EAEE005F9B}" destId="{ED2AEB23-8F59-4406-AE36-012EBEE9D122}" srcOrd="0" destOrd="0" presId="urn:microsoft.com/office/officeart/2018/5/layout/IconCircleLabelList"/>
    <dgm:cxn modelId="{88C9B659-AD1B-4597-9197-FFE23AB8BD1A}" type="presParOf" srcId="{463168C8-1CD0-4292-BA32-74BF7F70B3D8}" destId="{FF16F88E-BF7D-4963-82B5-28639D7BA73C}" srcOrd="0" destOrd="0" presId="urn:microsoft.com/office/officeart/2018/5/layout/IconCircleLabelList"/>
    <dgm:cxn modelId="{B0C701B1-01E1-4553-8711-20FEDA798E0B}" type="presParOf" srcId="{FF16F88E-BF7D-4963-82B5-28639D7BA73C}" destId="{24A867B2-E0FA-4EAC-B0D5-740C592EC624}" srcOrd="0" destOrd="0" presId="urn:microsoft.com/office/officeart/2018/5/layout/IconCircleLabelList"/>
    <dgm:cxn modelId="{26F00DE0-ED7F-43D0-B1A9-528B8068673A}" type="presParOf" srcId="{FF16F88E-BF7D-4963-82B5-28639D7BA73C}" destId="{CD909522-34EC-4419-B4E6-1B020D9F2F01}" srcOrd="1" destOrd="0" presId="urn:microsoft.com/office/officeart/2018/5/layout/IconCircleLabelList"/>
    <dgm:cxn modelId="{4BCA8755-7BA3-4421-A17F-5734A11C7494}" type="presParOf" srcId="{FF16F88E-BF7D-4963-82B5-28639D7BA73C}" destId="{EC58C2C8-82DB-4B3D-91FD-ECA01F7324F0}" srcOrd="2" destOrd="0" presId="urn:microsoft.com/office/officeart/2018/5/layout/IconCircleLabelList"/>
    <dgm:cxn modelId="{BDDF2358-C7D3-4FE5-80E3-70C2680B8FC8}" type="presParOf" srcId="{FF16F88E-BF7D-4963-82B5-28639D7BA73C}" destId="{4DB0FC8B-1085-4D66-9DC5-724F1E5CDCA0}" srcOrd="3" destOrd="0" presId="urn:microsoft.com/office/officeart/2018/5/layout/IconCircleLabelList"/>
    <dgm:cxn modelId="{BCD1FF74-C344-414C-AB54-323EF1CE99FD}" type="presParOf" srcId="{463168C8-1CD0-4292-BA32-74BF7F70B3D8}" destId="{17867D79-E773-4FC9-8A8C-04413C6B050C}" srcOrd="1" destOrd="0" presId="urn:microsoft.com/office/officeart/2018/5/layout/IconCircleLabelList"/>
    <dgm:cxn modelId="{24A4B2AE-845C-4181-9056-226BC07F3C41}" type="presParOf" srcId="{463168C8-1CD0-4292-BA32-74BF7F70B3D8}" destId="{18653375-45A6-4F33-803F-6FF04A90A59A}" srcOrd="2" destOrd="0" presId="urn:microsoft.com/office/officeart/2018/5/layout/IconCircleLabelList"/>
    <dgm:cxn modelId="{0926860B-F9DE-434C-B0DD-800F93E90630}" type="presParOf" srcId="{18653375-45A6-4F33-803F-6FF04A90A59A}" destId="{B20DB856-4AD7-4CB0-8DFB-4BB00DE84EAE}" srcOrd="0" destOrd="0" presId="urn:microsoft.com/office/officeart/2018/5/layout/IconCircleLabelList"/>
    <dgm:cxn modelId="{43F14E09-B98F-46FD-BAE4-702D70E54A4D}" type="presParOf" srcId="{18653375-45A6-4F33-803F-6FF04A90A59A}" destId="{A86E5E1E-1E1B-4270-B9C1-70F0F53B76B6}" srcOrd="1" destOrd="0" presId="urn:microsoft.com/office/officeart/2018/5/layout/IconCircleLabelList"/>
    <dgm:cxn modelId="{F94420FB-0A9E-4321-97CB-69DF15122C70}" type="presParOf" srcId="{18653375-45A6-4F33-803F-6FF04A90A59A}" destId="{9BF9C6DA-707B-48C8-BF66-16605925D611}" srcOrd="2" destOrd="0" presId="urn:microsoft.com/office/officeart/2018/5/layout/IconCircleLabelList"/>
    <dgm:cxn modelId="{CBC28533-FA7A-4AD3-B7F0-D33EDDAF0BE6}" type="presParOf" srcId="{18653375-45A6-4F33-803F-6FF04A90A59A}" destId="{ED2AEB23-8F59-4406-AE36-012EBEE9D12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B7E73D-49B8-4701-B7E2-983237790C3D}"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74F845DE-61BE-4BC2-9869-C219223352AF}">
      <dgm:prSet/>
      <dgm:spPr/>
      <dgm:t>
        <a:bodyPr/>
        <a:lstStyle/>
        <a:p>
          <a:r>
            <a:rPr lang="en-US" dirty="0"/>
            <a:t>Comfort zone</a:t>
          </a:r>
        </a:p>
      </dgm:t>
    </dgm:pt>
    <dgm:pt modelId="{E52C04C1-FF3E-41D8-A029-D567D9BE51EB}" type="parTrans" cxnId="{37896EF8-49F2-4645-963E-549B775BDD53}">
      <dgm:prSet/>
      <dgm:spPr/>
      <dgm:t>
        <a:bodyPr/>
        <a:lstStyle/>
        <a:p>
          <a:endParaRPr lang="en-US"/>
        </a:p>
      </dgm:t>
    </dgm:pt>
    <dgm:pt modelId="{3265AA98-D278-4C39-8AAA-F87456F9EB34}" type="sibTrans" cxnId="{37896EF8-49F2-4645-963E-549B775BDD53}">
      <dgm:prSet/>
      <dgm:spPr/>
      <dgm:t>
        <a:bodyPr/>
        <a:lstStyle/>
        <a:p>
          <a:endParaRPr lang="en-US"/>
        </a:p>
      </dgm:t>
    </dgm:pt>
    <dgm:pt modelId="{4BCE8FD3-966E-4E0C-9256-0B6E0B9A7225}">
      <dgm:prSet/>
      <dgm:spPr/>
      <dgm:t>
        <a:bodyPr/>
        <a:lstStyle/>
        <a:p>
          <a:r>
            <a:rPr lang="en-US" dirty="0"/>
            <a:t>Engineering Efficiency</a:t>
          </a:r>
        </a:p>
      </dgm:t>
    </dgm:pt>
    <dgm:pt modelId="{E6B2B9AF-7096-4ABC-AAB2-88D07B766004}" type="parTrans" cxnId="{6701C810-9DF7-4BFA-A403-D6D92B943893}">
      <dgm:prSet/>
      <dgm:spPr/>
      <dgm:t>
        <a:bodyPr/>
        <a:lstStyle/>
        <a:p>
          <a:endParaRPr lang="en-US"/>
        </a:p>
      </dgm:t>
    </dgm:pt>
    <dgm:pt modelId="{1E19169B-21D8-4EE2-B7DC-39C91C62F002}" type="sibTrans" cxnId="{6701C810-9DF7-4BFA-A403-D6D92B943893}">
      <dgm:prSet/>
      <dgm:spPr/>
      <dgm:t>
        <a:bodyPr/>
        <a:lstStyle/>
        <a:p>
          <a:endParaRPr lang="en-US"/>
        </a:p>
      </dgm:t>
    </dgm:pt>
    <dgm:pt modelId="{D743D6A6-D70B-49B7-99C8-D747BFB78607}" type="pres">
      <dgm:prSet presAssocID="{5DB7E73D-49B8-4701-B7E2-983237790C3D}" presName="root" presStyleCnt="0">
        <dgm:presLayoutVars>
          <dgm:dir/>
          <dgm:resizeHandles val="exact"/>
        </dgm:presLayoutVars>
      </dgm:prSet>
      <dgm:spPr/>
    </dgm:pt>
    <dgm:pt modelId="{A9EF8192-024A-4DC8-A6DC-A6590E4B7A9D}" type="pres">
      <dgm:prSet presAssocID="{74F845DE-61BE-4BC2-9869-C219223352AF}" presName="compNode" presStyleCnt="0"/>
      <dgm:spPr/>
    </dgm:pt>
    <dgm:pt modelId="{2D00FD29-9A64-4BA3-AF67-D13DA9B708B9}" type="pres">
      <dgm:prSet presAssocID="{74F845DE-61BE-4BC2-9869-C219223352AF}"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Indoor Fireplace with solid fill"/>
        </a:ext>
      </dgm:extLst>
    </dgm:pt>
    <dgm:pt modelId="{5A426DAE-CB87-450B-9B0B-F1BD4373B620}" type="pres">
      <dgm:prSet presAssocID="{74F845DE-61BE-4BC2-9869-C219223352AF}" presName="spaceRect" presStyleCnt="0"/>
      <dgm:spPr/>
    </dgm:pt>
    <dgm:pt modelId="{35798276-54D1-4E19-AEE1-69D407A2BA79}" type="pres">
      <dgm:prSet presAssocID="{74F845DE-61BE-4BC2-9869-C219223352AF}" presName="textRect" presStyleLbl="revTx" presStyleIdx="0" presStyleCnt="2">
        <dgm:presLayoutVars>
          <dgm:chMax val="1"/>
          <dgm:chPref val="1"/>
        </dgm:presLayoutVars>
      </dgm:prSet>
      <dgm:spPr/>
    </dgm:pt>
    <dgm:pt modelId="{5CF86A2F-1969-4390-823C-17A9B824F119}" type="pres">
      <dgm:prSet presAssocID="{3265AA98-D278-4C39-8AAA-F87456F9EB34}" presName="sibTrans" presStyleCnt="0"/>
      <dgm:spPr/>
    </dgm:pt>
    <dgm:pt modelId="{C4D944B8-B97C-404D-8074-3209DB808A74}" type="pres">
      <dgm:prSet presAssocID="{4BCE8FD3-966E-4E0C-9256-0B6E0B9A7225}" presName="compNode" presStyleCnt="0"/>
      <dgm:spPr/>
    </dgm:pt>
    <dgm:pt modelId="{93714C2A-E1D3-4537-9AD9-659A81E6A050}" type="pres">
      <dgm:prSet presAssocID="{4BCE8FD3-966E-4E0C-9256-0B6E0B9A7225}"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lueprint with solid fill"/>
        </a:ext>
      </dgm:extLst>
    </dgm:pt>
    <dgm:pt modelId="{95FBBC2D-6633-428E-B588-B3F0C5B8A2C2}" type="pres">
      <dgm:prSet presAssocID="{4BCE8FD3-966E-4E0C-9256-0B6E0B9A7225}" presName="spaceRect" presStyleCnt="0"/>
      <dgm:spPr/>
    </dgm:pt>
    <dgm:pt modelId="{8C29281E-C855-4CD6-A233-53BB70B44D54}" type="pres">
      <dgm:prSet presAssocID="{4BCE8FD3-966E-4E0C-9256-0B6E0B9A7225}" presName="textRect" presStyleLbl="revTx" presStyleIdx="1" presStyleCnt="2">
        <dgm:presLayoutVars>
          <dgm:chMax val="1"/>
          <dgm:chPref val="1"/>
        </dgm:presLayoutVars>
      </dgm:prSet>
      <dgm:spPr/>
    </dgm:pt>
  </dgm:ptLst>
  <dgm:cxnLst>
    <dgm:cxn modelId="{6701C810-9DF7-4BFA-A403-D6D92B943893}" srcId="{5DB7E73D-49B8-4701-B7E2-983237790C3D}" destId="{4BCE8FD3-966E-4E0C-9256-0B6E0B9A7225}" srcOrd="1" destOrd="0" parTransId="{E6B2B9AF-7096-4ABC-AAB2-88D07B766004}" sibTransId="{1E19169B-21D8-4EE2-B7DC-39C91C62F002}"/>
    <dgm:cxn modelId="{8DD50D7A-FECD-4F9E-952D-F98BAFEC3AE4}" type="presOf" srcId="{5DB7E73D-49B8-4701-B7E2-983237790C3D}" destId="{D743D6A6-D70B-49B7-99C8-D747BFB78607}" srcOrd="0" destOrd="0" presId="urn:microsoft.com/office/officeart/2018/2/layout/IconLabelList"/>
    <dgm:cxn modelId="{41B9717F-0B36-4F1A-8D1A-42C073C94B68}" type="presOf" srcId="{74F845DE-61BE-4BC2-9869-C219223352AF}" destId="{35798276-54D1-4E19-AEE1-69D407A2BA79}" srcOrd="0" destOrd="0" presId="urn:microsoft.com/office/officeart/2018/2/layout/IconLabelList"/>
    <dgm:cxn modelId="{C76FD9D0-77BC-4F9B-9D89-C726A4D75D32}" type="presOf" srcId="{4BCE8FD3-966E-4E0C-9256-0B6E0B9A7225}" destId="{8C29281E-C855-4CD6-A233-53BB70B44D54}" srcOrd="0" destOrd="0" presId="urn:microsoft.com/office/officeart/2018/2/layout/IconLabelList"/>
    <dgm:cxn modelId="{37896EF8-49F2-4645-963E-549B775BDD53}" srcId="{5DB7E73D-49B8-4701-B7E2-983237790C3D}" destId="{74F845DE-61BE-4BC2-9869-C219223352AF}" srcOrd="0" destOrd="0" parTransId="{E52C04C1-FF3E-41D8-A029-D567D9BE51EB}" sibTransId="{3265AA98-D278-4C39-8AAA-F87456F9EB34}"/>
    <dgm:cxn modelId="{6BE77593-0600-453F-AE6A-3783957B9369}" type="presParOf" srcId="{D743D6A6-D70B-49B7-99C8-D747BFB78607}" destId="{A9EF8192-024A-4DC8-A6DC-A6590E4B7A9D}" srcOrd="0" destOrd="0" presId="urn:microsoft.com/office/officeart/2018/2/layout/IconLabelList"/>
    <dgm:cxn modelId="{C6BE427A-DC75-4533-8059-55CB3CC6E677}" type="presParOf" srcId="{A9EF8192-024A-4DC8-A6DC-A6590E4B7A9D}" destId="{2D00FD29-9A64-4BA3-AF67-D13DA9B708B9}" srcOrd="0" destOrd="0" presId="urn:microsoft.com/office/officeart/2018/2/layout/IconLabelList"/>
    <dgm:cxn modelId="{F3254617-A654-4BAC-9186-98FF650B1F56}" type="presParOf" srcId="{A9EF8192-024A-4DC8-A6DC-A6590E4B7A9D}" destId="{5A426DAE-CB87-450B-9B0B-F1BD4373B620}" srcOrd="1" destOrd="0" presId="urn:microsoft.com/office/officeart/2018/2/layout/IconLabelList"/>
    <dgm:cxn modelId="{02644069-868A-454C-9750-E75161BE771A}" type="presParOf" srcId="{A9EF8192-024A-4DC8-A6DC-A6590E4B7A9D}" destId="{35798276-54D1-4E19-AEE1-69D407A2BA79}" srcOrd="2" destOrd="0" presId="urn:microsoft.com/office/officeart/2018/2/layout/IconLabelList"/>
    <dgm:cxn modelId="{51C16880-FC25-4F91-8026-13ABE7A4EC4C}" type="presParOf" srcId="{D743D6A6-D70B-49B7-99C8-D747BFB78607}" destId="{5CF86A2F-1969-4390-823C-17A9B824F119}" srcOrd="1" destOrd="0" presId="urn:microsoft.com/office/officeart/2018/2/layout/IconLabelList"/>
    <dgm:cxn modelId="{E791A5A4-1780-495C-8C70-DF71ACBC9812}" type="presParOf" srcId="{D743D6A6-D70B-49B7-99C8-D747BFB78607}" destId="{C4D944B8-B97C-404D-8074-3209DB808A74}" srcOrd="2" destOrd="0" presId="urn:microsoft.com/office/officeart/2018/2/layout/IconLabelList"/>
    <dgm:cxn modelId="{B13E5461-F2D4-44D1-A54F-1C28553D755E}" type="presParOf" srcId="{C4D944B8-B97C-404D-8074-3209DB808A74}" destId="{93714C2A-E1D3-4537-9AD9-659A81E6A050}" srcOrd="0" destOrd="0" presId="urn:microsoft.com/office/officeart/2018/2/layout/IconLabelList"/>
    <dgm:cxn modelId="{442FD146-2863-4C0B-BD98-BCDB52B8DEB6}" type="presParOf" srcId="{C4D944B8-B97C-404D-8074-3209DB808A74}" destId="{95FBBC2D-6633-428E-B588-B3F0C5B8A2C2}" srcOrd="1" destOrd="0" presId="urn:microsoft.com/office/officeart/2018/2/layout/IconLabelList"/>
    <dgm:cxn modelId="{8A38F4B2-A573-436E-A07E-08BA821588DA}" type="presParOf" srcId="{C4D944B8-B97C-404D-8074-3209DB808A74}" destId="{8C29281E-C855-4CD6-A233-53BB70B44D5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93C5F3-844F-FF4F-9953-C244B76FC1D5}" type="doc">
      <dgm:prSet loTypeId="urn:microsoft.com/office/officeart/2005/8/layout/venn1" loCatId="" qsTypeId="urn:microsoft.com/office/officeart/2005/8/quickstyle/simple1" qsCatId="simple" csTypeId="urn:microsoft.com/office/officeart/2005/8/colors/accent1_2" csCatId="accent1" phldr="1"/>
      <dgm:spPr/>
    </dgm:pt>
    <dgm:pt modelId="{CE4547E7-D419-BA4B-A877-4AE9E064BDAA}">
      <dgm:prSet phldrT="[Text]"/>
      <dgm:spPr/>
      <dgm:t>
        <a:bodyPr/>
        <a:lstStyle/>
        <a:p>
          <a:r>
            <a:rPr lang="en-GB" dirty="0"/>
            <a:t>User</a:t>
          </a:r>
        </a:p>
      </dgm:t>
    </dgm:pt>
    <dgm:pt modelId="{A3EF87AA-A973-5642-9893-BA655720E54A}" type="parTrans" cxnId="{9F2B7ADB-2BE7-FB49-A015-542BE3716B19}">
      <dgm:prSet/>
      <dgm:spPr/>
      <dgm:t>
        <a:bodyPr/>
        <a:lstStyle/>
        <a:p>
          <a:endParaRPr lang="en-GB"/>
        </a:p>
      </dgm:t>
    </dgm:pt>
    <dgm:pt modelId="{D24EA26A-2BAD-1D48-B662-F084F1A8288B}" type="sibTrans" cxnId="{9F2B7ADB-2BE7-FB49-A015-542BE3716B19}">
      <dgm:prSet/>
      <dgm:spPr/>
      <dgm:t>
        <a:bodyPr/>
        <a:lstStyle/>
        <a:p>
          <a:endParaRPr lang="en-GB"/>
        </a:p>
      </dgm:t>
    </dgm:pt>
    <dgm:pt modelId="{0B949E63-21BE-654B-9F07-6E7A843FB18E}">
      <dgm:prSet phldrT="[Text]"/>
      <dgm:spPr/>
      <dgm:t>
        <a:bodyPr/>
        <a:lstStyle/>
        <a:p>
          <a:r>
            <a:rPr lang="en-GB" dirty="0"/>
            <a:t>Business</a:t>
          </a:r>
        </a:p>
      </dgm:t>
    </dgm:pt>
    <dgm:pt modelId="{5BD3FC4D-8E7E-8E42-AF92-BA0E5A9C0AA6}" type="parTrans" cxnId="{DA668486-D5B8-CC44-84BB-F20D1CC9330E}">
      <dgm:prSet/>
      <dgm:spPr/>
      <dgm:t>
        <a:bodyPr/>
        <a:lstStyle/>
        <a:p>
          <a:endParaRPr lang="en-GB"/>
        </a:p>
      </dgm:t>
    </dgm:pt>
    <dgm:pt modelId="{2E121C54-E2CE-CF40-9DB2-406B38E4F73B}" type="sibTrans" cxnId="{DA668486-D5B8-CC44-84BB-F20D1CC9330E}">
      <dgm:prSet/>
      <dgm:spPr/>
      <dgm:t>
        <a:bodyPr/>
        <a:lstStyle/>
        <a:p>
          <a:endParaRPr lang="en-GB"/>
        </a:p>
      </dgm:t>
    </dgm:pt>
    <dgm:pt modelId="{DB49054B-B4C9-A343-91BA-1D347FBEA520}">
      <dgm:prSet phldrT="[Text]"/>
      <dgm:spPr/>
      <dgm:t>
        <a:bodyPr/>
        <a:lstStyle/>
        <a:p>
          <a:r>
            <a:rPr lang="en-GB" dirty="0"/>
            <a:t>Technology</a:t>
          </a:r>
        </a:p>
      </dgm:t>
    </dgm:pt>
    <dgm:pt modelId="{A6E2C68C-B347-E34A-A0A6-E37B7E62DBA2}" type="parTrans" cxnId="{9F078118-0ADC-2740-B1A2-A9F245E0B6EC}">
      <dgm:prSet/>
      <dgm:spPr/>
      <dgm:t>
        <a:bodyPr/>
        <a:lstStyle/>
        <a:p>
          <a:endParaRPr lang="en-GB"/>
        </a:p>
      </dgm:t>
    </dgm:pt>
    <dgm:pt modelId="{CFE64D97-4D6F-374A-8634-F4F1436EAD88}" type="sibTrans" cxnId="{9F078118-0ADC-2740-B1A2-A9F245E0B6EC}">
      <dgm:prSet/>
      <dgm:spPr/>
      <dgm:t>
        <a:bodyPr/>
        <a:lstStyle/>
        <a:p>
          <a:endParaRPr lang="en-GB"/>
        </a:p>
      </dgm:t>
    </dgm:pt>
    <dgm:pt modelId="{46E59F32-D298-4643-A575-B313FA75268D}" type="pres">
      <dgm:prSet presAssocID="{C093C5F3-844F-FF4F-9953-C244B76FC1D5}" presName="compositeShape" presStyleCnt="0">
        <dgm:presLayoutVars>
          <dgm:chMax val="7"/>
          <dgm:dir/>
          <dgm:resizeHandles val="exact"/>
        </dgm:presLayoutVars>
      </dgm:prSet>
      <dgm:spPr/>
    </dgm:pt>
    <dgm:pt modelId="{02F183F7-A317-F148-8144-059DB6EFC376}" type="pres">
      <dgm:prSet presAssocID="{CE4547E7-D419-BA4B-A877-4AE9E064BDAA}" presName="circ1" presStyleLbl="vennNode1" presStyleIdx="0" presStyleCnt="3"/>
      <dgm:spPr/>
    </dgm:pt>
    <dgm:pt modelId="{8AA46416-79A9-4A40-B621-9065B093155D}" type="pres">
      <dgm:prSet presAssocID="{CE4547E7-D419-BA4B-A877-4AE9E064BDAA}" presName="circ1Tx" presStyleLbl="revTx" presStyleIdx="0" presStyleCnt="0">
        <dgm:presLayoutVars>
          <dgm:chMax val="0"/>
          <dgm:chPref val="0"/>
          <dgm:bulletEnabled val="1"/>
        </dgm:presLayoutVars>
      </dgm:prSet>
      <dgm:spPr/>
    </dgm:pt>
    <dgm:pt modelId="{0EE97A18-F806-DF40-8D4A-4D66F10280F4}" type="pres">
      <dgm:prSet presAssocID="{0B949E63-21BE-654B-9F07-6E7A843FB18E}" presName="circ2" presStyleLbl="vennNode1" presStyleIdx="1" presStyleCnt="3"/>
      <dgm:spPr/>
    </dgm:pt>
    <dgm:pt modelId="{382FD480-4749-FF40-823E-9416319DE7A1}" type="pres">
      <dgm:prSet presAssocID="{0B949E63-21BE-654B-9F07-6E7A843FB18E}" presName="circ2Tx" presStyleLbl="revTx" presStyleIdx="0" presStyleCnt="0">
        <dgm:presLayoutVars>
          <dgm:chMax val="0"/>
          <dgm:chPref val="0"/>
          <dgm:bulletEnabled val="1"/>
        </dgm:presLayoutVars>
      </dgm:prSet>
      <dgm:spPr/>
    </dgm:pt>
    <dgm:pt modelId="{57E8B6F7-965A-7543-BD04-3286CAA027A3}" type="pres">
      <dgm:prSet presAssocID="{DB49054B-B4C9-A343-91BA-1D347FBEA520}" presName="circ3" presStyleLbl="vennNode1" presStyleIdx="2" presStyleCnt="3"/>
      <dgm:spPr/>
    </dgm:pt>
    <dgm:pt modelId="{A9CFF0B3-63DB-3A41-B46C-701AF633FF67}" type="pres">
      <dgm:prSet presAssocID="{DB49054B-B4C9-A343-91BA-1D347FBEA520}" presName="circ3Tx" presStyleLbl="revTx" presStyleIdx="0" presStyleCnt="0">
        <dgm:presLayoutVars>
          <dgm:chMax val="0"/>
          <dgm:chPref val="0"/>
          <dgm:bulletEnabled val="1"/>
        </dgm:presLayoutVars>
      </dgm:prSet>
      <dgm:spPr/>
    </dgm:pt>
  </dgm:ptLst>
  <dgm:cxnLst>
    <dgm:cxn modelId="{D0AED508-CCFA-3A47-B571-BBA880209142}" type="presOf" srcId="{DB49054B-B4C9-A343-91BA-1D347FBEA520}" destId="{A9CFF0B3-63DB-3A41-B46C-701AF633FF67}" srcOrd="1" destOrd="0" presId="urn:microsoft.com/office/officeart/2005/8/layout/venn1"/>
    <dgm:cxn modelId="{9F078118-0ADC-2740-B1A2-A9F245E0B6EC}" srcId="{C093C5F3-844F-FF4F-9953-C244B76FC1D5}" destId="{DB49054B-B4C9-A343-91BA-1D347FBEA520}" srcOrd="2" destOrd="0" parTransId="{A6E2C68C-B347-E34A-A0A6-E37B7E62DBA2}" sibTransId="{CFE64D97-4D6F-374A-8634-F4F1436EAD88}"/>
    <dgm:cxn modelId="{758E8724-51A7-1C40-81DE-9DFE0530C8E6}" type="presOf" srcId="{0B949E63-21BE-654B-9F07-6E7A843FB18E}" destId="{382FD480-4749-FF40-823E-9416319DE7A1}" srcOrd="1" destOrd="0" presId="urn:microsoft.com/office/officeart/2005/8/layout/venn1"/>
    <dgm:cxn modelId="{E355BF5C-A26C-8240-94C8-41D98724B5EF}" type="presOf" srcId="{0B949E63-21BE-654B-9F07-6E7A843FB18E}" destId="{0EE97A18-F806-DF40-8D4A-4D66F10280F4}" srcOrd="0" destOrd="0" presId="urn:microsoft.com/office/officeart/2005/8/layout/venn1"/>
    <dgm:cxn modelId="{DA668486-D5B8-CC44-84BB-F20D1CC9330E}" srcId="{C093C5F3-844F-FF4F-9953-C244B76FC1D5}" destId="{0B949E63-21BE-654B-9F07-6E7A843FB18E}" srcOrd="1" destOrd="0" parTransId="{5BD3FC4D-8E7E-8E42-AF92-BA0E5A9C0AA6}" sibTransId="{2E121C54-E2CE-CF40-9DB2-406B38E4F73B}"/>
    <dgm:cxn modelId="{0397529F-8940-464A-8DED-424AF6B6441E}" type="presOf" srcId="{C093C5F3-844F-FF4F-9953-C244B76FC1D5}" destId="{46E59F32-D298-4643-A575-B313FA75268D}" srcOrd="0" destOrd="0" presId="urn:microsoft.com/office/officeart/2005/8/layout/venn1"/>
    <dgm:cxn modelId="{04D938D8-CB45-E94A-8AA2-E4C6D0709EF4}" type="presOf" srcId="{CE4547E7-D419-BA4B-A877-4AE9E064BDAA}" destId="{02F183F7-A317-F148-8144-059DB6EFC376}" srcOrd="0" destOrd="0" presId="urn:microsoft.com/office/officeart/2005/8/layout/venn1"/>
    <dgm:cxn modelId="{7D2CF6D8-56DF-3540-A048-4968851E959C}" type="presOf" srcId="{DB49054B-B4C9-A343-91BA-1D347FBEA520}" destId="{57E8B6F7-965A-7543-BD04-3286CAA027A3}" srcOrd="0" destOrd="0" presId="urn:microsoft.com/office/officeart/2005/8/layout/venn1"/>
    <dgm:cxn modelId="{9F2B7ADB-2BE7-FB49-A015-542BE3716B19}" srcId="{C093C5F3-844F-FF4F-9953-C244B76FC1D5}" destId="{CE4547E7-D419-BA4B-A877-4AE9E064BDAA}" srcOrd="0" destOrd="0" parTransId="{A3EF87AA-A973-5642-9893-BA655720E54A}" sibTransId="{D24EA26A-2BAD-1D48-B662-F084F1A8288B}"/>
    <dgm:cxn modelId="{E352D6EB-E4FC-DA4F-938C-F4714E1728A4}" type="presOf" srcId="{CE4547E7-D419-BA4B-A877-4AE9E064BDAA}" destId="{8AA46416-79A9-4A40-B621-9065B093155D}" srcOrd="1" destOrd="0" presId="urn:microsoft.com/office/officeart/2005/8/layout/venn1"/>
    <dgm:cxn modelId="{F29B1C12-1753-5D4D-BFBE-3B01A811A9A6}" type="presParOf" srcId="{46E59F32-D298-4643-A575-B313FA75268D}" destId="{02F183F7-A317-F148-8144-059DB6EFC376}" srcOrd="0" destOrd="0" presId="urn:microsoft.com/office/officeart/2005/8/layout/venn1"/>
    <dgm:cxn modelId="{213A1880-4B56-E048-8F9F-22C3A32499F3}" type="presParOf" srcId="{46E59F32-D298-4643-A575-B313FA75268D}" destId="{8AA46416-79A9-4A40-B621-9065B093155D}" srcOrd="1" destOrd="0" presId="urn:microsoft.com/office/officeart/2005/8/layout/venn1"/>
    <dgm:cxn modelId="{494D5C8F-A99C-E543-8C56-456C573F1943}" type="presParOf" srcId="{46E59F32-D298-4643-A575-B313FA75268D}" destId="{0EE97A18-F806-DF40-8D4A-4D66F10280F4}" srcOrd="2" destOrd="0" presId="urn:microsoft.com/office/officeart/2005/8/layout/venn1"/>
    <dgm:cxn modelId="{22AF7242-41B5-2747-A6EC-FED96611C4BD}" type="presParOf" srcId="{46E59F32-D298-4643-A575-B313FA75268D}" destId="{382FD480-4749-FF40-823E-9416319DE7A1}" srcOrd="3" destOrd="0" presId="urn:microsoft.com/office/officeart/2005/8/layout/venn1"/>
    <dgm:cxn modelId="{941E3C60-62D5-FD48-8273-423A17BECA89}" type="presParOf" srcId="{46E59F32-D298-4643-A575-B313FA75268D}" destId="{57E8B6F7-965A-7543-BD04-3286CAA027A3}" srcOrd="4" destOrd="0" presId="urn:microsoft.com/office/officeart/2005/8/layout/venn1"/>
    <dgm:cxn modelId="{0AF438AD-0BF6-6245-82C4-0E1BB17F08CB}" type="presParOf" srcId="{46E59F32-D298-4643-A575-B313FA75268D}" destId="{A9CFF0B3-63DB-3A41-B46C-701AF633FF67}"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ECDB19D-0582-4528-A2FC-442591DCE69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CDF6A4E-613C-4B5A-9FEF-70FA22B71C6F}">
      <dgm:prSet/>
      <dgm:spPr/>
      <dgm:t>
        <a:bodyPr/>
        <a:lstStyle/>
        <a:p>
          <a:pPr>
            <a:lnSpc>
              <a:spcPct val="100000"/>
            </a:lnSpc>
          </a:pPr>
          <a:r>
            <a:rPr lang="en-US"/>
            <a:t>Technical focus  -&gt; User and Business</a:t>
          </a:r>
        </a:p>
      </dgm:t>
    </dgm:pt>
    <dgm:pt modelId="{32651BAD-A333-4C36-AC5A-8ABCFB210209}" type="parTrans" cxnId="{6B834E67-1448-403B-B389-E4390E78265B}">
      <dgm:prSet/>
      <dgm:spPr/>
      <dgm:t>
        <a:bodyPr/>
        <a:lstStyle/>
        <a:p>
          <a:endParaRPr lang="en-US"/>
        </a:p>
      </dgm:t>
    </dgm:pt>
    <dgm:pt modelId="{C75CD694-EB8B-49D8-AD5E-262380F34238}" type="sibTrans" cxnId="{6B834E67-1448-403B-B389-E4390E78265B}">
      <dgm:prSet/>
      <dgm:spPr/>
      <dgm:t>
        <a:bodyPr/>
        <a:lstStyle/>
        <a:p>
          <a:endParaRPr lang="en-US"/>
        </a:p>
      </dgm:t>
    </dgm:pt>
    <dgm:pt modelId="{68C4EF69-8015-4787-B063-5B68D90EEF00}">
      <dgm:prSet/>
      <dgm:spPr/>
      <dgm:t>
        <a:bodyPr/>
        <a:lstStyle/>
        <a:p>
          <a:pPr>
            <a:lnSpc>
              <a:spcPct val="100000"/>
            </a:lnSpc>
          </a:pPr>
          <a:r>
            <a:rPr lang="en-US" dirty="0"/>
            <a:t>Communication</a:t>
          </a:r>
        </a:p>
      </dgm:t>
    </dgm:pt>
    <dgm:pt modelId="{779B60F3-FCFB-4F12-BE8B-E72B119A20E7}" type="parTrans" cxnId="{E85B9FEE-8907-4938-B6DC-CB4FAE10D25E}">
      <dgm:prSet/>
      <dgm:spPr/>
      <dgm:t>
        <a:bodyPr/>
        <a:lstStyle/>
        <a:p>
          <a:endParaRPr lang="en-US"/>
        </a:p>
      </dgm:t>
    </dgm:pt>
    <dgm:pt modelId="{C6A536E1-E302-4081-8ABB-E7429BB1A3F1}" type="sibTrans" cxnId="{E85B9FEE-8907-4938-B6DC-CB4FAE10D25E}">
      <dgm:prSet/>
      <dgm:spPr/>
      <dgm:t>
        <a:bodyPr/>
        <a:lstStyle/>
        <a:p>
          <a:endParaRPr lang="en-US"/>
        </a:p>
      </dgm:t>
    </dgm:pt>
    <dgm:pt modelId="{5AE96A08-1873-423B-96AD-E25BA197AFE2}">
      <dgm:prSet/>
      <dgm:spPr/>
      <dgm:t>
        <a:bodyPr/>
        <a:lstStyle/>
        <a:p>
          <a:pPr>
            <a:lnSpc>
              <a:spcPct val="100000"/>
            </a:lnSpc>
          </a:pPr>
          <a:r>
            <a:rPr lang="en-US" dirty="0"/>
            <a:t>Stakeholder engagement</a:t>
          </a:r>
        </a:p>
      </dgm:t>
    </dgm:pt>
    <dgm:pt modelId="{429ADC2B-CFAD-4207-931B-F355B1DF558C}" type="parTrans" cxnId="{E35A0B67-9EE4-4A71-AAD0-3C017DBCCEEB}">
      <dgm:prSet/>
      <dgm:spPr/>
      <dgm:t>
        <a:bodyPr/>
        <a:lstStyle/>
        <a:p>
          <a:endParaRPr lang="en-US"/>
        </a:p>
      </dgm:t>
    </dgm:pt>
    <dgm:pt modelId="{BA0F40EF-0A00-46CD-896B-3AA8804B0229}" type="sibTrans" cxnId="{E35A0B67-9EE4-4A71-AAD0-3C017DBCCEEB}">
      <dgm:prSet/>
      <dgm:spPr/>
      <dgm:t>
        <a:bodyPr/>
        <a:lstStyle/>
        <a:p>
          <a:endParaRPr lang="en-US"/>
        </a:p>
      </dgm:t>
    </dgm:pt>
    <dgm:pt modelId="{1FB1AB45-2753-4FFA-9414-18D9EEE790DC}" type="pres">
      <dgm:prSet presAssocID="{0ECDB19D-0582-4528-A2FC-442591DCE695}" presName="root" presStyleCnt="0">
        <dgm:presLayoutVars>
          <dgm:dir/>
          <dgm:resizeHandles val="exact"/>
        </dgm:presLayoutVars>
      </dgm:prSet>
      <dgm:spPr/>
    </dgm:pt>
    <dgm:pt modelId="{B0CBB6D2-5EF1-4F11-A232-2D7B0EE1E5D7}" type="pres">
      <dgm:prSet presAssocID="{3CDF6A4E-613C-4B5A-9FEF-70FA22B71C6F}" presName="compNode" presStyleCnt="0"/>
      <dgm:spPr/>
    </dgm:pt>
    <dgm:pt modelId="{2A6F4A5F-3FCD-4088-ACE0-28D7D4BF4C4E}" type="pres">
      <dgm:prSet presAssocID="{3CDF6A4E-613C-4B5A-9FEF-70FA22B71C6F}" presName="bgRect" presStyleLbl="bgShp" presStyleIdx="0" presStyleCnt="3"/>
      <dgm:spPr/>
    </dgm:pt>
    <dgm:pt modelId="{42DC087D-23D5-4C7A-991B-C8D0019631F3}" type="pres">
      <dgm:prSet presAssocID="{3CDF6A4E-613C-4B5A-9FEF-70FA22B71C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978D181-06CB-43D1-B3C8-883E7F6978C0}" type="pres">
      <dgm:prSet presAssocID="{3CDF6A4E-613C-4B5A-9FEF-70FA22B71C6F}" presName="spaceRect" presStyleCnt="0"/>
      <dgm:spPr/>
    </dgm:pt>
    <dgm:pt modelId="{49A35EFA-C565-484F-B879-08395577B313}" type="pres">
      <dgm:prSet presAssocID="{3CDF6A4E-613C-4B5A-9FEF-70FA22B71C6F}" presName="parTx" presStyleLbl="revTx" presStyleIdx="0" presStyleCnt="3">
        <dgm:presLayoutVars>
          <dgm:chMax val="0"/>
          <dgm:chPref val="0"/>
        </dgm:presLayoutVars>
      </dgm:prSet>
      <dgm:spPr/>
    </dgm:pt>
    <dgm:pt modelId="{CD264E8B-1846-4A17-B76A-C9B82F0C4297}" type="pres">
      <dgm:prSet presAssocID="{C75CD694-EB8B-49D8-AD5E-262380F34238}" presName="sibTrans" presStyleCnt="0"/>
      <dgm:spPr/>
    </dgm:pt>
    <dgm:pt modelId="{740B5930-CD00-4A75-8E6D-13A5A88C7448}" type="pres">
      <dgm:prSet presAssocID="{5AE96A08-1873-423B-96AD-E25BA197AFE2}" presName="compNode" presStyleCnt="0"/>
      <dgm:spPr/>
    </dgm:pt>
    <dgm:pt modelId="{95479A3D-C518-4903-A6C6-2B8585F62F65}" type="pres">
      <dgm:prSet presAssocID="{5AE96A08-1873-423B-96AD-E25BA197AFE2}" presName="bgRect" presStyleLbl="bgShp" presStyleIdx="1" presStyleCnt="3"/>
      <dgm:spPr/>
    </dgm:pt>
    <dgm:pt modelId="{AE62A95E-A547-462A-BB2E-81919E17672C}" type="pres">
      <dgm:prSet presAssocID="{5AE96A08-1873-423B-96AD-E25BA197AF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0D69DA45-39D0-454E-96C4-E6D8710CE56A}" type="pres">
      <dgm:prSet presAssocID="{5AE96A08-1873-423B-96AD-E25BA197AFE2}" presName="spaceRect" presStyleCnt="0"/>
      <dgm:spPr/>
    </dgm:pt>
    <dgm:pt modelId="{6731B482-960E-4B2F-85DC-717887836D34}" type="pres">
      <dgm:prSet presAssocID="{5AE96A08-1873-423B-96AD-E25BA197AFE2}" presName="parTx" presStyleLbl="revTx" presStyleIdx="1" presStyleCnt="3">
        <dgm:presLayoutVars>
          <dgm:chMax val="0"/>
          <dgm:chPref val="0"/>
        </dgm:presLayoutVars>
      </dgm:prSet>
      <dgm:spPr/>
    </dgm:pt>
    <dgm:pt modelId="{68F474BF-2C5B-457D-99D6-B4F39E66F993}" type="pres">
      <dgm:prSet presAssocID="{BA0F40EF-0A00-46CD-896B-3AA8804B0229}" presName="sibTrans" presStyleCnt="0"/>
      <dgm:spPr/>
    </dgm:pt>
    <dgm:pt modelId="{445BD5A1-0CE9-4E37-99D5-D5CC04F6D9AA}" type="pres">
      <dgm:prSet presAssocID="{68C4EF69-8015-4787-B063-5B68D90EEF00}" presName="compNode" presStyleCnt="0"/>
      <dgm:spPr/>
    </dgm:pt>
    <dgm:pt modelId="{837DEB71-5173-450F-8D82-2B88F79027F8}" type="pres">
      <dgm:prSet presAssocID="{68C4EF69-8015-4787-B063-5B68D90EEF00}" presName="bgRect" presStyleLbl="bgShp" presStyleIdx="2" presStyleCnt="3"/>
      <dgm:spPr/>
    </dgm:pt>
    <dgm:pt modelId="{2146BC30-A927-4B45-BD38-30230606598D}" type="pres">
      <dgm:prSet presAssocID="{68C4EF69-8015-4787-B063-5B68D90EEF0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phone"/>
        </a:ext>
      </dgm:extLst>
    </dgm:pt>
    <dgm:pt modelId="{84626258-D0B9-4C21-9121-1F4D8FACAA1A}" type="pres">
      <dgm:prSet presAssocID="{68C4EF69-8015-4787-B063-5B68D90EEF00}" presName="spaceRect" presStyleCnt="0"/>
      <dgm:spPr/>
    </dgm:pt>
    <dgm:pt modelId="{2AF3EA93-C3A2-4230-9071-ACE667E4DC73}" type="pres">
      <dgm:prSet presAssocID="{68C4EF69-8015-4787-B063-5B68D90EEF00}" presName="parTx" presStyleLbl="revTx" presStyleIdx="2" presStyleCnt="3">
        <dgm:presLayoutVars>
          <dgm:chMax val="0"/>
          <dgm:chPref val="0"/>
        </dgm:presLayoutVars>
      </dgm:prSet>
      <dgm:spPr/>
    </dgm:pt>
  </dgm:ptLst>
  <dgm:cxnLst>
    <dgm:cxn modelId="{1D0B1523-C313-1E48-80FF-E52E38C960EE}" type="presOf" srcId="{68C4EF69-8015-4787-B063-5B68D90EEF00}" destId="{2AF3EA93-C3A2-4230-9071-ACE667E4DC73}" srcOrd="0" destOrd="0" presId="urn:microsoft.com/office/officeart/2018/2/layout/IconVerticalSolidList"/>
    <dgm:cxn modelId="{41BC792C-E1CB-6240-BDB5-EC08929B592E}" type="presOf" srcId="{3CDF6A4E-613C-4B5A-9FEF-70FA22B71C6F}" destId="{49A35EFA-C565-484F-B879-08395577B313}" srcOrd="0" destOrd="0" presId="urn:microsoft.com/office/officeart/2018/2/layout/IconVerticalSolidList"/>
    <dgm:cxn modelId="{E35A0B67-9EE4-4A71-AAD0-3C017DBCCEEB}" srcId="{0ECDB19D-0582-4528-A2FC-442591DCE695}" destId="{5AE96A08-1873-423B-96AD-E25BA197AFE2}" srcOrd="1" destOrd="0" parTransId="{429ADC2B-CFAD-4207-931B-F355B1DF558C}" sibTransId="{BA0F40EF-0A00-46CD-896B-3AA8804B0229}"/>
    <dgm:cxn modelId="{6B834E67-1448-403B-B389-E4390E78265B}" srcId="{0ECDB19D-0582-4528-A2FC-442591DCE695}" destId="{3CDF6A4E-613C-4B5A-9FEF-70FA22B71C6F}" srcOrd="0" destOrd="0" parTransId="{32651BAD-A333-4C36-AC5A-8ABCFB210209}" sibTransId="{C75CD694-EB8B-49D8-AD5E-262380F34238}"/>
    <dgm:cxn modelId="{A4547D7D-D137-47FE-ABA1-E3FBB98D6C38}" type="presOf" srcId="{0ECDB19D-0582-4528-A2FC-442591DCE695}" destId="{1FB1AB45-2753-4FFA-9414-18D9EEE790DC}" srcOrd="0" destOrd="0" presId="urn:microsoft.com/office/officeart/2018/2/layout/IconVerticalSolidList"/>
    <dgm:cxn modelId="{09A85C95-CFCF-8442-ACF3-C27D29242F5A}" type="presOf" srcId="{5AE96A08-1873-423B-96AD-E25BA197AFE2}" destId="{6731B482-960E-4B2F-85DC-717887836D34}" srcOrd="0" destOrd="0" presId="urn:microsoft.com/office/officeart/2018/2/layout/IconVerticalSolidList"/>
    <dgm:cxn modelId="{E85B9FEE-8907-4938-B6DC-CB4FAE10D25E}" srcId="{0ECDB19D-0582-4528-A2FC-442591DCE695}" destId="{68C4EF69-8015-4787-B063-5B68D90EEF00}" srcOrd="2" destOrd="0" parTransId="{779B60F3-FCFB-4F12-BE8B-E72B119A20E7}" sibTransId="{C6A536E1-E302-4081-8ABB-E7429BB1A3F1}"/>
    <dgm:cxn modelId="{AF8BE7C7-E697-194F-AC6B-83021B5B5E5E}" type="presParOf" srcId="{1FB1AB45-2753-4FFA-9414-18D9EEE790DC}" destId="{B0CBB6D2-5EF1-4F11-A232-2D7B0EE1E5D7}" srcOrd="0" destOrd="0" presId="urn:microsoft.com/office/officeart/2018/2/layout/IconVerticalSolidList"/>
    <dgm:cxn modelId="{0448CAF0-8CF5-EA4D-9625-C5799AC949BC}" type="presParOf" srcId="{B0CBB6D2-5EF1-4F11-A232-2D7B0EE1E5D7}" destId="{2A6F4A5F-3FCD-4088-ACE0-28D7D4BF4C4E}" srcOrd="0" destOrd="0" presId="urn:microsoft.com/office/officeart/2018/2/layout/IconVerticalSolidList"/>
    <dgm:cxn modelId="{C07F61EF-87F9-0A43-9B20-97064C8D3B24}" type="presParOf" srcId="{B0CBB6D2-5EF1-4F11-A232-2D7B0EE1E5D7}" destId="{42DC087D-23D5-4C7A-991B-C8D0019631F3}" srcOrd="1" destOrd="0" presId="urn:microsoft.com/office/officeart/2018/2/layout/IconVerticalSolidList"/>
    <dgm:cxn modelId="{F23031FC-2C01-8D4C-BCD9-B1A715E8CBDE}" type="presParOf" srcId="{B0CBB6D2-5EF1-4F11-A232-2D7B0EE1E5D7}" destId="{4978D181-06CB-43D1-B3C8-883E7F6978C0}" srcOrd="2" destOrd="0" presId="urn:microsoft.com/office/officeart/2018/2/layout/IconVerticalSolidList"/>
    <dgm:cxn modelId="{4443FD77-81AD-054B-BD2D-A929D091C3B3}" type="presParOf" srcId="{B0CBB6D2-5EF1-4F11-A232-2D7B0EE1E5D7}" destId="{49A35EFA-C565-484F-B879-08395577B313}" srcOrd="3" destOrd="0" presId="urn:microsoft.com/office/officeart/2018/2/layout/IconVerticalSolidList"/>
    <dgm:cxn modelId="{A2F4ABCB-0621-7B43-ADDE-B7BA9037B393}" type="presParOf" srcId="{1FB1AB45-2753-4FFA-9414-18D9EEE790DC}" destId="{CD264E8B-1846-4A17-B76A-C9B82F0C4297}" srcOrd="1" destOrd="0" presId="urn:microsoft.com/office/officeart/2018/2/layout/IconVerticalSolidList"/>
    <dgm:cxn modelId="{FF7F53FF-125F-7849-99E2-BB67044AE2D0}" type="presParOf" srcId="{1FB1AB45-2753-4FFA-9414-18D9EEE790DC}" destId="{740B5930-CD00-4A75-8E6D-13A5A88C7448}" srcOrd="2" destOrd="0" presId="urn:microsoft.com/office/officeart/2018/2/layout/IconVerticalSolidList"/>
    <dgm:cxn modelId="{6EEA8BA2-AAD4-9940-BA08-4D88B21192F0}" type="presParOf" srcId="{740B5930-CD00-4A75-8E6D-13A5A88C7448}" destId="{95479A3D-C518-4903-A6C6-2B8585F62F65}" srcOrd="0" destOrd="0" presId="urn:microsoft.com/office/officeart/2018/2/layout/IconVerticalSolidList"/>
    <dgm:cxn modelId="{19C6A0EB-C31E-D241-ABB2-243102D16134}" type="presParOf" srcId="{740B5930-CD00-4A75-8E6D-13A5A88C7448}" destId="{AE62A95E-A547-462A-BB2E-81919E17672C}" srcOrd="1" destOrd="0" presId="urn:microsoft.com/office/officeart/2018/2/layout/IconVerticalSolidList"/>
    <dgm:cxn modelId="{F03822A0-B3AE-3F4C-B3F2-58F6454822DA}" type="presParOf" srcId="{740B5930-CD00-4A75-8E6D-13A5A88C7448}" destId="{0D69DA45-39D0-454E-96C4-E6D8710CE56A}" srcOrd="2" destOrd="0" presId="urn:microsoft.com/office/officeart/2018/2/layout/IconVerticalSolidList"/>
    <dgm:cxn modelId="{22E31984-1FEE-5A47-AE85-84975EBDB755}" type="presParOf" srcId="{740B5930-CD00-4A75-8E6D-13A5A88C7448}" destId="{6731B482-960E-4B2F-85DC-717887836D34}" srcOrd="3" destOrd="0" presId="urn:microsoft.com/office/officeart/2018/2/layout/IconVerticalSolidList"/>
    <dgm:cxn modelId="{98ACE1D6-48CE-2D4C-9005-842146C78AA0}" type="presParOf" srcId="{1FB1AB45-2753-4FFA-9414-18D9EEE790DC}" destId="{68F474BF-2C5B-457D-99D6-B4F39E66F993}" srcOrd="3" destOrd="0" presId="urn:microsoft.com/office/officeart/2018/2/layout/IconVerticalSolidList"/>
    <dgm:cxn modelId="{0EDE1D8E-C17C-DA46-8828-D0AD7EFA2CDF}" type="presParOf" srcId="{1FB1AB45-2753-4FFA-9414-18D9EEE790DC}" destId="{445BD5A1-0CE9-4E37-99D5-D5CC04F6D9AA}" srcOrd="4" destOrd="0" presId="urn:microsoft.com/office/officeart/2018/2/layout/IconVerticalSolidList"/>
    <dgm:cxn modelId="{C93B087D-E958-BC45-A762-71DED6B45505}" type="presParOf" srcId="{445BD5A1-0CE9-4E37-99D5-D5CC04F6D9AA}" destId="{837DEB71-5173-450F-8D82-2B88F79027F8}" srcOrd="0" destOrd="0" presId="urn:microsoft.com/office/officeart/2018/2/layout/IconVerticalSolidList"/>
    <dgm:cxn modelId="{6CF47A4C-D222-1A4E-B9F0-8E13DA875F0C}" type="presParOf" srcId="{445BD5A1-0CE9-4E37-99D5-D5CC04F6D9AA}" destId="{2146BC30-A927-4B45-BD38-30230606598D}" srcOrd="1" destOrd="0" presId="urn:microsoft.com/office/officeart/2018/2/layout/IconVerticalSolidList"/>
    <dgm:cxn modelId="{A9D71998-504B-B048-90A4-30918B51B700}" type="presParOf" srcId="{445BD5A1-0CE9-4E37-99D5-D5CC04F6D9AA}" destId="{84626258-D0B9-4C21-9121-1F4D8FACAA1A}" srcOrd="2" destOrd="0" presId="urn:microsoft.com/office/officeart/2018/2/layout/IconVerticalSolidList"/>
    <dgm:cxn modelId="{A63E9098-F164-434B-A323-F8BF0C5D6414}" type="presParOf" srcId="{445BD5A1-0CE9-4E37-99D5-D5CC04F6D9AA}" destId="{2AF3EA93-C3A2-4230-9071-ACE667E4DC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ECDB19D-0582-4528-A2FC-442591DCE69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8DE8CD1-FDE2-4CAE-8CD3-1CBA7D5910FA}">
      <dgm:prSet/>
      <dgm:spPr/>
      <dgm:t>
        <a:bodyPr/>
        <a:lstStyle/>
        <a:p>
          <a:pPr>
            <a:lnSpc>
              <a:spcPct val="100000"/>
            </a:lnSpc>
          </a:pPr>
          <a:r>
            <a:rPr lang="en-US" dirty="0"/>
            <a:t>Decision making under uncertainty</a:t>
          </a:r>
        </a:p>
      </dgm:t>
    </dgm:pt>
    <dgm:pt modelId="{33D4C877-428F-448D-BDA0-9F2C6A021BA5}" type="parTrans" cxnId="{42B1B5CC-7A93-4CE1-AB51-72DF53EFBF5F}">
      <dgm:prSet/>
      <dgm:spPr/>
      <dgm:t>
        <a:bodyPr/>
        <a:lstStyle/>
        <a:p>
          <a:endParaRPr lang="en-US"/>
        </a:p>
      </dgm:t>
    </dgm:pt>
    <dgm:pt modelId="{41C94039-371C-46DE-B6DB-33B850458D71}" type="sibTrans" cxnId="{42B1B5CC-7A93-4CE1-AB51-72DF53EFBF5F}">
      <dgm:prSet/>
      <dgm:spPr/>
      <dgm:t>
        <a:bodyPr/>
        <a:lstStyle/>
        <a:p>
          <a:endParaRPr lang="en-US"/>
        </a:p>
      </dgm:t>
    </dgm:pt>
    <dgm:pt modelId="{7E4FD220-F70D-4F20-8F64-1715C5730BE6}">
      <dgm:prSet/>
      <dgm:spPr/>
      <dgm:t>
        <a:bodyPr/>
        <a:lstStyle/>
        <a:p>
          <a:pPr>
            <a:lnSpc>
              <a:spcPct val="100000"/>
            </a:lnSpc>
          </a:pPr>
          <a:r>
            <a:rPr lang="en-US" dirty="0"/>
            <a:t>Priority management &amp; context switching</a:t>
          </a:r>
        </a:p>
      </dgm:t>
    </dgm:pt>
    <dgm:pt modelId="{6FA6FC41-0B72-4146-BB14-FB65E83CEA95}" type="parTrans" cxnId="{014F5369-462C-45D4-9C2A-7D0ACE1503FB}">
      <dgm:prSet/>
      <dgm:spPr/>
      <dgm:t>
        <a:bodyPr/>
        <a:lstStyle/>
        <a:p>
          <a:endParaRPr lang="en-US"/>
        </a:p>
      </dgm:t>
    </dgm:pt>
    <dgm:pt modelId="{1A3407F9-BBBF-402C-BF8B-CDAE85D9E361}" type="sibTrans" cxnId="{014F5369-462C-45D4-9C2A-7D0ACE1503FB}">
      <dgm:prSet/>
      <dgm:spPr/>
      <dgm:t>
        <a:bodyPr/>
        <a:lstStyle/>
        <a:p>
          <a:endParaRPr lang="en-US"/>
        </a:p>
      </dgm:t>
    </dgm:pt>
    <dgm:pt modelId="{8FE24F05-76D8-4186-93A8-6510DF0D61F7}">
      <dgm:prSet/>
      <dgm:spPr/>
      <dgm:t>
        <a:bodyPr/>
        <a:lstStyle/>
        <a:p>
          <a:pPr>
            <a:lnSpc>
              <a:spcPct val="100000"/>
            </a:lnSpc>
          </a:pPr>
          <a:r>
            <a:rPr lang="en-US"/>
            <a:t>Accountability</a:t>
          </a:r>
        </a:p>
      </dgm:t>
    </dgm:pt>
    <dgm:pt modelId="{9E7882BC-B6FF-4E30-A93F-B3DC19EB2BF6}" type="parTrans" cxnId="{F19B58C4-B403-4683-A424-8554D4BA36E0}">
      <dgm:prSet/>
      <dgm:spPr/>
      <dgm:t>
        <a:bodyPr/>
        <a:lstStyle/>
        <a:p>
          <a:endParaRPr lang="en-US"/>
        </a:p>
      </dgm:t>
    </dgm:pt>
    <dgm:pt modelId="{1143D8C0-8273-44F7-A43F-7C5576650166}" type="sibTrans" cxnId="{F19B58C4-B403-4683-A424-8554D4BA36E0}">
      <dgm:prSet/>
      <dgm:spPr/>
      <dgm:t>
        <a:bodyPr/>
        <a:lstStyle/>
        <a:p>
          <a:endParaRPr lang="en-US"/>
        </a:p>
      </dgm:t>
    </dgm:pt>
    <dgm:pt modelId="{1FB1AB45-2753-4FFA-9414-18D9EEE790DC}" type="pres">
      <dgm:prSet presAssocID="{0ECDB19D-0582-4528-A2FC-442591DCE695}" presName="root" presStyleCnt="0">
        <dgm:presLayoutVars>
          <dgm:dir/>
          <dgm:resizeHandles val="exact"/>
        </dgm:presLayoutVars>
      </dgm:prSet>
      <dgm:spPr/>
    </dgm:pt>
    <dgm:pt modelId="{1DACE68B-CD2A-4D2B-8873-84E33FFB7AC9}" type="pres">
      <dgm:prSet presAssocID="{E8DE8CD1-FDE2-4CAE-8CD3-1CBA7D5910FA}" presName="compNode" presStyleCnt="0"/>
      <dgm:spPr/>
    </dgm:pt>
    <dgm:pt modelId="{FE303ACF-4205-44B6-B25C-3B6BB2E88844}" type="pres">
      <dgm:prSet presAssocID="{E8DE8CD1-FDE2-4CAE-8CD3-1CBA7D5910FA}" presName="bgRect" presStyleLbl="bgShp" presStyleIdx="0" presStyleCnt="3"/>
      <dgm:spPr/>
    </dgm:pt>
    <dgm:pt modelId="{077DECAD-45B2-4EDE-8220-270AFC232000}" type="pres">
      <dgm:prSet presAssocID="{E8DE8CD1-FDE2-4CAE-8CD3-1CBA7D5910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498C9056-DFC2-4564-A223-7576A4A2D660}" type="pres">
      <dgm:prSet presAssocID="{E8DE8CD1-FDE2-4CAE-8CD3-1CBA7D5910FA}" presName="spaceRect" presStyleCnt="0"/>
      <dgm:spPr/>
    </dgm:pt>
    <dgm:pt modelId="{A8CE775D-30AC-4696-A1C2-24BAEB8F5F24}" type="pres">
      <dgm:prSet presAssocID="{E8DE8CD1-FDE2-4CAE-8CD3-1CBA7D5910FA}" presName="parTx" presStyleLbl="revTx" presStyleIdx="0" presStyleCnt="3">
        <dgm:presLayoutVars>
          <dgm:chMax val="0"/>
          <dgm:chPref val="0"/>
        </dgm:presLayoutVars>
      </dgm:prSet>
      <dgm:spPr/>
    </dgm:pt>
    <dgm:pt modelId="{C7CB19D3-7F0D-409B-9A15-C5EFC4D267CA}" type="pres">
      <dgm:prSet presAssocID="{41C94039-371C-46DE-B6DB-33B850458D71}" presName="sibTrans" presStyleCnt="0"/>
      <dgm:spPr/>
    </dgm:pt>
    <dgm:pt modelId="{955437A8-4713-4C37-A1A7-F287620F2CF2}" type="pres">
      <dgm:prSet presAssocID="{7E4FD220-F70D-4F20-8F64-1715C5730BE6}" presName="compNode" presStyleCnt="0"/>
      <dgm:spPr/>
    </dgm:pt>
    <dgm:pt modelId="{CD96AD80-FB6D-4466-869B-E2EE15110203}" type="pres">
      <dgm:prSet presAssocID="{7E4FD220-F70D-4F20-8F64-1715C5730BE6}" presName="bgRect" presStyleLbl="bgShp" presStyleIdx="1" presStyleCnt="3"/>
      <dgm:spPr/>
    </dgm:pt>
    <dgm:pt modelId="{0AC80D5E-E94D-426B-9E83-A9C6A20742BF}" type="pres">
      <dgm:prSet presAssocID="{7E4FD220-F70D-4F20-8F64-1715C5730BE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9F825C4F-7480-428A-9C5B-6EC8243140CC}" type="pres">
      <dgm:prSet presAssocID="{7E4FD220-F70D-4F20-8F64-1715C5730BE6}" presName="spaceRect" presStyleCnt="0"/>
      <dgm:spPr/>
    </dgm:pt>
    <dgm:pt modelId="{8003865F-AEB3-407B-B832-88B820123841}" type="pres">
      <dgm:prSet presAssocID="{7E4FD220-F70D-4F20-8F64-1715C5730BE6}" presName="parTx" presStyleLbl="revTx" presStyleIdx="1" presStyleCnt="3">
        <dgm:presLayoutVars>
          <dgm:chMax val="0"/>
          <dgm:chPref val="0"/>
        </dgm:presLayoutVars>
      </dgm:prSet>
      <dgm:spPr/>
    </dgm:pt>
    <dgm:pt modelId="{AD87A0DC-FC11-4D75-A53E-F633D083C477}" type="pres">
      <dgm:prSet presAssocID="{1A3407F9-BBBF-402C-BF8B-CDAE85D9E361}" presName="sibTrans" presStyleCnt="0"/>
      <dgm:spPr/>
    </dgm:pt>
    <dgm:pt modelId="{6068F471-E322-4B3E-B098-20133DF06984}" type="pres">
      <dgm:prSet presAssocID="{8FE24F05-76D8-4186-93A8-6510DF0D61F7}" presName="compNode" presStyleCnt="0"/>
      <dgm:spPr/>
    </dgm:pt>
    <dgm:pt modelId="{C88D3DF8-8D9C-4207-9019-968DD0F99C2C}" type="pres">
      <dgm:prSet presAssocID="{8FE24F05-76D8-4186-93A8-6510DF0D61F7}" presName="bgRect" presStyleLbl="bgShp" presStyleIdx="2" presStyleCnt="3"/>
      <dgm:spPr/>
    </dgm:pt>
    <dgm:pt modelId="{D98221FA-39DF-46E2-99AB-BF2C56F99FD5}" type="pres">
      <dgm:prSet presAssocID="{8FE24F05-76D8-4186-93A8-6510DF0D61F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List"/>
        </a:ext>
      </dgm:extLst>
    </dgm:pt>
    <dgm:pt modelId="{09F0F50D-848D-45D7-967F-4E8AA4F8E887}" type="pres">
      <dgm:prSet presAssocID="{8FE24F05-76D8-4186-93A8-6510DF0D61F7}" presName="spaceRect" presStyleCnt="0"/>
      <dgm:spPr/>
    </dgm:pt>
    <dgm:pt modelId="{1DD1F4EF-41A3-4EF2-9EAF-F62A7FDEC97A}" type="pres">
      <dgm:prSet presAssocID="{8FE24F05-76D8-4186-93A8-6510DF0D61F7}" presName="parTx" presStyleLbl="revTx" presStyleIdx="2" presStyleCnt="3">
        <dgm:presLayoutVars>
          <dgm:chMax val="0"/>
          <dgm:chPref val="0"/>
        </dgm:presLayoutVars>
      </dgm:prSet>
      <dgm:spPr/>
    </dgm:pt>
  </dgm:ptLst>
  <dgm:cxnLst>
    <dgm:cxn modelId="{014F5369-462C-45D4-9C2A-7D0ACE1503FB}" srcId="{0ECDB19D-0582-4528-A2FC-442591DCE695}" destId="{7E4FD220-F70D-4F20-8F64-1715C5730BE6}" srcOrd="1" destOrd="0" parTransId="{6FA6FC41-0B72-4146-BB14-FB65E83CEA95}" sibTransId="{1A3407F9-BBBF-402C-BF8B-CDAE85D9E361}"/>
    <dgm:cxn modelId="{A4547D7D-D137-47FE-ABA1-E3FBB98D6C38}" type="presOf" srcId="{0ECDB19D-0582-4528-A2FC-442591DCE695}" destId="{1FB1AB45-2753-4FFA-9414-18D9EEE790DC}" srcOrd="0" destOrd="0" presId="urn:microsoft.com/office/officeart/2018/2/layout/IconVerticalSolidList"/>
    <dgm:cxn modelId="{71E8F694-839A-F849-BF7D-8D6D3571D8D7}" type="presOf" srcId="{8FE24F05-76D8-4186-93A8-6510DF0D61F7}" destId="{1DD1F4EF-41A3-4EF2-9EAF-F62A7FDEC97A}" srcOrd="0" destOrd="0" presId="urn:microsoft.com/office/officeart/2018/2/layout/IconVerticalSolidList"/>
    <dgm:cxn modelId="{3469E398-7A6C-364C-99C8-64F83A252DC7}" type="presOf" srcId="{E8DE8CD1-FDE2-4CAE-8CD3-1CBA7D5910FA}" destId="{A8CE775D-30AC-4696-A1C2-24BAEB8F5F24}" srcOrd="0" destOrd="0" presId="urn:microsoft.com/office/officeart/2018/2/layout/IconVerticalSolidList"/>
    <dgm:cxn modelId="{F19B58C4-B403-4683-A424-8554D4BA36E0}" srcId="{0ECDB19D-0582-4528-A2FC-442591DCE695}" destId="{8FE24F05-76D8-4186-93A8-6510DF0D61F7}" srcOrd="2" destOrd="0" parTransId="{9E7882BC-B6FF-4E30-A93F-B3DC19EB2BF6}" sibTransId="{1143D8C0-8273-44F7-A43F-7C5576650166}"/>
    <dgm:cxn modelId="{42B1B5CC-7A93-4CE1-AB51-72DF53EFBF5F}" srcId="{0ECDB19D-0582-4528-A2FC-442591DCE695}" destId="{E8DE8CD1-FDE2-4CAE-8CD3-1CBA7D5910FA}" srcOrd="0" destOrd="0" parTransId="{33D4C877-428F-448D-BDA0-9F2C6A021BA5}" sibTransId="{41C94039-371C-46DE-B6DB-33B850458D71}"/>
    <dgm:cxn modelId="{B91321E9-1CD7-5B46-B3A4-1C3481A3A5CE}" type="presOf" srcId="{7E4FD220-F70D-4F20-8F64-1715C5730BE6}" destId="{8003865F-AEB3-407B-B832-88B820123841}" srcOrd="0" destOrd="0" presId="urn:microsoft.com/office/officeart/2018/2/layout/IconVerticalSolidList"/>
    <dgm:cxn modelId="{4488895B-1799-0948-A8DB-045D72508099}" type="presParOf" srcId="{1FB1AB45-2753-4FFA-9414-18D9EEE790DC}" destId="{1DACE68B-CD2A-4D2B-8873-84E33FFB7AC9}" srcOrd="0" destOrd="0" presId="urn:microsoft.com/office/officeart/2018/2/layout/IconVerticalSolidList"/>
    <dgm:cxn modelId="{3022F81E-4E91-324A-9567-1A38660CF177}" type="presParOf" srcId="{1DACE68B-CD2A-4D2B-8873-84E33FFB7AC9}" destId="{FE303ACF-4205-44B6-B25C-3B6BB2E88844}" srcOrd="0" destOrd="0" presId="urn:microsoft.com/office/officeart/2018/2/layout/IconVerticalSolidList"/>
    <dgm:cxn modelId="{43ECCE95-9757-244C-9079-9E342A9887F4}" type="presParOf" srcId="{1DACE68B-CD2A-4D2B-8873-84E33FFB7AC9}" destId="{077DECAD-45B2-4EDE-8220-270AFC232000}" srcOrd="1" destOrd="0" presId="urn:microsoft.com/office/officeart/2018/2/layout/IconVerticalSolidList"/>
    <dgm:cxn modelId="{02643B4D-242D-4F4C-B93A-99F772F37FC7}" type="presParOf" srcId="{1DACE68B-CD2A-4D2B-8873-84E33FFB7AC9}" destId="{498C9056-DFC2-4564-A223-7576A4A2D660}" srcOrd="2" destOrd="0" presId="urn:microsoft.com/office/officeart/2018/2/layout/IconVerticalSolidList"/>
    <dgm:cxn modelId="{EE5AD11C-2A4F-6E4A-9734-5AE3CE65151D}" type="presParOf" srcId="{1DACE68B-CD2A-4D2B-8873-84E33FFB7AC9}" destId="{A8CE775D-30AC-4696-A1C2-24BAEB8F5F24}" srcOrd="3" destOrd="0" presId="urn:microsoft.com/office/officeart/2018/2/layout/IconVerticalSolidList"/>
    <dgm:cxn modelId="{95F22BD7-9CDB-CE44-BE66-03A34ABB4588}" type="presParOf" srcId="{1FB1AB45-2753-4FFA-9414-18D9EEE790DC}" destId="{C7CB19D3-7F0D-409B-9A15-C5EFC4D267CA}" srcOrd="1" destOrd="0" presId="urn:microsoft.com/office/officeart/2018/2/layout/IconVerticalSolidList"/>
    <dgm:cxn modelId="{6CE7112B-6D37-7E44-8A0E-166B7766F285}" type="presParOf" srcId="{1FB1AB45-2753-4FFA-9414-18D9EEE790DC}" destId="{955437A8-4713-4C37-A1A7-F287620F2CF2}" srcOrd="2" destOrd="0" presId="urn:microsoft.com/office/officeart/2018/2/layout/IconVerticalSolidList"/>
    <dgm:cxn modelId="{45F10F3B-154D-2E4F-942F-5AA61E17373F}" type="presParOf" srcId="{955437A8-4713-4C37-A1A7-F287620F2CF2}" destId="{CD96AD80-FB6D-4466-869B-E2EE15110203}" srcOrd="0" destOrd="0" presId="urn:microsoft.com/office/officeart/2018/2/layout/IconVerticalSolidList"/>
    <dgm:cxn modelId="{44D2575D-7119-2340-8645-4683BF0F1D24}" type="presParOf" srcId="{955437A8-4713-4C37-A1A7-F287620F2CF2}" destId="{0AC80D5E-E94D-426B-9E83-A9C6A20742BF}" srcOrd="1" destOrd="0" presId="urn:microsoft.com/office/officeart/2018/2/layout/IconVerticalSolidList"/>
    <dgm:cxn modelId="{36E2642E-6C78-2245-903B-194C08C7F2C7}" type="presParOf" srcId="{955437A8-4713-4C37-A1A7-F287620F2CF2}" destId="{9F825C4F-7480-428A-9C5B-6EC8243140CC}" srcOrd="2" destOrd="0" presId="urn:microsoft.com/office/officeart/2018/2/layout/IconVerticalSolidList"/>
    <dgm:cxn modelId="{92945E62-B1AE-9145-B43D-585D5E9EC568}" type="presParOf" srcId="{955437A8-4713-4C37-A1A7-F287620F2CF2}" destId="{8003865F-AEB3-407B-B832-88B820123841}" srcOrd="3" destOrd="0" presId="urn:microsoft.com/office/officeart/2018/2/layout/IconVerticalSolidList"/>
    <dgm:cxn modelId="{B92991B5-D6E9-9946-946E-05C1CDCEB3EE}" type="presParOf" srcId="{1FB1AB45-2753-4FFA-9414-18D9EEE790DC}" destId="{AD87A0DC-FC11-4D75-A53E-F633D083C477}" srcOrd="3" destOrd="0" presId="urn:microsoft.com/office/officeart/2018/2/layout/IconVerticalSolidList"/>
    <dgm:cxn modelId="{9FA40063-70F6-7543-A806-29AD297A69BE}" type="presParOf" srcId="{1FB1AB45-2753-4FFA-9414-18D9EEE790DC}" destId="{6068F471-E322-4B3E-B098-20133DF06984}" srcOrd="4" destOrd="0" presId="urn:microsoft.com/office/officeart/2018/2/layout/IconVerticalSolidList"/>
    <dgm:cxn modelId="{14C45C25-A3D9-4C41-81B8-FAACD56D3B40}" type="presParOf" srcId="{6068F471-E322-4B3E-B098-20133DF06984}" destId="{C88D3DF8-8D9C-4207-9019-968DD0F99C2C}" srcOrd="0" destOrd="0" presId="urn:microsoft.com/office/officeart/2018/2/layout/IconVerticalSolidList"/>
    <dgm:cxn modelId="{70A0AFFC-A4B4-3F48-9F60-BBA5C4670699}" type="presParOf" srcId="{6068F471-E322-4B3E-B098-20133DF06984}" destId="{D98221FA-39DF-46E2-99AB-BF2C56F99FD5}" srcOrd="1" destOrd="0" presId="urn:microsoft.com/office/officeart/2018/2/layout/IconVerticalSolidList"/>
    <dgm:cxn modelId="{62EF6529-93BB-7A4A-980E-1458E488434F}" type="presParOf" srcId="{6068F471-E322-4B3E-B098-20133DF06984}" destId="{09F0F50D-848D-45D7-967F-4E8AA4F8E887}" srcOrd="2" destOrd="0" presId="urn:microsoft.com/office/officeart/2018/2/layout/IconVerticalSolidList"/>
    <dgm:cxn modelId="{A95E8633-1922-2642-B623-738E9C90EA5A}" type="presParOf" srcId="{6068F471-E322-4B3E-B098-20133DF06984}" destId="{1DD1F4EF-41A3-4EF2-9EAF-F62A7FDEC97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1ED1B17-DE91-4B94-AB51-CFB75D2F8C8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8183B4CF-DE5A-4C2D-802C-C7EE091EE908}">
      <dgm:prSet/>
      <dgm:spPr/>
      <dgm:t>
        <a:bodyPr/>
        <a:lstStyle/>
        <a:p>
          <a:pPr>
            <a:lnSpc>
              <a:spcPct val="100000"/>
            </a:lnSpc>
          </a:pPr>
          <a:r>
            <a:rPr lang="en-US"/>
            <a:t>Budget</a:t>
          </a:r>
        </a:p>
      </dgm:t>
    </dgm:pt>
    <dgm:pt modelId="{3F280CF9-16B9-46E1-A4CF-1DD8FEA140F1}" type="parTrans" cxnId="{82CE422C-DFD3-4E01-87E6-46DA21EF75F0}">
      <dgm:prSet/>
      <dgm:spPr/>
      <dgm:t>
        <a:bodyPr/>
        <a:lstStyle/>
        <a:p>
          <a:endParaRPr lang="en-US"/>
        </a:p>
      </dgm:t>
    </dgm:pt>
    <dgm:pt modelId="{1BA56A10-5826-4329-83DF-1871F522E505}" type="sibTrans" cxnId="{82CE422C-DFD3-4E01-87E6-46DA21EF75F0}">
      <dgm:prSet/>
      <dgm:spPr/>
      <dgm:t>
        <a:bodyPr/>
        <a:lstStyle/>
        <a:p>
          <a:endParaRPr lang="en-US"/>
        </a:p>
      </dgm:t>
    </dgm:pt>
    <dgm:pt modelId="{914FB57C-C615-46A0-A080-B403332B2408}">
      <dgm:prSet/>
      <dgm:spPr/>
      <dgm:t>
        <a:bodyPr/>
        <a:lstStyle/>
        <a:p>
          <a:pPr>
            <a:lnSpc>
              <a:spcPct val="100000"/>
            </a:lnSpc>
          </a:pPr>
          <a:r>
            <a:rPr lang="en-US" dirty="0"/>
            <a:t>Timeline</a:t>
          </a:r>
        </a:p>
      </dgm:t>
    </dgm:pt>
    <dgm:pt modelId="{03069356-BA71-4868-9CE5-D95BBAF4063E}" type="parTrans" cxnId="{05D6B341-9387-4E85-8431-00319FCFB3F8}">
      <dgm:prSet/>
      <dgm:spPr/>
      <dgm:t>
        <a:bodyPr/>
        <a:lstStyle/>
        <a:p>
          <a:endParaRPr lang="en-US"/>
        </a:p>
      </dgm:t>
    </dgm:pt>
    <dgm:pt modelId="{1C4159A8-E204-40E0-B4E6-737E51738B44}" type="sibTrans" cxnId="{05D6B341-9387-4E85-8431-00319FCFB3F8}">
      <dgm:prSet/>
      <dgm:spPr/>
      <dgm:t>
        <a:bodyPr/>
        <a:lstStyle/>
        <a:p>
          <a:endParaRPr lang="en-US"/>
        </a:p>
      </dgm:t>
    </dgm:pt>
    <dgm:pt modelId="{DCB9B0EC-223D-BB48-AF78-0B980E2EBC3E}">
      <dgm:prSet/>
      <dgm:spPr/>
      <dgm:t>
        <a:bodyPr/>
        <a:lstStyle/>
        <a:p>
          <a:pPr>
            <a:lnSpc>
              <a:spcPct val="100000"/>
            </a:lnSpc>
          </a:pPr>
          <a:r>
            <a:rPr lang="en-US" dirty="0"/>
            <a:t>Scope</a:t>
          </a:r>
        </a:p>
      </dgm:t>
    </dgm:pt>
    <dgm:pt modelId="{CF9B3E12-337F-1E41-8A55-A5C11B5E16B3}" type="parTrans" cxnId="{5138AFAB-84FA-384D-BB45-C4FC71C87493}">
      <dgm:prSet/>
      <dgm:spPr/>
      <dgm:t>
        <a:bodyPr/>
        <a:lstStyle/>
        <a:p>
          <a:endParaRPr lang="en-GB"/>
        </a:p>
      </dgm:t>
    </dgm:pt>
    <dgm:pt modelId="{16BCD59A-160B-F047-8CBB-5D4C69D143AA}" type="sibTrans" cxnId="{5138AFAB-84FA-384D-BB45-C4FC71C87493}">
      <dgm:prSet/>
      <dgm:spPr/>
      <dgm:t>
        <a:bodyPr/>
        <a:lstStyle/>
        <a:p>
          <a:endParaRPr lang="en-GB"/>
        </a:p>
      </dgm:t>
    </dgm:pt>
    <dgm:pt modelId="{E2B7E070-C29E-479D-BF80-A25EAAF2D25C}" type="pres">
      <dgm:prSet presAssocID="{A1ED1B17-DE91-4B94-AB51-CFB75D2F8C8E}" presName="root" presStyleCnt="0">
        <dgm:presLayoutVars>
          <dgm:dir/>
          <dgm:resizeHandles val="exact"/>
        </dgm:presLayoutVars>
      </dgm:prSet>
      <dgm:spPr/>
    </dgm:pt>
    <dgm:pt modelId="{6EBF72E8-6E99-45F4-AF98-FA638F967C8B}" type="pres">
      <dgm:prSet presAssocID="{8183B4CF-DE5A-4C2D-802C-C7EE091EE908}" presName="compNode" presStyleCnt="0"/>
      <dgm:spPr/>
    </dgm:pt>
    <dgm:pt modelId="{60C0DD99-35FF-432B-8623-BC737E94BB19}" type="pres">
      <dgm:prSet presAssocID="{8183B4CF-DE5A-4C2D-802C-C7EE091EE90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BD0A037D-7793-408C-B1FC-2A7188BC15F8}" type="pres">
      <dgm:prSet presAssocID="{8183B4CF-DE5A-4C2D-802C-C7EE091EE908}" presName="spaceRect" presStyleCnt="0"/>
      <dgm:spPr/>
    </dgm:pt>
    <dgm:pt modelId="{F7A3A747-2175-4F0F-BC68-C8A812D98087}" type="pres">
      <dgm:prSet presAssocID="{8183B4CF-DE5A-4C2D-802C-C7EE091EE908}" presName="textRect" presStyleLbl="revTx" presStyleIdx="0" presStyleCnt="3">
        <dgm:presLayoutVars>
          <dgm:chMax val="1"/>
          <dgm:chPref val="1"/>
        </dgm:presLayoutVars>
      </dgm:prSet>
      <dgm:spPr/>
    </dgm:pt>
    <dgm:pt modelId="{400DE954-3C38-45C6-BC70-33D9C031DE04}" type="pres">
      <dgm:prSet presAssocID="{1BA56A10-5826-4329-83DF-1871F522E505}" presName="sibTrans" presStyleCnt="0"/>
      <dgm:spPr/>
    </dgm:pt>
    <dgm:pt modelId="{5B5B60F7-D4BE-4789-A2DD-207BB81BAE06}" type="pres">
      <dgm:prSet presAssocID="{914FB57C-C615-46A0-A080-B403332B2408}" presName="compNode" presStyleCnt="0"/>
      <dgm:spPr/>
    </dgm:pt>
    <dgm:pt modelId="{E32953FE-13D0-42A4-8369-48EABA324BB7}" type="pres">
      <dgm:prSet presAssocID="{914FB57C-C615-46A0-A080-B403332B2408}"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22819C69-FE83-4683-A349-A9A5DBF68C8B}" type="pres">
      <dgm:prSet presAssocID="{914FB57C-C615-46A0-A080-B403332B2408}" presName="spaceRect" presStyleCnt="0"/>
      <dgm:spPr/>
    </dgm:pt>
    <dgm:pt modelId="{3718D3AA-D554-4B68-A704-46C3B2679AF5}" type="pres">
      <dgm:prSet presAssocID="{914FB57C-C615-46A0-A080-B403332B2408}" presName="textRect" presStyleLbl="revTx" presStyleIdx="1" presStyleCnt="3">
        <dgm:presLayoutVars>
          <dgm:chMax val="1"/>
          <dgm:chPref val="1"/>
        </dgm:presLayoutVars>
      </dgm:prSet>
      <dgm:spPr/>
    </dgm:pt>
    <dgm:pt modelId="{8982978B-C7A5-4547-9B17-99A721BE68AD}" type="pres">
      <dgm:prSet presAssocID="{1C4159A8-E204-40E0-B4E6-737E51738B44}" presName="sibTrans" presStyleCnt="0"/>
      <dgm:spPr/>
    </dgm:pt>
    <dgm:pt modelId="{09024AA4-69F0-A448-84A9-9B3E4B160D20}" type="pres">
      <dgm:prSet presAssocID="{DCB9B0EC-223D-BB48-AF78-0B980E2EBC3E}" presName="compNode" presStyleCnt="0"/>
      <dgm:spPr/>
    </dgm:pt>
    <dgm:pt modelId="{7402B0B7-793E-4843-AF28-0817558F71E7}" type="pres">
      <dgm:prSet presAssocID="{DCB9B0EC-223D-BB48-AF78-0B980E2EBC3E}"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lipboard Mixed with solid fill"/>
        </a:ext>
      </dgm:extLst>
    </dgm:pt>
    <dgm:pt modelId="{6BBDF3B5-F189-6D4D-A783-0C14EF8C9251}" type="pres">
      <dgm:prSet presAssocID="{DCB9B0EC-223D-BB48-AF78-0B980E2EBC3E}" presName="spaceRect" presStyleCnt="0"/>
      <dgm:spPr/>
    </dgm:pt>
    <dgm:pt modelId="{E945AD4F-CD1D-1C46-A4C2-C5DCAB798E60}" type="pres">
      <dgm:prSet presAssocID="{DCB9B0EC-223D-BB48-AF78-0B980E2EBC3E}" presName="textRect" presStyleLbl="revTx" presStyleIdx="2" presStyleCnt="3">
        <dgm:presLayoutVars>
          <dgm:chMax val="1"/>
          <dgm:chPref val="1"/>
        </dgm:presLayoutVars>
      </dgm:prSet>
      <dgm:spPr/>
    </dgm:pt>
  </dgm:ptLst>
  <dgm:cxnLst>
    <dgm:cxn modelId="{C510CE14-B502-4BFA-B6F6-6815E8B17AAE}" type="presOf" srcId="{8183B4CF-DE5A-4C2D-802C-C7EE091EE908}" destId="{F7A3A747-2175-4F0F-BC68-C8A812D98087}" srcOrd="0" destOrd="0" presId="urn:microsoft.com/office/officeart/2018/2/layout/IconLabelList"/>
    <dgm:cxn modelId="{82CE422C-DFD3-4E01-87E6-46DA21EF75F0}" srcId="{A1ED1B17-DE91-4B94-AB51-CFB75D2F8C8E}" destId="{8183B4CF-DE5A-4C2D-802C-C7EE091EE908}" srcOrd="0" destOrd="0" parTransId="{3F280CF9-16B9-46E1-A4CF-1DD8FEA140F1}" sibTransId="{1BA56A10-5826-4329-83DF-1871F522E505}"/>
    <dgm:cxn modelId="{F1AF6331-20A4-E640-9F7C-1DB31C7D8EFD}" type="presOf" srcId="{DCB9B0EC-223D-BB48-AF78-0B980E2EBC3E}" destId="{E945AD4F-CD1D-1C46-A4C2-C5DCAB798E60}" srcOrd="0" destOrd="0" presId="urn:microsoft.com/office/officeart/2018/2/layout/IconLabelList"/>
    <dgm:cxn modelId="{05D6B341-9387-4E85-8431-00319FCFB3F8}" srcId="{A1ED1B17-DE91-4B94-AB51-CFB75D2F8C8E}" destId="{914FB57C-C615-46A0-A080-B403332B2408}" srcOrd="1" destOrd="0" parTransId="{03069356-BA71-4868-9CE5-D95BBAF4063E}" sibTransId="{1C4159A8-E204-40E0-B4E6-737E51738B44}"/>
    <dgm:cxn modelId="{0138695B-F8CA-4D75-BB92-F9DF24CB227C}" type="presOf" srcId="{A1ED1B17-DE91-4B94-AB51-CFB75D2F8C8E}" destId="{E2B7E070-C29E-479D-BF80-A25EAAF2D25C}" srcOrd="0" destOrd="0" presId="urn:microsoft.com/office/officeart/2018/2/layout/IconLabelList"/>
    <dgm:cxn modelId="{5138AFAB-84FA-384D-BB45-C4FC71C87493}" srcId="{A1ED1B17-DE91-4B94-AB51-CFB75D2F8C8E}" destId="{DCB9B0EC-223D-BB48-AF78-0B980E2EBC3E}" srcOrd="2" destOrd="0" parTransId="{CF9B3E12-337F-1E41-8A55-A5C11B5E16B3}" sibTransId="{16BCD59A-160B-F047-8CBB-5D4C69D143AA}"/>
    <dgm:cxn modelId="{133780B0-686E-4202-BFBE-242CAD8573B2}" type="presOf" srcId="{914FB57C-C615-46A0-A080-B403332B2408}" destId="{3718D3AA-D554-4B68-A704-46C3B2679AF5}" srcOrd="0" destOrd="0" presId="urn:microsoft.com/office/officeart/2018/2/layout/IconLabelList"/>
    <dgm:cxn modelId="{723DA1F6-20B2-4441-8094-58BDF9817E52}" type="presParOf" srcId="{E2B7E070-C29E-479D-BF80-A25EAAF2D25C}" destId="{6EBF72E8-6E99-45F4-AF98-FA638F967C8B}" srcOrd="0" destOrd="0" presId="urn:microsoft.com/office/officeart/2018/2/layout/IconLabelList"/>
    <dgm:cxn modelId="{EF077DE7-56D7-475A-A8D2-A12BF2810948}" type="presParOf" srcId="{6EBF72E8-6E99-45F4-AF98-FA638F967C8B}" destId="{60C0DD99-35FF-432B-8623-BC737E94BB19}" srcOrd="0" destOrd="0" presId="urn:microsoft.com/office/officeart/2018/2/layout/IconLabelList"/>
    <dgm:cxn modelId="{4C2E5597-D72A-4E1B-B88C-2BCF175B1E36}" type="presParOf" srcId="{6EBF72E8-6E99-45F4-AF98-FA638F967C8B}" destId="{BD0A037D-7793-408C-B1FC-2A7188BC15F8}" srcOrd="1" destOrd="0" presId="urn:microsoft.com/office/officeart/2018/2/layout/IconLabelList"/>
    <dgm:cxn modelId="{5C7189F1-BE07-4F98-B823-F3649D72264D}" type="presParOf" srcId="{6EBF72E8-6E99-45F4-AF98-FA638F967C8B}" destId="{F7A3A747-2175-4F0F-BC68-C8A812D98087}" srcOrd="2" destOrd="0" presId="urn:microsoft.com/office/officeart/2018/2/layout/IconLabelList"/>
    <dgm:cxn modelId="{AEF52E56-F72D-4B1E-85FE-A13832B3A170}" type="presParOf" srcId="{E2B7E070-C29E-479D-BF80-A25EAAF2D25C}" destId="{400DE954-3C38-45C6-BC70-33D9C031DE04}" srcOrd="1" destOrd="0" presId="urn:microsoft.com/office/officeart/2018/2/layout/IconLabelList"/>
    <dgm:cxn modelId="{5ACB4395-E4D4-433C-A7B1-52A65C3B3396}" type="presParOf" srcId="{E2B7E070-C29E-479D-BF80-A25EAAF2D25C}" destId="{5B5B60F7-D4BE-4789-A2DD-207BB81BAE06}" srcOrd="2" destOrd="0" presId="urn:microsoft.com/office/officeart/2018/2/layout/IconLabelList"/>
    <dgm:cxn modelId="{251981D4-E85F-46AB-A086-F3E85EE268B8}" type="presParOf" srcId="{5B5B60F7-D4BE-4789-A2DD-207BB81BAE06}" destId="{E32953FE-13D0-42A4-8369-48EABA324BB7}" srcOrd="0" destOrd="0" presId="urn:microsoft.com/office/officeart/2018/2/layout/IconLabelList"/>
    <dgm:cxn modelId="{09AFE5E3-E5B0-49B8-9A6A-6B33959D5C4B}" type="presParOf" srcId="{5B5B60F7-D4BE-4789-A2DD-207BB81BAE06}" destId="{22819C69-FE83-4683-A349-A9A5DBF68C8B}" srcOrd="1" destOrd="0" presId="urn:microsoft.com/office/officeart/2018/2/layout/IconLabelList"/>
    <dgm:cxn modelId="{A0EA72E0-8808-4D52-80EB-E021E6FCC822}" type="presParOf" srcId="{5B5B60F7-D4BE-4789-A2DD-207BB81BAE06}" destId="{3718D3AA-D554-4B68-A704-46C3B2679AF5}" srcOrd="2" destOrd="0" presId="urn:microsoft.com/office/officeart/2018/2/layout/IconLabelList"/>
    <dgm:cxn modelId="{C82E1414-6050-D144-85A1-F4E417327F16}" type="presParOf" srcId="{E2B7E070-C29E-479D-BF80-A25EAAF2D25C}" destId="{8982978B-C7A5-4547-9B17-99A721BE68AD}" srcOrd="3" destOrd="0" presId="urn:microsoft.com/office/officeart/2018/2/layout/IconLabelList"/>
    <dgm:cxn modelId="{A218E9B9-C403-6144-ABF0-0FDC0D202A20}" type="presParOf" srcId="{E2B7E070-C29E-479D-BF80-A25EAAF2D25C}" destId="{09024AA4-69F0-A448-84A9-9B3E4B160D20}" srcOrd="4" destOrd="0" presId="urn:microsoft.com/office/officeart/2018/2/layout/IconLabelList"/>
    <dgm:cxn modelId="{C435D0F4-111E-CA4A-AB5D-D4C8ECEFCF42}" type="presParOf" srcId="{09024AA4-69F0-A448-84A9-9B3E4B160D20}" destId="{7402B0B7-793E-4843-AF28-0817558F71E7}" srcOrd="0" destOrd="0" presId="urn:microsoft.com/office/officeart/2018/2/layout/IconLabelList"/>
    <dgm:cxn modelId="{B0839FD4-7E2C-184B-B683-F1AD3875D16B}" type="presParOf" srcId="{09024AA4-69F0-A448-84A9-9B3E4B160D20}" destId="{6BBDF3B5-F189-6D4D-A783-0C14EF8C9251}" srcOrd="1" destOrd="0" presId="urn:microsoft.com/office/officeart/2018/2/layout/IconLabelList"/>
    <dgm:cxn modelId="{E9371FA3-C3A6-9046-BE1A-C81AC140F97D}" type="presParOf" srcId="{09024AA4-69F0-A448-84A9-9B3E4B160D20}" destId="{E945AD4F-CD1D-1C46-A4C2-C5DCAB798E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867B2-E0FA-4EAC-B0D5-740C592EC624}">
      <dsp:nvSpPr>
        <dsp:cNvPr id="0" name=""/>
        <dsp:cNvSpPr/>
      </dsp:nvSpPr>
      <dsp:spPr>
        <a:xfrm>
          <a:off x="4388400" y="260481"/>
          <a:ext cx="2196000" cy="2196000"/>
        </a:xfrm>
        <a:prstGeom prst="ellipse">
          <a:avLst/>
        </a:prstGeom>
        <a:noFill/>
        <a:ln w="38100">
          <a:solidFill>
            <a:schemeClr val="accent1"/>
          </a:solidFill>
        </a:ln>
        <a:effectLst/>
      </dsp:spPr>
      <dsp:style>
        <a:lnRef idx="0">
          <a:scrgbClr r="0" g="0" b="0"/>
        </a:lnRef>
        <a:fillRef idx="1">
          <a:scrgbClr r="0" g="0" b="0"/>
        </a:fillRef>
        <a:effectRef idx="0">
          <a:scrgbClr r="0" g="0" b="0"/>
        </a:effectRef>
        <a:fontRef idx="minor"/>
      </dsp:style>
    </dsp:sp>
    <dsp:sp modelId="{CD909522-34EC-4419-B4E6-1B020D9F2F01}">
      <dsp:nvSpPr>
        <dsp:cNvPr id="0" name=""/>
        <dsp:cNvSpPr/>
      </dsp:nvSpPr>
      <dsp:spPr>
        <a:xfrm>
          <a:off x="4856400" y="728481"/>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B0FC8B-1085-4D66-9DC5-724F1E5CDCA0}">
      <dsp:nvSpPr>
        <dsp:cNvPr id="0" name=""/>
        <dsp:cNvSpPr/>
      </dsp:nvSpPr>
      <dsp:spPr>
        <a:xfrm>
          <a:off x="3686400" y="3140481"/>
          <a:ext cx="36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cap="all"/>
          </a:pPr>
          <a:r>
            <a:rPr lang="en-US" sz="3600" b="0" kern="1200" cap="none" baseline="0" dirty="0"/>
            <a:t>Charts On A Dashboard</a:t>
          </a:r>
          <a:endParaRPr lang="en-US" sz="3600" b="0" kern="1200" cap="none" dirty="0"/>
        </a:p>
      </dsp:txBody>
      <dsp:txXfrm>
        <a:off x="3686400" y="3140481"/>
        <a:ext cx="3600000" cy="112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867B2-E0FA-4EAC-B0D5-740C592EC624}">
      <dsp:nvSpPr>
        <dsp:cNvPr id="0" name=""/>
        <dsp:cNvSpPr/>
      </dsp:nvSpPr>
      <dsp:spPr>
        <a:xfrm>
          <a:off x="2273400" y="316731"/>
          <a:ext cx="2196000" cy="2196000"/>
        </a:xfrm>
        <a:prstGeom prst="ellipse">
          <a:avLst/>
        </a:prstGeom>
        <a:noFill/>
        <a:ln w="38100">
          <a:solidFill>
            <a:schemeClr val="accent1"/>
          </a:solidFill>
        </a:ln>
        <a:effectLst/>
      </dsp:spPr>
      <dsp:style>
        <a:lnRef idx="0">
          <a:scrgbClr r="0" g="0" b="0"/>
        </a:lnRef>
        <a:fillRef idx="1">
          <a:scrgbClr r="0" g="0" b="0"/>
        </a:fillRef>
        <a:effectRef idx="0">
          <a:scrgbClr r="0" g="0" b="0"/>
        </a:effectRef>
        <a:fontRef idx="minor"/>
      </dsp:style>
    </dsp:sp>
    <dsp:sp modelId="{CD909522-34EC-4419-B4E6-1B020D9F2F01}">
      <dsp:nvSpPr>
        <dsp:cNvPr id="0" name=""/>
        <dsp:cNvSpPr/>
      </dsp:nvSpPr>
      <dsp:spPr>
        <a:xfrm>
          <a:off x="2741400" y="784731"/>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B0FC8B-1085-4D66-9DC5-724F1E5CDCA0}">
      <dsp:nvSpPr>
        <dsp:cNvPr id="0" name=""/>
        <dsp:cNvSpPr/>
      </dsp:nvSpPr>
      <dsp:spPr>
        <a:xfrm>
          <a:off x="1571400" y="3196731"/>
          <a:ext cx="360000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cap="all"/>
          </a:pPr>
          <a:r>
            <a:rPr lang="en-US" sz="3600" b="0" kern="1200" cap="none" baseline="0" dirty="0"/>
            <a:t>Charts On A Dashboard</a:t>
          </a:r>
          <a:endParaRPr lang="en-US" sz="3600" b="0" kern="1200" cap="none" dirty="0"/>
        </a:p>
      </dsp:txBody>
      <dsp:txXfrm>
        <a:off x="1571400" y="3196731"/>
        <a:ext cx="3600000" cy="1012500"/>
      </dsp:txXfrm>
    </dsp:sp>
    <dsp:sp modelId="{B20DB856-4AD7-4CB0-8DFB-4BB00DE84EAE}">
      <dsp:nvSpPr>
        <dsp:cNvPr id="0" name=""/>
        <dsp:cNvSpPr/>
      </dsp:nvSpPr>
      <dsp:spPr>
        <a:xfrm>
          <a:off x="6503400" y="316731"/>
          <a:ext cx="2196000" cy="2196000"/>
        </a:xfrm>
        <a:prstGeom prst="ellipse">
          <a:avLst/>
        </a:prstGeom>
        <a:noFill/>
        <a:ln w="38100">
          <a:solidFill>
            <a:schemeClr val="accent1"/>
          </a:solidFill>
        </a:ln>
        <a:effectLst/>
      </dsp:spPr>
      <dsp:style>
        <a:lnRef idx="0">
          <a:scrgbClr r="0" g="0" b="0"/>
        </a:lnRef>
        <a:fillRef idx="1">
          <a:scrgbClr r="0" g="0" b="0"/>
        </a:fillRef>
        <a:effectRef idx="0">
          <a:scrgbClr r="0" g="0" b="0"/>
        </a:effectRef>
        <a:fontRef idx="minor"/>
      </dsp:style>
    </dsp:sp>
    <dsp:sp modelId="{A86E5E1E-1E1B-4270-B9C1-70F0F53B76B6}">
      <dsp:nvSpPr>
        <dsp:cNvPr id="0" name=""/>
        <dsp:cNvSpPr/>
      </dsp:nvSpPr>
      <dsp:spPr>
        <a:xfrm>
          <a:off x="6971400" y="784731"/>
          <a:ext cx="1260000" cy="1260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2AEB23-8F59-4406-AE36-012EBEE9D122}">
      <dsp:nvSpPr>
        <dsp:cNvPr id="0" name=""/>
        <dsp:cNvSpPr/>
      </dsp:nvSpPr>
      <dsp:spPr>
        <a:xfrm>
          <a:off x="5801400" y="3196731"/>
          <a:ext cx="360000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cap="all"/>
          </a:pPr>
          <a:r>
            <a:rPr lang="en-US" sz="3600" b="0" kern="1200" cap="none" baseline="0" dirty="0"/>
            <a:t>Admin Decision Support</a:t>
          </a:r>
          <a:endParaRPr lang="en-US" sz="3600" b="0" kern="1200" cap="none" dirty="0"/>
        </a:p>
      </dsp:txBody>
      <dsp:txXfrm>
        <a:off x="5801400" y="3196731"/>
        <a:ext cx="3600000" cy="1012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0FD29-9A64-4BA3-AF67-D13DA9B708B9}">
      <dsp:nvSpPr>
        <dsp:cNvPr id="0" name=""/>
        <dsp:cNvSpPr/>
      </dsp:nvSpPr>
      <dsp:spPr>
        <a:xfrm>
          <a:off x="1976400" y="695887"/>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798276-54D1-4E19-AEE1-69D407A2BA79}">
      <dsp:nvSpPr>
        <dsp:cNvPr id="0" name=""/>
        <dsp:cNvSpPr/>
      </dsp:nvSpPr>
      <dsp:spPr>
        <a:xfrm>
          <a:off x="788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pPr>
          <a:r>
            <a:rPr lang="en-US" sz="3800" kern="1200" dirty="0"/>
            <a:t>Comfort zone</a:t>
          </a:r>
        </a:p>
      </dsp:txBody>
      <dsp:txXfrm>
        <a:off x="788400" y="3110075"/>
        <a:ext cx="4320000" cy="720000"/>
      </dsp:txXfrm>
    </dsp:sp>
    <dsp:sp modelId="{93714C2A-E1D3-4537-9AD9-659A81E6A050}">
      <dsp:nvSpPr>
        <dsp:cNvPr id="0" name=""/>
        <dsp:cNvSpPr/>
      </dsp:nvSpPr>
      <dsp:spPr>
        <a:xfrm>
          <a:off x="7052400" y="695887"/>
          <a:ext cx="1944000" cy="1944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29281E-C855-4CD6-A233-53BB70B44D54}">
      <dsp:nvSpPr>
        <dsp:cNvPr id="0" name=""/>
        <dsp:cNvSpPr/>
      </dsp:nvSpPr>
      <dsp:spPr>
        <a:xfrm>
          <a:off x="5864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pPr>
          <a:r>
            <a:rPr lang="en-US" sz="3800" kern="1200" dirty="0"/>
            <a:t>Engineering Efficiency</a:t>
          </a:r>
        </a:p>
      </dsp:txBody>
      <dsp:txXfrm>
        <a:off x="5864400" y="3110075"/>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183F7-A317-F148-8144-059DB6EFC376}">
      <dsp:nvSpPr>
        <dsp:cNvPr id="0" name=""/>
        <dsp:cNvSpPr/>
      </dsp:nvSpPr>
      <dsp:spPr>
        <a:xfrm>
          <a:off x="2725420" y="55774"/>
          <a:ext cx="2677159" cy="2677159"/>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r>
            <a:rPr lang="en-GB" sz="2700" kern="1200" dirty="0"/>
            <a:t>User</a:t>
          </a:r>
        </a:p>
      </dsp:txBody>
      <dsp:txXfrm>
        <a:off x="3082374" y="524277"/>
        <a:ext cx="1963250" cy="1204721"/>
      </dsp:txXfrm>
    </dsp:sp>
    <dsp:sp modelId="{0EE97A18-F806-DF40-8D4A-4D66F10280F4}">
      <dsp:nvSpPr>
        <dsp:cNvPr id="0" name=""/>
        <dsp:cNvSpPr/>
      </dsp:nvSpPr>
      <dsp:spPr>
        <a:xfrm>
          <a:off x="3691428" y="1728999"/>
          <a:ext cx="2677159" cy="2677159"/>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r>
            <a:rPr lang="en-GB" sz="2700" kern="1200" dirty="0"/>
            <a:t>Business</a:t>
          </a:r>
        </a:p>
      </dsp:txBody>
      <dsp:txXfrm>
        <a:off x="4510193" y="2420598"/>
        <a:ext cx="1606295" cy="1472437"/>
      </dsp:txXfrm>
    </dsp:sp>
    <dsp:sp modelId="{57E8B6F7-965A-7543-BD04-3286CAA027A3}">
      <dsp:nvSpPr>
        <dsp:cNvPr id="0" name=""/>
        <dsp:cNvSpPr/>
      </dsp:nvSpPr>
      <dsp:spPr>
        <a:xfrm>
          <a:off x="1759411" y="1728999"/>
          <a:ext cx="2677159" cy="2677159"/>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r>
            <a:rPr lang="en-GB" sz="2700" kern="1200" dirty="0"/>
            <a:t>Technology</a:t>
          </a:r>
        </a:p>
      </dsp:txBody>
      <dsp:txXfrm>
        <a:off x="2011510" y="2420598"/>
        <a:ext cx="1606295" cy="14724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6F4A5F-3FCD-4088-ACE0-28D7D4BF4C4E}">
      <dsp:nvSpPr>
        <dsp:cNvPr id="0" name=""/>
        <dsp:cNvSpPr/>
      </dsp:nvSpPr>
      <dsp:spPr>
        <a:xfrm>
          <a:off x="0" y="552"/>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DC087D-23D5-4C7A-991B-C8D0019631F3}">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A35EFA-C565-484F-B879-08395577B313}">
      <dsp:nvSpPr>
        <dsp:cNvPr id="0" name=""/>
        <dsp:cNvSpPr/>
      </dsp:nvSpPr>
      <dsp:spPr>
        <a:xfrm>
          <a:off x="1493203" y="552"/>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t>Technical focus  -&gt; User and Business</a:t>
          </a:r>
        </a:p>
      </dsp:txBody>
      <dsp:txXfrm>
        <a:off x="1493203" y="552"/>
        <a:ext cx="3967796" cy="1292816"/>
      </dsp:txXfrm>
    </dsp:sp>
    <dsp:sp modelId="{95479A3D-C518-4903-A6C6-2B8585F62F65}">
      <dsp:nvSpPr>
        <dsp:cNvPr id="0" name=""/>
        <dsp:cNvSpPr/>
      </dsp:nvSpPr>
      <dsp:spPr>
        <a:xfrm>
          <a:off x="0" y="1616573"/>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62A95E-A547-462A-BB2E-81919E17672C}">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31B482-960E-4B2F-85DC-717887836D34}">
      <dsp:nvSpPr>
        <dsp:cNvPr id="0" name=""/>
        <dsp:cNvSpPr/>
      </dsp:nvSpPr>
      <dsp:spPr>
        <a:xfrm>
          <a:off x="1493203" y="1616573"/>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dirty="0"/>
            <a:t>Stakeholder engagement</a:t>
          </a:r>
        </a:p>
      </dsp:txBody>
      <dsp:txXfrm>
        <a:off x="1493203" y="1616573"/>
        <a:ext cx="3967796" cy="1292816"/>
      </dsp:txXfrm>
    </dsp:sp>
    <dsp:sp modelId="{837DEB71-5173-450F-8D82-2B88F79027F8}">
      <dsp:nvSpPr>
        <dsp:cNvPr id="0" name=""/>
        <dsp:cNvSpPr/>
      </dsp:nvSpPr>
      <dsp:spPr>
        <a:xfrm>
          <a:off x="0" y="3232593"/>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6BC30-A927-4B45-BD38-30230606598D}">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F3EA93-C3A2-4230-9071-ACE667E4DC73}">
      <dsp:nvSpPr>
        <dsp:cNvPr id="0" name=""/>
        <dsp:cNvSpPr/>
      </dsp:nvSpPr>
      <dsp:spPr>
        <a:xfrm>
          <a:off x="1493203" y="3232593"/>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dirty="0"/>
            <a:t>Communication</a:t>
          </a:r>
        </a:p>
      </dsp:txBody>
      <dsp:txXfrm>
        <a:off x="1493203" y="3232593"/>
        <a:ext cx="3967796" cy="12928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03ACF-4205-44B6-B25C-3B6BB2E88844}">
      <dsp:nvSpPr>
        <dsp:cNvPr id="0" name=""/>
        <dsp:cNvSpPr/>
      </dsp:nvSpPr>
      <dsp:spPr>
        <a:xfrm>
          <a:off x="0" y="552"/>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7DECAD-45B2-4EDE-8220-270AFC232000}">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CE775D-30AC-4696-A1C2-24BAEB8F5F24}">
      <dsp:nvSpPr>
        <dsp:cNvPr id="0" name=""/>
        <dsp:cNvSpPr/>
      </dsp:nvSpPr>
      <dsp:spPr>
        <a:xfrm>
          <a:off x="1493203" y="552"/>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dirty="0"/>
            <a:t>Decision making under uncertainty</a:t>
          </a:r>
        </a:p>
      </dsp:txBody>
      <dsp:txXfrm>
        <a:off x="1493203" y="552"/>
        <a:ext cx="3967796" cy="1292816"/>
      </dsp:txXfrm>
    </dsp:sp>
    <dsp:sp modelId="{CD96AD80-FB6D-4466-869B-E2EE15110203}">
      <dsp:nvSpPr>
        <dsp:cNvPr id="0" name=""/>
        <dsp:cNvSpPr/>
      </dsp:nvSpPr>
      <dsp:spPr>
        <a:xfrm>
          <a:off x="0" y="1616573"/>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C80D5E-E94D-426B-9E83-A9C6A20742BF}">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03865F-AEB3-407B-B832-88B820123841}">
      <dsp:nvSpPr>
        <dsp:cNvPr id="0" name=""/>
        <dsp:cNvSpPr/>
      </dsp:nvSpPr>
      <dsp:spPr>
        <a:xfrm>
          <a:off x="1493203" y="1616573"/>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dirty="0"/>
            <a:t>Priority management &amp; context switching</a:t>
          </a:r>
        </a:p>
      </dsp:txBody>
      <dsp:txXfrm>
        <a:off x="1493203" y="1616573"/>
        <a:ext cx="3967796" cy="1292816"/>
      </dsp:txXfrm>
    </dsp:sp>
    <dsp:sp modelId="{C88D3DF8-8D9C-4207-9019-968DD0F99C2C}">
      <dsp:nvSpPr>
        <dsp:cNvPr id="0" name=""/>
        <dsp:cNvSpPr/>
      </dsp:nvSpPr>
      <dsp:spPr>
        <a:xfrm>
          <a:off x="0" y="3232593"/>
          <a:ext cx="54610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8221FA-39DF-46E2-99AB-BF2C56F99FD5}">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D1F4EF-41A3-4EF2-9EAF-F62A7FDEC97A}">
      <dsp:nvSpPr>
        <dsp:cNvPr id="0" name=""/>
        <dsp:cNvSpPr/>
      </dsp:nvSpPr>
      <dsp:spPr>
        <a:xfrm>
          <a:off x="1493203" y="3232593"/>
          <a:ext cx="39677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t>Accountability</a:t>
          </a:r>
        </a:p>
      </dsp:txBody>
      <dsp:txXfrm>
        <a:off x="1493203" y="3232593"/>
        <a:ext cx="3967796" cy="12928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0DD99-35FF-432B-8623-BC737E94BB19}">
      <dsp:nvSpPr>
        <dsp:cNvPr id="0" name=""/>
        <dsp:cNvSpPr/>
      </dsp:nvSpPr>
      <dsp:spPr>
        <a:xfrm>
          <a:off x="959850" y="983500"/>
          <a:ext cx="1454962" cy="1454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A3A747-2175-4F0F-BC68-C8A812D98087}">
      <dsp:nvSpPr>
        <dsp:cNvPr id="0" name=""/>
        <dsp:cNvSpPr/>
      </dsp:nvSpPr>
      <dsp:spPr>
        <a:xfrm>
          <a:off x="70706"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a:t>Budget</a:t>
          </a:r>
        </a:p>
      </dsp:txBody>
      <dsp:txXfrm>
        <a:off x="70706" y="2822462"/>
        <a:ext cx="3233249" cy="720000"/>
      </dsp:txXfrm>
    </dsp:sp>
    <dsp:sp modelId="{E32953FE-13D0-42A4-8369-48EABA324BB7}">
      <dsp:nvSpPr>
        <dsp:cNvPr id="0" name=""/>
        <dsp:cNvSpPr/>
      </dsp:nvSpPr>
      <dsp:spPr>
        <a:xfrm>
          <a:off x="4758918" y="983500"/>
          <a:ext cx="1454962" cy="14549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18D3AA-D554-4B68-A704-46C3B2679AF5}">
      <dsp:nvSpPr>
        <dsp:cNvPr id="0" name=""/>
        <dsp:cNvSpPr/>
      </dsp:nvSpPr>
      <dsp:spPr>
        <a:xfrm>
          <a:off x="3869775"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Timeline</a:t>
          </a:r>
        </a:p>
      </dsp:txBody>
      <dsp:txXfrm>
        <a:off x="3869775" y="2822462"/>
        <a:ext cx="3233249" cy="720000"/>
      </dsp:txXfrm>
    </dsp:sp>
    <dsp:sp modelId="{7402B0B7-793E-4843-AF28-0817558F71E7}">
      <dsp:nvSpPr>
        <dsp:cNvPr id="0" name=""/>
        <dsp:cNvSpPr/>
      </dsp:nvSpPr>
      <dsp:spPr>
        <a:xfrm>
          <a:off x="8557987" y="983500"/>
          <a:ext cx="1454962" cy="14549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5AD4F-CD1D-1C46-A4C2-C5DCAB798E60}">
      <dsp:nvSpPr>
        <dsp:cNvPr id="0" name=""/>
        <dsp:cNvSpPr/>
      </dsp:nvSpPr>
      <dsp:spPr>
        <a:xfrm>
          <a:off x="7668843"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Scope</a:t>
          </a:r>
        </a:p>
      </dsp:txBody>
      <dsp:txXfrm>
        <a:off x="7668843" y="2822462"/>
        <a:ext cx="323324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16888-5FFD-474F-AD57-4AC70FF07A82}" type="datetimeFigureOut">
              <a:rPr lang="en-US" smtClean="0"/>
              <a:t>8/23/25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07901-BB8B-7E4D-8FB9-39CBADF67B3C}" type="slidenum">
              <a:rPr lang="en-US" smtClean="0"/>
              <a:t>‹#›</a:t>
            </a:fld>
            <a:endParaRPr lang="en-US"/>
          </a:p>
        </p:txBody>
      </p:sp>
    </p:spTree>
    <p:extLst>
      <p:ext uri="{BB962C8B-B14F-4D97-AF65-F5344CB8AC3E}">
        <p14:creationId xmlns:p14="http://schemas.microsoft.com/office/powerpoint/2010/main" val="213416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Additional Cue Lines (Recognition / Visibility driver)</a:t>
            </a:r>
          </a:p>
          <a:p>
            <a:r>
              <a:rPr lang="en-US" sz="1200" b="0" i="0" u="none" strike="noStrike" kern="1200" dirty="0">
                <a:solidFill>
                  <a:schemeClr val="tx1"/>
                </a:solidFill>
                <a:effectLst/>
                <a:latin typeface="+mn-lt"/>
                <a:ea typeface="+mn-ea"/>
                <a:cs typeface="+mn-cs"/>
              </a:rPr>
              <a:t>“I’ve already spoken about this timeline in the last leadership review — how do I explain this change now?”</a:t>
            </a:r>
          </a:p>
          <a:p>
            <a:r>
              <a:rPr lang="en-US" sz="1200" b="0" i="0" u="none" strike="noStrike" kern="1200" dirty="0">
                <a:solidFill>
                  <a:schemeClr val="tx1"/>
                </a:solidFill>
                <a:effectLst/>
                <a:latin typeface="+mn-lt"/>
                <a:ea typeface="+mn-ea"/>
                <a:cs typeface="+mn-cs"/>
              </a:rPr>
              <a:t>“This delay might make it look like I can’t manage my team properly.”</a:t>
            </a:r>
          </a:p>
          <a:p>
            <a:r>
              <a:rPr lang="en-US" sz="1200" b="0" i="0" u="none" strike="noStrike" kern="1200" dirty="0">
                <a:solidFill>
                  <a:schemeClr val="tx1"/>
                </a:solidFill>
                <a:effectLst/>
                <a:latin typeface="+mn-lt"/>
                <a:ea typeface="+mn-ea"/>
                <a:cs typeface="+mn-cs"/>
              </a:rPr>
              <a:t>“Other departments will point fingers at us if we’re the bottleneck.”</a:t>
            </a:r>
          </a:p>
          <a:p>
            <a:r>
              <a:rPr lang="en-US" sz="1200" b="0" i="0" u="none" strike="noStrike" kern="1200" dirty="0">
                <a:solidFill>
                  <a:schemeClr val="tx1"/>
                </a:solidFill>
                <a:effectLst/>
                <a:latin typeface="+mn-lt"/>
                <a:ea typeface="+mn-ea"/>
                <a:cs typeface="+mn-cs"/>
              </a:rPr>
              <a:t>“This pushes my quarterly goals off track — do you realize what that means for my performance review?”</a:t>
            </a:r>
          </a:p>
          <a:p>
            <a:r>
              <a:rPr lang="en-US" sz="1200" b="0" i="0" u="none" strike="noStrike" kern="1200" dirty="0">
                <a:solidFill>
                  <a:schemeClr val="tx1"/>
                </a:solidFill>
                <a:effectLst/>
                <a:latin typeface="+mn-lt"/>
                <a:ea typeface="+mn-ea"/>
                <a:cs typeface="+mn-cs"/>
              </a:rPr>
              <a:t>“If we miss this launch window, our competitors will look like they’re ahead of us.”</a:t>
            </a:r>
          </a:p>
          <a:p>
            <a:r>
              <a:rPr lang="en-US" sz="1200" b="0" i="0" u="none" strike="noStrike" kern="1200" dirty="0">
                <a:solidFill>
                  <a:schemeClr val="tx1"/>
                </a:solidFill>
                <a:effectLst/>
                <a:latin typeface="+mn-lt"/>
                <a:ea typeface="+mn-ea"/>
                <a:cs typeface="+mn-cs"/>
              </a:rPr>
              <a:t>“The leadership team hates surprises — and now I’ll be the one carrying this news.”</a:t>
            </a:r>
          </a:p>
          <a:p>
            <a:r>
              <a:rPr lang="en-US" sz="1200" b="0" i="0" u="none" strike="noStrike" kern="1200" dirty="0">
                <a:solidFill>
                  <a:schemeClr val="tx1"/>
                </a:solidFill>
                <a:effectLst/>
                <a:latin typeface="+mn-lt"/>
                <a:ea typeface="+mn-ea"/>
                <a:cs typeface="+mn-cs"/>
              </a:rPr>
              <a:t>“It’s not just about the feature, it’s about the confidence people have in our team.”</a:t>
            </a:r>
          </a:p>
          <a:p>
            <a:r>
              <a:rPr lang="en-US" sz="1200" b="0" i="0" u="none" strike="noStrike" kern="1200" dirty="0">
                <a:solidFill>
                  <a:schemeClr val="tx1"/>
                </a:solidFill>
                <a:effectLst/>
                <a:latin typeface="+mn-lt"/>
                <a:ea typeface="+mn-ea"/>
                <a:cs typeface="+mn-cs"/>
              </a:rPr>
              <a:t>“When the CEO asks me about this next week, what do you expect me to say?”</a:t>
            </a:r>
          </a:p>
          <a:p>
            <a:br>
              <a:rPr lang="en-US" dirty="0"/>
            </a:br>
            <a:endParaRPr lang="en-US" dirty="0"/>
          </a:p>
          <a:p>
            <a:r>
              <a:rPr lang="en-US" sz="1200" b="1" i="0" u="none" strike="noStrike" kern="1200" dirty="0">
                <a:solidFill>
                  <a:schemeClr val="tx1"/>
                </a:solidFill>
                <a:effectLst/>
                <a:latin typeface="+mn-lt"/>
                <a:ea typeface="+mn-ea"/>
                <a:cs typeface="+mn-cs"/>
              </a:rPr>
              <a:t>Behavioral Cues (beyond words)</a:t>
            </a:r>
          </a:p>
          <a:p>
            <a:r>
              <a:rPr lang="en-US" sz="1200" b="0" i="0" u="none" strike="noStrike" kern="1200" dirty="0">
                <a:solidFill>
                  <a:schemeClr val="tx1"/>
                </a:solidFill>
                <a:effectLst/>
                <a:latin typeface="+mn-lt"/>
                <a:ea typeface="+mn-ea"/>
                <a:cs typeface="+mn-cs"/>
              </a:rPr>
              <a:t>Keeps circling back to </a:t>
            </a:r>
            <a:r>
              <a:rPr lang="en-US" sz="1200" b="0" i="1" u="none" strike="noStrike" kern="1200" dirty="0">
                <a:solidFill>
                  <a:schemeClr val="tx1"/>
                </a:solidFill>
                <a:effectLst/>
                <a:latin typeface="+mn-lt"/>
                <a:ea typeface="+mn-ea"/>
                <a:cs typeface="+mn-cs"/>
              </a:rPr>
              <a:t>who will know</a:t>
            </a:r>
            <a:r>
              <a:rPr lang="en-US" sz="1200" b="0" i="0" u="none" strike="noStrike" kern="1200" dirty="0">
                <a:solidFill>
                  <a:schemeClr val="tx1"/>
                </a:solidFill>
                <a:effectLst/>
                <a:latin typeface="+mn-lt"/>
                <a:ea typeface="+mn-ea"/>
                <a:cs typeface="+mn-cs"/>
              </a:rPr>
              <a:t> and </a:t>
            </a:r>
            <a:r>
              <a:rPr lang="en-US" sz="1200" b="0" i="1" u="none" strike="noStrike" kern="1200" dirty="0">
                <a:solidFill>
                  <a:schemeClr val="tx1"/>
                </a:solidFill>
                <a:effectLst/>
                <a:latin typeface="+mn-lt"/>
                <a:ea typeface="+mn-ea"/>
                <a:cs typeface="+mn-cs"/>
              </a:rPr>
              <a:t>how it will be perceived</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Reacts more strongly to “what others will think” than to the technical issue itself.</a:t>
            </a:r>
          </a:p>
          <a:p>
            <a:r>
              <a:rPr lang="en-US" sz="1200" b="0" i="0" u="none" strike="noStrike" kern="1200" dirty="0">
                <a:solidFill>
                  <a:schemeClr val="tx1"/>
                </a:solidFill>
                <a:effectLst/>
                <a:latin typeface="+mn-lt"/>
                <a:ea typeface="+mn-ea"/>
                <a:cs typeface="+mn-cs"/>
              </a:rPr>
              <a:t>Uses “I” and “we” interchangeably, but often focuses on </a:t>
            </a:r>
            <a:r>
              <a:rPr lang="en-US" sz="1200" b="0" i="1" u="none" strike="noStrike" kern="1200" dirty="0">
                <a:solidFill>
                  <a:schemeClr val="tx1"/>
                </a:solidFill>
                <a:effectLst/>
                <a:latin typeface="+mn-lt"/>
                <a:ea typeface="+mn-ea"/>
                <a:cs typeface="+mn-cs"/>
              </a:rPr>
              <a:t>their personal accountability</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Gets visibly anxious when asked about communicating upwards.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6</a:t>
            </a:fld>
            <a:endParaRPr lang="en-US"/>
          </a:p>
        </p:txBody>
      </p:sp>
    </p:spTree>
    <p:extLst>
      <p:ext uri="{BB962C8B-B14F-4D97-AF65-F5344CB8AC3E}">
        <p14:creationId xmlns:p14="http://schemas.microsoft.com/office/powerpoint/2010/main" val="3972085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US" sz="1200" dirty="0"/>
              <a:t>Knowledge in your area</a:t>
            </a:r>
          </a:p>
          <a:p>
            <a:pPr>
              <a:buFontTx/>
              <a:buChar char="-"/>
            </a:pPr>
            <a:r>
              <a:rPr lang="en-US" sz="1200" dirty="0"/>
              <a:t>Listen to others and acknowledge their thoughts</a:t>
            </a:r>
          </a:p>
          <a:p>
            <a:pPr>
              <a:buFontTx/>
              <a:buChar char="-"/>
            </a:pPr>
            <a:r>
              <a:rPr lang="en-US" sz="1200" dirty="0"/>
              <a:t>Communicating your thoughts and opinions clearly (without jargon)</a:t>
            </a:r>
          </a:p>
          <a:p>
            <a:pPr>
              <a:buFontTx/>
              <a:buChar char="-"/>
            </a:pPr>
            <a:r>
              <a:rPr lang="en-US" sz="1200" dirty="0"/>
              <a:t>Contribute with our expertise to help address their concerns</a:t>
            </a:r>
          </a:p>
          <a:p>
            <a:pPr>
              <a:buFontTx/>
              <a:buChar char="-"/>
            </a:pPr>
            <a:r>
              <a:rPr lang="en-US" sz="1200" dirty="0"/>
              <a:t>Acknowledging their contributions</a:t>
            </a:r>
          </a:p>
          <a:p>
            <a:pPr>
              <a:buFontTx/>
              <a:buChar char="-"/>
            </a:pPr>
            <a:r>
              <a:rPr lang="en-US" sz="1200" b="1" u="sng" dirty="0"/>
              <a:t>Maintaining transparency</a:t>
            </a:r>
            <a:r>
              <a:rPr lang="en-US" sz="1200" dirty="0"/>
              <a:t> – don’t hide information/ don’t jeopardize at the last minute/ give feedback in timely manner/ sharing roadblocks &amp; risks/ sharing progress updates in a timely manner</a:t>
            </a:r>
          </a:p>
          <a:p>
            <a:pPr>
              <a:buFontTx/>
              <a:buChar char="-"/>
            </a:pPr>
            <a:r>
              <a:rPr lang="en-US" sz="1200" dirty="0"/>
              <a:t>Do good quality work</a:t>
            </a:r>
          </a:p>
          <a:p>
            <a:pPr>
              <a:buFontTx/>
              <a:buChar char="-"/>
            </a:pPr>
            <a:r>
              <a:rPr lang="en-US" sz="1200" dirty="0"/>
              <a:t>Keep your commitments</a:t>
            </a:r>
          </a:p>
          <a:p>
            <a:pPr>
              <a:buFontTx/>
              <a:buChar char="-"/>
            </a:pPr>
            <a:r>
              <a:rPr lang="en-US" sz="1200" dirty="0"/>
              <a:t>Being solution-oriented, and not problem-oriented. - instead of saying something cant be done, try to offer alternative/solutions while communicating blockers</a:t>
            </a:r>
          </a:p>
        </p:txBody>
      </p:sp>
      <p:sp>
        <p:nvSpPr>
          <p:cNvPr id="4" name="Slide Number Placeholder 3"/>
          <p:cNvSpPr>
            <a:spLocks noGrp="1"/>
          </p:cNvSpPr>
          <p:nvPr>
            <p:ph type="sldNum" sz="quarter" idx="5"/>
          </p:nvPr>
        </p:nvSpPr>
        <p:spPr/>
        <p:txBody>
          <a:bodyPr/>
          <a:lstStyle/>
          <a:p>
            <a:fld id="{20807901-BB8B-7E4D-8FB9-39CBADF67B3C}" type="slidenum">
              <a:rPr lang="en-US" smtClean="0"/>
              <a:t>10</a:t>
            </a:fld>
            <a:endParaRPr lang="en-US"/>
          </a:p>
        </p:txBody>
      </p:sp>
    </p:spTree>
    <p:extLst>
      <p:ext uri="{BB962C8B-B14F-4D97-AF65-F5344CB8AC3E}">
        <p14:creationId xmlns:p14="http://schemas.microsoft.com/office/powerpoint/2010/main" val="119886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24</a:t>
            </a:fld>
            <a:endParaRPr lang="en-US"/>
          </a:p>
        </p:txBody>
      </p:sp>
    </p:spTree>
    <p:extLst>
      <p:ext uri="{BB962C8B-B14F-4D97-AF65-F5344CB8AC3E}">
        <p14:creationId xmlns:p14="http://schemas.microsoft.com/office/powerpoint/2010/main" val="2045001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6F4C1-B371-63BC-CEA1-3E0443DF7351}"/>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F907A518-0EB7-F6A5-CEB3-3B509AC9F7A8}"/>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491967A4-7E5A-F9A9-CB35-C6C7F1CEE1E5}"/>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107F13C5-8798-2C25-4493-3457A7D06054}"/>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99400A4-1CB2-9051-CB0E-0A1B5CE9DD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D46F3B2-7F21-0CA8-1824-C6727EDD31FE}"/>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5ABDD20-7142-9744-80A4-18FD33D5EAE8}"/>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058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5F90EC-0745-7E9F-0510-D5AB37F5CC98}"/>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E616D80-0F45-2768-B84C-AC30A4B99677}"/>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E90BEF9-78F1-22EC-BFE3-DBF2B053C5F2}"/>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5F01178-96C5-59E4-B790-C8A7236881AA}"/>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F960195-B344-C921-7B59-B7C42D72579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2B4082D-27B9-C1E8-CCB6-21398E95F666}"/>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F99183E4-8393-1E07-66C5-8E174C81C819}"/>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207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78A451AA-0746-B1D4-1762-48DF10B2EB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DE029DE-4E3A-4A12-A23F-4A453DA997DD}"/>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FE8D8F83-F4A7-FD02-B4A2-F2C8EC6D39B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D7E6AC2-3D5E-B0FB-1D8E-59C132065437}"/>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EDBD2B7-5D34-50DC-7126-303F90B23D27}"/>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B295F5F-CBB2-90AD-B9E2-0DE72D2B1C96}"/>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a:extLst>
              <a:ext uri="{FF2B5EF4-FFF2-40B4-BE49-F238E27FC236}">
                <a16:creationId xmlns:a16="http://schemas.microsoft.com/office/drawing/2014/main" id="{D0A3DD41-7D1E-2B1C-73A1-4C7C026A03FE}"/>
              </a:ext>
            </a:extLst>
          </p:cNvPr>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C8A837E-AE1D-1B14-93D0-EDA849DFE0C2}"/>
              </a:ext>
            </a:extLst>
          </p:cNvPr>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0296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787DF-7FDC-71A0-68F1-391AA083D685}"/>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4" name="Group 11">
            <a:extLst>
              <a:ext uri="{FF2B5EF4-FFF2-40B4-BE49-F238E27FC236}">
                <a16:creationId xmlns:a16="http://schemas.microsoft.com/office/drawing/2014/main" id="{2AC9E22D-67FE-9FD6-B152-4D4A39E881E0}"/>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754A15DE-75A2-3E13-CA96-399103A6D3F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46D7328-9101-702C-3349-9ECF74D0089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0FDFCFD-B7A4-9358-B321-820A79289448}"/>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BCDBF7F-ADDC-70AC-450F-9C268E4FE7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646D5C53-61DF-6F65-8E8D-935FC72C3DB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7826D55-5050-1A58-84B2-387533C157D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2E791F12-0FF1-6829-3771-BD8F023BF0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FC7C7F28-7FC2-D627-9757-DB8C5284732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22">
            <a:extLst>
              <a:ext uri="{FF2B5EF4-FFF2-40B4-BE49-F238E27FC236}">
                <a16:creationId xmlns:a16="http://schemas.microsoft.com/office/drawing/2014/main" id="{3B449E19-05FE-0EC2-489B-1F9F40CD3807}"/>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5B2BC1F6-CB3B-794E-CB2E-1491BCE5BC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a:extLst>
                <a:ext uri="{FF2B5EF4-FFF2-40B4-BE49-F238E27FC236}">
                  <a16:creationId xmlns:a16="http://schemas.microsoft.com/office/drawing/2014/main" id="{A4484643-2902-C35C-112C-56F24DA844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a:extLst>
                <a:ext uri="{FF2B5EF4-FFF2-40B4-BE49-F238E27FC236}">
                  <a16:creationId xmlns:a16="http://schemas.microsoft.com/office/drawing/2014/main" id="{0F2C65AB-C337-CB37-D234-BE4462CD0F2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5">
            <a:extLst>
              <a:ext uri="{FF2B5EF4-FFF2-40B4-BE49-F238E27FC236}">
                <a16:creationId xmlns:a16="http://schemas.microsoft.com/office/drawing/2014/main" id="{9206B44A-B1AC-F7E3-1C56-45F7DEF8EF45}"/>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975937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B3F9B1F-867C-EC25-0C04-DB341C3E5FC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7A459421-2319-E18E-EFA6-41A53A206A91}"/>
              </a:ext>
            </a:extLst>
          </p:cNvPr>
          <p:cNvGrpSpPr>
            <a:grpSpLocks/>
          </p:cNvGrpSpPr>
          <p:nvPr userDrawn="1"/>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D5EDBF78-B510-27AC-969C-A42521734A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57C862E-1198-9607-4F16-D61277ABD57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61FC8239-77C9-521C-5942-9865AFAAB16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28">
            <a:extLst>
              <a:ext uri="{FF2B5EF4-FFF2-40B4-BE49-F238E27FC236}">
                <a16:creationId xmlns:a16="http://schemas.microsoft.com/office/drawing/2014/main" id="{ED499DC2-04A4-2B05-E7FE-B30CE0FD644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B9870F2C-C7D2-5CA1-6D1F-D360994DA0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14C78396-65A4-2E74-0A3A-30697DD513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5E966ACC-7FE5-FC35-B0A9-7E723A7ED3B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3" name="TextBox 12">
            <a:extLst>
              <a:ext uri="{FF2B5EF4-FFF2-40B4-BE49-F238E27FC236}">
                <a16:creationId xmlns:a16="http://schemas.microsoft.com/office/drawing/2014/main" id="{CA110F75-1685-2FF1-C3E3-4A01AF2977B4}"/>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4" name="Slide Number Placeholder 5">
            <a:extLst>
              <a:ext uri="{FF2B5EF4-FFF2-40B4-BE49-F238E27FC236}">
                <a16:creationId xmlns:a16="http://schemas.microsoft.com/office/drawing/2014/main" id="{6F01C91B-F505-F720-5025-BC7143FF8AD2}"/>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140996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38AC30A-EA15-268D-27F6-1554AC1D06D5}"/>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6737A389-B5AE-2E8B-1C0E-67F4079FEC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771E054C-4184-FC52-6081-7815548C18A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AB76A227-11C9-7D0D-1A61-2C3E52822E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5">
            <a:extLst>
              <a:ext uri="{FF2B5EF4-FFF2-40B4-BE49-F238E27FC236}">
                <a16:creationId xmlns:a16="http://schemas.microsoft.com/office/drawing/2014/main" id="{6815CEEC-35E2-8CC7-661F-41BD08614E68}"/>
              </a:ext>
            </a:extLst>
          </p:cNvPr>
          <p:cNvGrpSpPr>
            <a:grpSpLocks/>
          </p:cNvGrpSpPr>
          <p:nvPr userDrawn="1"/>
        </p:nvGrpSpPr>
        <p:grpSpPr bwMode="auto">
          <a:xfrm>
            <a:off x="2844800" y="6553200"/>
            <a:ext cx="9347200" cy="46038"/>
            <a:chOff x="1905000" y="6553200"/>
            <a:chExt cx="7010400" cy="45719"/>
          </a:xfrm>
        </p:grpSpPr>
        <p:sp>
          <p:nvSpPr>
            <p:cNvPr id="12" name="Rectangle 11">
              <a:extLst>
                <a:ext uri="{FF2B5EF4-FFF2-40B4-BE49-F238E27FC236}">
                  <a16:creationId xmlns:a16="http://schemas.microsoft.com/office/drawing/2014/main" id="{9DF3A05D-6094-E546-768A-E69BB41C42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022624F4-3652-6C87-A1DC-123572BF37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a:extLst>
                <a:ext uri="{FF2B5EF4-FFF2-40B4-BE49-F238E27FC236}">
                  <a16:creationId xmlns:a16="http://schemas.microsoft.com/office/drawing/2014/main" id="{5CB87FA4-EB11-A94C-B040-40A5068BFD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BFD271EC-1594-E23F-77BD-19DE714DB0F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C8F2954-7E81-F252-859C-C1BAC280CA70}"/>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5">
            <a:extLst>
              <a:ext uri="{FF2B5EF4-FFF2-40B4-BE49-F238E27FC236}">
                <a16:creationId xmlns:a16="http://schemas.microsoft.com/office/drawing/2014/main" id="{292D6029-0391-C296-0B89-C3FADE93CFF8}"/>
              </a:ext>
            </a:extLst>
          </p:cNvPr>
          <p:cNvSpPr>
            <a:spLocks noGrp="1"/>
          </p:cNvSpPr>
          <p:nvPr>
            <p:ph type="sldNum" sz="quarter" idx="11"/>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32324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BB64361-28A6-DFFF-E85E-714AF889F0D5}"/>
              </a:ext>
            </a:extLst>
          </p:cNvPr>
          <p:cNvGrpSpPr>
            <a:grpSpLocks/>
          </p:cNvGrpSpPr>
          <p:nvPr userDrawn="1"/>
        </p:nvGrpSpPr>
        <p:grpSpPr bwMode="auto">
          <a:xfrm>
            <a:off x="0" y="1295400"/>
            <a:ext cx="9347200" cy="46038"/>
            <a:chOff x="1905000" y="6553200"/>
            <a:chExt cx="7010400" cy="45719"/>
          </a:xfrm>
        </p:grpSpPr>
        <p:sp>
          <p:nvSpPr>
            <p:cNvPr id="3" name="Rectangle 2">
              <a:extLst>
                <a:ext uri="{FF2B5EF4-FFF2-40B4-BE49-F238E27FC236}">
                  <a16:creationId xmlns:a16="http://schemas.microsoft.com/office/drawing/2014/main" id="{5F8F244C-6559-87E4-FCB4-587302A3AB3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BD605ECF-A3BC-5186-45CE-8CA88DA38C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4806DCE-9255-F2E2-902D-27146983D3B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10">
            <a:extLst>
              <a:ext uri="{FF2B5EF4-FFF2-40B4-BE49-F238E27FC236}">
                <a16:creationId xmlns:a16="http://schemas.microsoft.com/office/drawing/2014/main" id="{29692ECC-3B99-B3F3-A43B-7DA00B08E06A}"/>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DCA5879F-260A-DD85-69E6-B59FDD955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381CD090-47A2-FDF6-614E-34C8D3CD2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C462E2A2-DD41-B565-9C98-301EE42DBD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C1AB2B4-BB04-CE2C-DDDC-60B8A2168B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CE2D532-445A-49EE-4D92-3CC2A530EA12}"/>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Slide Number Placeholder 5">
            <a:extLst>
              <a:ext uri="{FF2B5EF4-FFF2-40B4-BE49-F238E27FC236}">
                <a16:creationId xmlns:a16="http://schemas.microsoft.com/office/drawing/2014/main" id="{10B3D1B6-6624-B402-26F6-6E5670092806}"/>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30566284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101471E5-BA9C-C404-CBB4-AB8466FE69F4}"/>
              </a:ext>
            </a:extLst>
          </p:cNvPr>
          <p:cNvGrpSpPr>
            <a:grpSpLocks/>
          </p:cNvGrpSpPr>
          <p:nvPr userDrawn="1"/>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1A16240B-57B5-7899-1FBC-317BCC508F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C7265D-AF23-E09C-4B6B-EFED422AEFC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A6AA464-01AD-8E7B-F609-CB6858979D6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13">
            <a:extLst>
              <a:ext uri="{FF2B5EF4-FFF2-40B4-BE49-F238E27FC236}">
                <a16:creationId xmlns:a16="http://schemas.microsoft.com/office/drawing/2014/main" id="{BC0A8C0F-11B7-7231-0B8F-1E9174B58CC2}"/>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6F89E48C-2487-7C1E-7211-34A33D0BCEE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568DD2ED-8790-9D15-B882-0DD897F68D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AB57335-2D3E-C585-DB31-B6F6F93B186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115798C1-2851-82D5-D939-2D22D1FEEF8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F2C0FF02-25BA-EC3D-C44C-782E6B250BA7}"/>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8922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5B26752-DA46-A6CC-66EF-6F22B07023D4}"/>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5C393414-BE56-CF1D-6B99-CA65116798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63161D9-0953-8CB4-06FD-977DF76B5F4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B27CF8AD-13CB-9D3F-F983-F830F9552A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0">
            <a:extLst>
              <a:ext uri="{FF2B5EF4-FFF2-40B4-BE49-F238E27FC236}">
                <a16:creationId xmlns:a16="http://schemas.microsoft.com/office/drawing/2014/main" id="{77FACA5D-0DD0-B85B-ED1C-80232C4A7D49}"/>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32CEFB37-B16E-85AC-06DC-22D9C9F5928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DFC191B-467E-2E4B-0A0B-BBE0CC15B4A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545F7DE3-1EB0-D097-0627-684453DFB87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6A2DFAF-A763-6B62-E51F-B74570A353A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863C766-5AA1-A6E0-154D-9ED04E0F1ED6}"/>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27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7F7025BE-84FC-15EE-133A-3ED99C39A6C6}"/>
              </a:ext>
            </a:extLst>
          </p:cNvPr>
          <p:cNvGrpSpPr>
            <a:grpSpLocks/>
          </p:cNvGrpSpPr>
          <p:nvPr userDrawn="1"/>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D0C3CA4F-89EB-99CB-F01E-6827DD2BA40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21EDA2C0-B690-E0A0-3C30-2BF7FD65121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F7F4623-0C5F-67CE-33E0-B7E85A4508A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24">
            <a:extLst>
              <a:ext uri="{FF2B5EF4-FFF2-40B4-BE49-F238E27FC236}">
                <a16:creationId xmlns:a16="http://schemas.microsoft.com/office/drawing/2014/main" id="{D2F224D4-5606-AA3C-AEDD-32E4FCCF0DF4}"/>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2F1D382F-3510-0BB8-060F-28D4FC11E22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FD8859DB-148C-C9D6-5711-60F191E764D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1D41F88A-372C-E3A4-6169-A279EB45F3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5A3621BA-83EF-7939-D721-1B3D2DF8AFC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C18E6DAD-56AD-D400-3E80-0FD896897269}"/>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7701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BE37EDBC-3E48-D6CA-CFEA-9C2E47D1C44D}"/>
              </a:ext>
            </a:extLst>
          </p:cNvPr>
          <p:cNvGrpSpPr>
            <a:grpSpLocks/>
          </p:cNvGrpSpPr>
          <p:nvPr userDrawn="1"/>
        </p:nvGrpSpPr>
        <p:grpSpPr bwMode="auto">
          <a:xfrm rot="5400000">
            <a:off x="7538509" y="2560109"/>
            <a:ext cx="5181600" cy="61383"/>
            <a:chOff x="1905000" y="6553200"/>
            <a:chExt cx="7010400" cy="45719"/>
          </a:xfrm>
        </p:grpSpPr>
        <p:sp>
          <p:nvSpPr>
            <p:cNvPr id="4" name="Rectangle 3">
              <a:extLst>
                <a:ext uri="{FF2B5EF4-FFF2-40B4-BE49-F238E27FC236}">
                  <a16:creationId xmlns:a16="http://schemas.microsoft.com/office/drawing/2014/main" id="{FBB1D34B-7918-FBCA-9776-78201E819A1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F10D5D9-AC32-C9D5-0995-40AD463F89C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EB6F306-BC41-3C67-1C3D-0F6D39A396E2}"/>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A78E8126-DCE3-B8CE-3755-97F5DB6E6C16}"/>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4EA246A-A909-E0AD-1AC8-82AA7CF61726}"/>
              </a:ext>
            </a:extLst>
          </p:cNvPr>
          <p:cNvSpPr txBox="1"/>
          <p:nvPr userDrawn="1"/>
        </p:nvSpPr>
        <p:spPr>
          <a:xfrm rot="5400000">
            <a:off x="-2748491" y="3808884"/>
            <a:ext cx="5867400" cy="230832"/>
          </a:xfrm>
          <a:prstGeom prst="rect">
            <a:avLst/>
          </a:prstGeom>
          <a:noFill/>
        </p:spPr>
        <p:txBody>
          <a:bodyPr>
            <a:spAutoFit/>
          </a:bodyPr>
          <a:lstStyle/>
          <a:p>
            <a:pPr algn="r" fontAlgn="auto">
              <a:spcBef>
                <a:spcPts val="0"/>
              </a:spcBef>
              <a:spcAft>
                <a:spcPts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50562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1626957-100C-C643-B588-44D52B9244CB}"/>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2" name="Straight Connector 1">
            <a:extLst>
              <a:ext uri="{FF2B5EF4-FFF2-40B4-BE49-F238E27FC236}">
                <a16:creationId xmlns:a16="http://schemas.microsoft.com/office/drawing/2014/main" id="{05CD131A-4297-A3D8-3C13-17D0E8697B07}"/>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26161A-B885-FE91-307E-8CA3F07103BD}"/>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65141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D1CDC-9B81-9643-AB97-B98FC5218CFC}"/>
              </a:ext>
            </a:extLst>
          </p:cNvPr>
          <p:cNvSpPr>
            <a:spLocks noGrp="1"/>
          </p:cNvSpPr>
          <p:nvPr>
            <p:ph idx="1"/>
          </p:nvPr>
        </p:nvSpPr>
        <p:spPr>
          <a:xfrm>
            <a:off x="838200" y="2168525"/>
            <a:ext cx="10515600" cy="4008438"/>
          </a:xfrm>
        </p:spPr>
        <p:txBody>
          <a:bodyPr>
            <a:normAutofit/>
          </a:bodyPr>
          <a:lstStyle>
            <a:lvl1pPr marL="228600" indent="-228600" algn="l" defTabSz="914400" rtl="0" eaLnBrk="1" latinLnBrk="0" hangingPunct="1">
              <a:lnSpc>
                <a:spcPct val="100000"/>
              </a:lnSpc>
              <a:spcBef>
                <a:spcPts val="1000"/>
              </a:spcBef>
              <a:buFontTx/>
              <a:buChar char="-"/>
              <a:defRPr lang="en-GB" sz="2400" kern="1200" spc="150" baseline="0" dirty="0" smtClean="0">
                <a:solidFill>
                  <a:schemeClr val="tx2"/>
                </a:solidFill>
                <a:latin typeface="Avenir Book" panose="02000503020000020003" pitchFamily="2" charset="0"/>
                <a:ea typeface="+mn-ea"/>
                <a:cs typeface="+mn-cs"/>
              </a:defRPr>
            </a:lvl1pPr>
            <a:lvl2pPr marL="715963" indent="-269875" algn="l" defTabSz="914400" rtl="0" eaLnBrk="1" latinLnBrk="0" hangingPunct="1">
              <a:lnSpc>
                <a:spcPct val="100000"/>
              </a:lnSpc>
              <a:spcBef>
                <a:spcPts val="1000"/>
              </a:spcBef>
              <a:buFontTx/>
              <a:buChar char="-"/>
              <a:tabLst/>
              <a:defRPr lang="en-GB" sz="2000" kern="1200" spc="150" baseline="0" dirty="0" smtClean="0">
                <a:solidFill>
                  <a:schemeClr val="tx2"/>
                </a:solidFill>
                <a:latin typeface="Avenir Book" panose="02000503020000020003" pitchFamily="2" charset="0"/>
                <a:ea typeface="+mn-ea"/>
                <a:cs typeface="+mn-cs"/>
              </a:defRPr>
            </a:lvl2pPr>
            <a:lvl3pPr marL="228600" indent="-228600" algn="l" defTabSz="914400" rtl="0" eaLnBrk="1" latinLnBrk="0" hangingPunct="1">
              <a:lnSpc>
                <a:spcPct val="100000"/>
              </a:lnSpc>
              <a:spcBef>
                <a:spcPts val="1000"/>
              </a:spcBef>
              <a:buFontTx/>
              <a:buChar char="-"/>
              <a:defRPr lang="en-GB" sz="2400" kern="1200" dirty="0" smtClean="0">
                <a:solidFill>
                  <a:schemeClr val="accent1"/>
                </a:solidFill>
                <a:latin typeface="Avenir Book" panose="02000503020000020003" pitchFamily="2" charset="0"/>
                <a:ea typeface="+mn-ea"/>
                <a:cs typeface="+mn-cs"/>
              </a:defRPr>
            </a:lvl3pPr>
            <a:lvl4pPr marL="800100" indent="-342900" algn="l" defTabSz="914400" rtl="0" eaLnBrk="1" latinLnBrk="0" hangingPunct="1">
              <a:lnSpc>
                <a:spcPct val="100000"/>
              </a:lnSpc>
              <a:spcBef>
                <a:spcPts val="1000"/>
              </a:spcBef>
              <a:buFontTx/>
              <a:buChar char="-"/>
              <a:tabLst/>
              <a:defRPr lang="en-GB" sz="2000" kern="1200" dirty="0" smtClean="0">
                <a:solidFill>
                  <a:schemeClr val="accent1"/>
                </a:solidFill>
                <a:latin typeface="Avenir Book" panose="02000503020000020003" pitchFamily="2" charset="0"/>
                <a:ea typeface="+mn-ea"/>
                <a:cs typeface="+mn-cs"/>
              </a:defRPr>
            </a:lvl4pPr>
            <a:lvl5pPr marL="228600" indent="-228600" algn="l" defTabSz="914400" rtl="0" eaLnBrk="1" latinLnBrk="0" hangingPunct="1">
              <a:lnSpc>
                <a:spcPct val="100000"/>
              </a:lnSpc>
              <a:spcBef>
                <a:spcPts val="1000"/>
              </a:spcBef>
              <a:buFontTx/>
              <a:buChar char="-"/>
              <a:defRPr lang="en-US" sz="2400" kern="1200" dirty="0">
                <a:solidFill>
                  <a:schemeClr val="accent1"/>
                </a:solidFill>
                <a:latin typeface="Avenir Book" panose="02000503020000020003" pitchFamily="2" charset="0"/>
                <a:ea typeface="+mn-ea"/>
                <a:cs typeface="+mn-cs"/>
              </a:defRPr>
            </a:lvl5pPr>
          </a:lstStyle>
          <a:p>
            <a:pPr lvl="0"/>
            <a:r>
              <a:rPr lang="en-GB"/>
              <a:t>Click to edit Master text styles</a:t>
            </a:r>
          </a:p>
          <a:p>
            <a:pPr lvl="1"/>
            <a:r>
              <a:rPr lang="en-GB"/>
              <a:t>Second level</a:t>
            </a:r>
          </a:p>
        </p:txBody>
      </p:sp>
      <p:sp>
        <p:nvSpPr>
          <p:cNvPr id="4" name="Title 1">
            <a:extLst>
              <a:ext uri="{FF2B5EF4-FFF2-40B4-BE49-F238E27FC236}">
                <a16:creationId xmlns:a16="http://schemas.microsoft.com/office/drawing/2014/main" id="{4AF2CC04-136C-5847-4639-1A348F7E7D52}"/>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7" name="Straight Connector 6">
            <a:extLst>
              <a:ext uri="{FF2B5EF4-FFF2-40B4-BE49-F238E27FC236}">
                <a16:creationId xmlns:a16="http://schemas.microsoft.com/office/drawing/2014/main" id="{875B07FB-CE49-1E9A-A003-6C06B6022400}"/>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186FC02-7EEB-D6D5-E9F1-040FBB15888E}"/>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3712775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Half Page Imag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A308-D14F-47C4-ACE1-3D9B016A5C8E}"/>
              </a:ext>
            </a:extLst>
          </p:cNvPr>
          <p:cNvSpPr>
            <a:spLocks noGrp="1"/>
          </p:cNvSpPr>
          <p:nvPr>
            <p:ph type="ctrTitle"/>
          </p:nvPr>
        </p:nvSpPr>
        <p:spPr>
          <a:xfrm>
            <a:off x="701100" y="685831"/>
            <a:ext cx="5029144" cy="457194"/>
          </a:xfrm>
        </p:spPr>
        <p:txBody>
          <a:bodyPr vert="horz" lIns="91440" tIns="0" rIns="91440" bIns="0" rtlCol="0" anchor="ctr">
            <a:noAutofit/>
          </a:bodyPr>
          <a:lstStyle>
            <a:lvl1pPr algn="l">
              <a:defRPr lang="en-US" sz="2400">
                <a:solidFill>
                  <a:srgbClr val="231F20"/>
                </a:solidFill>
              </a:defRPr>
            </a:lvl1pPr>
          </a:lstStyle>
          <a:p>
            <a:pPr marL="228600" lvl="0" indent="-228600">
              <a:lnSpc>
                <a:spcPct val="100000"/>
              </a:lnSpc>
              <a:spcBef>
                <a:spcPts val="0"/>
              </a:spcBef>
              <a:buFont typeface="Arial" panose="020B0604020202020204" pitchFamily="34" charset="0"/>
            </a:pPr>
            <a:r>
              <a:rPr lang="en-GB"/>
              <a:t>Click to edit Master title style</a:t>
            </a:r>
            <a:endParaRPr lang="en-US" dirty="0"/>
          </a:p>
        </p:txBody>
      </p:sp>
      <p:sp>
        <p:nvSpPr>
          <p:cNvPr id="3" name="Subtitle 2">
            <a:extLst>
              <a:ext uri="{FF2B5EF4-FFF2-40B4-BE49-F238E27FC236}">
                <a16:creationId xmlns:a16="http://schemas.microsoft.com/office/drawing/2014/main" id="{BE256629-3753-4056-A41B-CFA63289D536}"/>
              </a:ext>
            </a:extLst>
          </p:cNvPr>
          <p:cNvSpPr>
            <a:spLocks noGrp="1"/>
          </p:cNvSpPr>
          <p:nvPr>
            <p:ph type="subTitle" idx="1"/>
          </p:nvPr>
        </p:nvSpPr>
        <p:spPr>
          <a:xfrm>
            <a:off x="701098" y="1692961"/>
            <a:ext cx="5029145" cy="821649"/>
          </a:xfrm>
        </p:spPr>
        <p:txBody>
          <a:bodyPr vert="horz" lIns="0" tIns="0" rIns="0" bIns="0" rtlCol="0" anchor="t">
            <a:noAutofit/>
          </a:bodyPr>
          <a:lstStyle>
            <a:lvl1pPr marL="0" indent="0" algn="l">
              <a:buNone/>
              <a:defRPr lang="en-US" sz="2000" i="0" spc="0" baseline="0">
                <a:solidFill>
                  <a:srgbClr val="00BE6D"/>
                </a:solidFill>
                <a:latin typeface="Montserra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nSpc>
                <a:spcPct val="100000"/>
              </a:lnSpc>
              <a:spcBef>
                <a:spcPts val="0"/>
              </a:spcBef>
              <a:buNone/>
            </a:pPr>
            <a:r>
              <a:rPr lang="en-GB"/>
              <a:t>Click to edit Master subtitle style</a:t>
            </a:r>
            <a:endParaRPr lang="en-US" dirty="0"/>
          </a:p>
        </p:txBody>
      </p:sp>
      <p:sp>
        <p:nvSpPr>
          <p:cNvPr id="7" name="Text Placeholder 6">
            <a:extLst>
              <a:ext uri="{FF2B5EF4-FFF2-40B4-BE49-F238E27FC236}">
                <a16:creationId xmlns:a16="http://schemas.microsoft.com/office/drawing/2014/main" id="{89DA7244-45C4-4CA0-8544-5748A91BC090}"/>
              </a:ext>
            </a:extLst>
          </p:cNvPr>
          <p:cNvSpPr>
            <a:spLocks noGrp="1"/>
          </p:cNvSpPr>
          <p:nvPr>
            <p:ph type="body" sz="quarter" idx="14"/>
          </p:nvPr>
        </p:nvSpPr>
        <p:spPr>
          <a:xfrm>
            <a:off x="701098" y="3063247"/>
            <a:ext cx="5029145" cy="2194534"/>
          </a:xfrm>
          <a:prstGeom prst="rect">
            <a:avLst/>
          </a:prstGeom>
        </p:spPr>
        <p:txBody>
          <a:bodyPr lIns="0" tIns="0" rIns="0" bIns="0"/>
          <a:lstStyle>
            <a:lvl1pPr marL="0" indent="0" algn="just">
              <a:lnSpc>
                <a:spcPct val="124000"/>
              </a:lnSpc>
              <a:spcBef>
                <a:spcPts val="0"/>
              </a:spcBef>
              <a:spcAft>
                <a:spcPts val="2000"/>
              </a:spcAft>
              <a:buNone/>
              <a:defRPr sz="1100" b="0" baseline="0">
                <a:solidFill>
                  <a:srgbClr val="000000"/>
                </a:solidFill>
                <a:latin typeface="Montserrat" pitchFamily="2" charset="77"/>
              </a:defRPr>
            </a:lvl1pPr>
          </a:lstStyle>
          <a:p>
            <a:pPr lvl="0"/>
            <a:r>
              <a:rPr lang="en-GB"/>
              <a:t>Click to edit Master text styles</a:t>
            </a:r>
          </a:p>
        </p:txBody>
      </p:sp>
      <p:pic>
        <p:nvPicPr>
          <p:cNvPr id="8" name="Picture 7">
            <a:extLst>
              <a:ext uri="{FF2B5EF4-FFF2-40B4-BE49-F238E27FC236}">
                <a16:creationId xmlns:a16="http://schemas.microsoft.com/office/drawing/2014/main" id="{AACD0CD4-A35F-4BCD-8CBE-B4EF3B4EA2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3775" y="6172170"/>
            <a:ext cx="368763" cy="368763"/>
          </a:xfrm>
          <a:prstGeom prst="rect">
            <a:avLst/>
          </a:prstGeom>
        </p:spPr>
      </p:pic>
      <p:grpSp>
        <p:nvGrpSpPr>
          <p:cNvPr id="9" name="Group 8">
            <a:extLst>
              <a:ext uri="{FF2B5EF4-FFF2-40B4-BE49-F238E27FC236}">
                <a16:creationId xmlns:a16="http://schemas.microsoft.com/office/drawing/2014/main" id="{C0396112-C6A7-4BE3-AE12-969497D6B52C}"/>
              </a:ext>
            </a:extLst>
          </p:cNvPr>
          <p:cNvGrpSpPr/>
          <p:nvPr userDrawn="1"/>
        </p:nvGrpSpPr>
        <p:grpSpPr>
          <a:xfrm>
            <a:off x="426782" y="502300"/>
            <a:ext cx="182878" cy="183530"/>
            <a:chOff x="1524050" y="320074"/>
            <a:chExt cx="182878" cy="183530"/>
          </a:xfrm>
        </p:grpSpPr>
        <p:cxnSp>
          <p:nvCxnSpPr>
            <p:cNvPr id="10" name="Straight Connector 9">
              <a:extLst>
                <a:ext uri="{FF2B5EF4-FFF2-40B4-BE49-F238E27FC236}">
                  <a16:creationId xmlns:a16="http://schemas.microsoft.com/office/drawing/2014/main" id="{C4D913F3-CD67-47B4-B609-DEBFC649A888}"/>
                </a:ext>
              </a:extLst>
            </p:cNvPr>
            <p:cNvCxnSpPr>
              <a:cxnSpLocks/>
            </p:cNvCxnSpPr>
            <p:nvPr userDrawn="1"/>
          </p:nvCxnSpPr>
          <p:spPr>
            <a:xfrm>
              <a:off x="1524050" y="320074"/>
              <a:ext cx="182878" cy="0"/>
            </a:xfrm>
            <a:prstGeom prst="line">
              <a:avLst/>
            </a:prstGeom>
            <a:ln w="38100" cap="sq">
              <a:solidFill>
                <a:srgbClr val="00BE6D"/>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B0E39D-F5F1-4C4E-8B2A-14A5A9B2DA56}"/>
                </a:ext>
              </a:extLst>
            </p:cNvPr>
            <p:cNvCxnSpPr>
              <a:cxnSpLocks/>
            </p:cNvCxnSpPr>
            <p:nvPr userDrawn="1"/>
          </p:nvCxnSpPr>
          <p:spPr>
            <a:xfrm flipV="1">
              <a:off x="1524050" y="320074"/>
              <a:ext cx="0" cy="183530"/>
            </a:xfrm>
            <a:prstGeom prst="line">
              <a:avLst/>
            </a:prstGeom>
            <a:ln w="38100" cap="sq">
              <a:solidFill>
                <a:srgbClr val="00BE6D"/>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C89458FB-50BF-42AA-8990-38FEDED0DE58}"/>
              </a:ext>
            </a:extLst>
          </p:cNvPr>
          <p:cNvCxnSpPr>
            <a:cxnSpLocks/>
          </p:cNvCxnSpPr>
          <p:nvPr userDrawn="1"/>
        </p:nvCxnSpPr>
        <p:spPr>
          <a:xfrm>
            <a:off x="701098" y="1325903"/>
            <a:ext cx="5029146" cy="0"/>
          </a:xfrm>
          <a:prstGeom prst="line">
            <a:avLst/>
          </a:prstGeom>
          <a:ln w="3175">
            <a:solidFill>
              <a:srgbClr val="231F20"/>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DC8DEC8C-A81D-4184-A09C-FD5E449AE6BB}"/>
              </a:ext>
            </a:extLst>
          </p:cNvPr>
          <p:cNvSpPr>
            <a:spLocks noGrp="1"/>
          </p:cNvSpPr>
          <p:nvPr>
            <p:ph type="pic" sz="quarter" idx="18"/>
          </p:nvPr>
        </p:nvSpPr>
        <p:spPr>
          <a:xfrm>
            <a:off x="6096000" y="0"/>
            <a:ext cx="6095999" cy="6858000"/>
          </a:xfrm>
          <a:solidFill>
            <a:schemeClr val="bg1">
              <a:lumMod val="95000"/>
            </a:schemeClr>
          </a:solidFill>
        </p:spPr>
        <p:txBody>
          <a:bodyPr anchor="ctr"/>
          <a:lstStyle>
            <a:lvl1pPr algn="ctr">
              <a:buNone/>
              <a:defRPr sz="1200" b="0" cap="all" baseline="0">
                <a:solidFill>
                  <a:srgbClr val="000000"/>
                </a:solidFill>
              </a:defRPr>
            </a:lvl1pPr>
          </a:lstStyle>
          <a:p>
            <a:r>
              <a:rPr lang="en-GB"/>
              <a:t>Click icon to add picture</a:t>
            </a:r>
            <a:endParaRPr lang="en-US"/>
          </a:p>
        </p:txBody>
      </p:sp>
    </p:spTree>
    <p:extLst>
      <p:ext uri="{BB962C8B-B14F-4D97-AF65-F5344CB8AC3E}">
        <p14:creationId xmlns:p14="http://schemas.microsoft.com/office/powerpoint/2010/main" val="2471960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Black">
    <p:bg>
      <p:bgPr>
        <a:solidFill>
          <a:srgbClr val="000000"/>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B3CAE4B-58EE-AE4D-988B-C88C1EA8B5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 y="499390"/>
            <a:ext cx="4502100" cy="1502514"/>
          </a:xfrm>
          <a:prstGeom prst="rect">
            <a:avLst/>
          </a:prstGeom>
        </p:spPr>
      </p:pic>
      <p:sp>
        <p:nvSpPr>
          <p:cNvPr id="11" name="Title 3">
            <a:extLst>
              <a:ext uri="{FF2B5EF4-FFF2-40B4-BE49-F238E27FC236}">
                <a16:creationId xmlns:a16="http://schemas.microsoft.com/office/drawing/2014/main" id="{CB967A32-F59F-49C2-A138-3855F9E83764}"/>
              </a:ext>
            </a:extLst>
          </p:cNvPr>
          <p:cNvSpPr>
            <a:spLocks noGrp="1"/>
          </p:cNvSpPr>
          <p:nvPr>
            <p:ph type="title"/>
          </p:nvPr>
        </p:nvSpPr>
        <p:spPr>
          <a:xfrm>
            <a:off x="701099" y="5714970"/>
            <a:ext cx="8138071" cy="457200"/>
          </a:xfrm>
        </p:spPr>
        <p:txBody>
          <a:bodyPr>
            <a:noAutofit/>
          </a:bodyPr>
          <a:lstStyle>
            <a:lvl1pPr>
              <a:defRPr sz="2400">
                <a:solidFill>
                  <a:srgbClr val="00BE6D"/>
                </a:solidFill>
              </a:defRPr>
            </a:lvl1pPr>
          </a:lstStyle>
          <a:p>
            <a:r>
              <a:rPr lang="en-GB"/>
              <a:t>Click to edit Master title style</a:t>
            </a:r>
            <a:endParaRPr lang="en-US" dirty="0"/>
          </a:p>
        </p:txBody>
      </p:sp>
    </p:spTree>
    <p:extLst>
      <p:ext uri="{BB962C8B-B14F-4D97-AF65-F5344CB8AC3E}">
        <p14:creationId xmlns:p14="http://schemas.microsoft.com/office/powerpoint/2010/main" val="2495147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CF204-B4DA-19F8-A95C-600E736EA728}"/>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76A98CF-2FD4-3001-9D9E-D7F37EEC1E3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6651DF7-7FE3-7456-9AB8-42ACF4AE57EF}"/>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0303EFB-86DE-D646-A688-A4DEC0E087B5}" type="datetimeFigureOut">
              <a:rPr lang="en-US"/>
              <a:pPr>
                <a:defRPr/>
              </a:pPr>
              <a:t>8/23/25</a:t>
            </a:fld>
            <a:endParaRPr lang="en-US"/>
          </a:p>
        </p:txBody>
      </p:sp>
      <p:sp>
        <p:nvSpPr>
          <p:cNvPr id="5" name="Footer Placeholder 4">
            <a:extLst>
              <a:ext uri="{FF2B5EF4-FFF2-40B4-BE49-F238E27FC236}">
                <a16:creationId xmlns:a16="http://schemas.microsoft.com/office/drawing/2014/main" id="{00415557-86AA-54E4-D77C-3148B531F7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20D5BE07-73D3-50BE-02A5-B17FFB8A5050}"/>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14D22B9-C88A-F74D-986E-88AF5B09399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pxhere.com/en/photo/1173569" TargetMode="External"/><Relationship Id="rId2" Type="http://schemas.openxmlformats.org/officeDocument/2006/relationships/image" Target="../media/image8.jpg!d"/><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dreamstime.com/royalty-free-stock-image-employment-tension-image14173596"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www.toprankers.com/"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1E1709-732B-D83F-467D-D2FDB123E57A}"/>
              </a:ext>
            </a:extLst>
          </p:cNvPr>
          <p:cNvSpPr>
            <a:spLocks noGrp="1"/>
          </p:cNvSpPr>
          <p:nvPr>
            <p:ph type="title"/>
          </p:nvPr>
        </p:nvSpPr>
        <p:spPr/>
        <p:txBody>
          <a:bodyPr/>
          <a:lstStyle/>
          <a:p>
            <a:pPr eaLnBrk="1" fontAlgn="auto" hangingPunct="1">
              <a:spcAft>
                <a:spcPts val="0"/>
              </a:spcAft>
              <a:defRPr/>
            </a:pPr>
            <a:r>
              <a:rPr lang="en-US" dirty="0"/>
              <a:t>Communication, Estimation &amp; Negotiation</a:t>
            </a:r>
          </a:p>
        </p:txBody>
      </p:sp>
      <p:sp>
        <p:nvSpPr>
          <p:cNvPr id="13315" name="Content Placeholder 5">
            <a:extLst>
              <a:ext uri="{FF2B5EF4-FFF2-40B4-BE49-F238E27FC236}">
                <a16:creationId xmlns:a16="http://schemas.microsoft.com/office/drawing/2014/main" id="{9B2DAEF6-6F9A-B62B-285D-D897E19EEA6A}"/>
              </a:ext>
            </a:extLst>
          </p:cNvPr>
          <p:cNvSpPr>
            <a:spLocks noGrp="1"/>
          </p:cNvSpPr>
          <p:nvPr>
            <p:ph sz="quarter" idx="13"/>
          </p:nvPr>
        </p:nvSpPr>
        <p:spPr/>
        <p:txBody>
          <a:bodyPr/>
          <a:lstStyle/>
          <a:p>
            <a:pPr eaLnBrk="1" hangingPunct="1">
              <a:spcBef>
                <a:spcPct val="0"/>
              </a:spcBef>
            </a:pPr>
            <a:r>
              <a:rPr lang="en-US" altLang="en-US" dirty="0"/>
              <a:t>Rahul Mohandas</a:t>
            </a:r>
          </a:p>
          <a:p>
            <a:pPr eaLnBrk="1" hangingPunct="1">
              <a:spcBef>
                <a:spcPct val="0"/>
              </a:spcBef>
            </a:pP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F6331-FA13-C3D2-E2AC-DE29B104FF03}"/>
              </a:ext>
            </a:extLst>
          </p:cNvPr>
          <p:cNvSpPr>
            <a:spLocks noGrp="1"/>
          </p:cNvSpPr>
          <p:nvPr>
            <p:ph sz="quarter" idx="10"/>
          </p:nvPr>
        </p:nvSpPr>
        <p:spPr/>
        <p:txBody>
          <a:bodyPr/>
          <a:lstStyle/>
          <a:p>
            <a:pPr eaLnBrk="1" hangingPunct="1">
              <a:spcBef>
                <a:spcPct val="0"/>
              </a:spcBef>
              <a:defRPr/>
            </a:pPr>
            <a:r>
              <a:rPr lang="en-US" sz="3200" dirty="0">
                <a:latin typeface="Arial" charset="0"/>
                <a:cs typeface="Arial" charset="0"/>
              </a:rPr>
              <a:t>S1-25_SEZG509 Communication, Estimation &amp; Negotiation</a:t>
            </a:r>
          </a:p>
          <a:p>
            <a:pPr eaLnBrk="1" hangingPunct="1">
              <a:spcBef>
                <a:spcPct val="0"/>
              </a:spcBef>
              <a:buFont typeface="Arial" charset="0"/>
              <a:buNone/>
              <a:defRPr/>
            </a:pPr>
            <a:r>
              <a:rPr lang="en-US" sz="3200" dirty="0">
                <a:latin typeface="Arial" charset="0"/>
                <a:cs typeface="Arial" charset="0"/>
              </a:rPr>
              <a:t>Session #5 – Sunday, 24 Aug 2025</a:t>
            </a:r>
          </a:p>
          <a:p>
            <a:pPr eaLnBrk="1" hangingPunct="1">
              <a:spcBef>
                <a:spcPct val="0"/>
              </a:spcBef>
              <a:buFont typeface="Arial" charset="0"/>
              <a:buNone/>
              <a:defRPr/>
            </a:pPr>
            <a:r>
              <a:rPr lang="en-US" sz="3200" dirty="0">
                <a:latin typeface="Arial" charset="0"/>
                <a:cs typeface="Arial" charset="0"/>
              </a:rPr>
              <a:t>Rahul Mohandas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478C4CD-E9F9-366B-FEF4-47DBD402599A}"/>
              </a:ext>
            </a:extLst>
          </p:cNvPr>
          <p:cNvSpPr>
            <a:spLocks noGrp="1"/>
          </p:cNvSpPr>
          <p:nvPr>
            <p:ph idx="1"/>
          </p:nvPr>
        </p:nvSpPr>
        <p:spPr>
          <a:xfrm>
            <a:off x="406400" y="1493838"/>
            <a:ext cx="10972800" cy="4525963"/>
          </a:xfrm>
        </p:spPr>
        <p:txBody>
          <a:bodyPr/>
          <a:lstStyle/>
          <a:p>
            <a:pPr lvl="0"/>
            <a:r>
              <a:rPr lang="en-US" dirty="0"/>
              <a:t>Engaging with business stakeholders</a:t>
            </a:r>
          </a:p>
          <a:p>
            <a:pPr lvl="0"/>
            <a:r>
              <a:rPr lang="en-US" dirty="0"/>
              <a:t>Understanding stakeholder expectations (and their context)</a:t>
            </a:r>
          </a:p>
          <a:p>
            <a:pPr lvl="0"/>
            <a:r>
              <a:rPr lang="en-US" dirty="0"/>
              <a:t>Understanding the role of each function and their expectations</a:t>
            </a:r>
          </a:p>
          <a:p>
            <a:pPr lvl="0"/>
            <a:r>
              <a:rPr lang="en-US" dirty="0"/>
              <a:t>Understand the influence of key functions</a:t>
            </a:r>
          </a:p>
        </p:txBody>
      </p:sp>
      <p:sp>
        <p:nvSpPr>
          <p:cNvPr id="5" name="Content Placeholder 4">
            <a:extLst>
              <a:ext uri="{FF2B5EF4-FFF2-40B4-BE49-F238E27FC236}">
                <a16:creationId xmlns:a16="http://schemas.microsoft.com/office/drawing/2014/main" id="{8E29BA93-FC40-3782-060A-5695B34807F8}"/>
              </a:ext>
            </a:extLst>
          </p:cNvPr>
          <p:cNvSpPr>
            <a:spLocks noGrp="1"/>
          </p:cNvSpPr>
          <p:nvPr>
            <p:ph sz="quarter" idx="10"/>
          </p:nvPr>
        </p:nvSpPr>
        <p:spPr>
          <a:xfrm>
            <a:off x="406400" y="152400"/>
            <a:ext cx="8432800" cy="1143000"/>
          </a:xfrm>
        </p:spPr>
        <p:txBody>
          <a:bodyPr/>
          <a:lstStyle/>
          <a:p>
            <a:r>
              <a:rPr lang="en-US" dirty="0"/>
              <a:t>Your Take On Week 4</a:t>
            </a:r>
          </a:p>
        </p:txBody>
      </p:sp>
      <p:sp>
        <p:nvSpPr>
          <p:cNvPr id="2" name="Slide Number Placeholder 5">
            <a:extLst>
              <a:ext uri="{FF2B5EF4-FFF2-40B4-BE49-F238E27FC236}">
                <a16:creationId xmlns:a16="http://schemas.microsoft.com/office/drawing/2014/main" id="{6F223EC6-52A0-5088-D765-95396CD7EF55}"/>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3</a:t>
            </a:fld>
            <a:endParaRPr lang="en-US" altLang="en-US"/>
          </a:p>
        </p:txBody>
      </p:sp>
    </p:spTree>
    <p:extLst>
      <p:ext uri="{BB962C8B-B14F-4D97-AF65-F5344CB8AC3E}">
        <p14:creationId xmlns:p14="http://schemas.microsoft.com/office/powerpoint/2010/main" val="23016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5550E-D3FF-A659-3677-6E24BB3D63A7}"/>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434E22DB-6EF0-5450-D475-8FF89870234F}"/>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C786B305-0DCF-8D0D-AC8F-EAB215DD1FCE}"/>
              </a:ext>
            </a:extLst>
          </p:cNvPr>
          <p:cNvSpPr txBox="1"/>
          <p:nvPr/>
        </p:nvSpPr>
        <p:spPr>
          <a:xfrm>
            <a:off x="3173872" y="3478389"/>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p>
        </p:txBody>
      </p:sp>
      <p:sp>
        <p:nvSpPr>
          <p:cNvPr id="5" name="TextBox 4">
            <a:extLst>
              <a:ext uri="{FF2B5EF4-FFF2-40B4-BE49-F238E27FC236}">
                <a16:creationId xmlns:a16="http://schemas.microsoft.com/office/drawing/2014/main" id="{EDD8D956-0211-6C6C-0A12-8D4825203E78}"/>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Abhishek</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EC13E58C-A4BE-E329-92CB-9AE91682E6D5}"/>
              </a:ext>
            </a:extLst>
          </p:cNvPr>
          <p:cNvSpPr txBox="1"/>
          <p:nvPr/>
        </p:nvSpPr>
        <p:spPr>
          <a:xfrm>
            <a:off x="3173872" y="2179283"/>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p>
        </p:txBody>
      </p:sp>
      <p:sp>
        <p:nvSpPr>
          <p:cNvPr id="7" name="TextBox 6">
            <a:extLst>
              <a:ext uri="{FF2B5EF4-FFF2-40B4-BE49-F238E27FC236}">
                <a16:creationId xmlns:a16="http://schemas.microsoft.com/office/drawing/2014/main" id="{C17D9C84-B435-F117-246F-1AE1EAD2C0BC}"/>
              </a:ext>
            </a:extLst>
          </p:cNvPr>
          <p:cNvSpPr txBox="1"/>
          <p:nvPr/>
        </p:nvSpPr>
        <p:spPr>
          <a:xfrm>
            <a:off x="3173872" y="4767009"/>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endParaRPr lang="en-IN" sz="1200" dirty="0">
              <a:latin typeface="Avenir Book" panose="02000503020000020003" pitchFamily="2" charset="0"/>
              <a:cs typeface="Times New Roman" panose="02020603050405020304" pitchFamily="18" charset="0"/>
            </a:endParaRPr>
          </a:p>
        </p:txBody>
      </p:sp>
      <p:sp>
        <p:nvSpPr>
          <p:cNvPr id="8" name="Rectangle 7"/>
          <p:cNvSpPr/>
          <p:nvPr/>
        </p:nvSpPr>
        <p:spPr>
          <a:xfrm>
            <a:off x="7438749" y="3478389"/>
            <a:ext cx="3836683" cy="53860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&lt;&gt;</a:t>
            </a:r>
          </a:p>
        </p:txBody>
      </p:sp>
      <p:sp>
        <p:nvSpPr>
          <p:cNvPr id="9" name="Rectangle 8"/>
          <p:cNvSpPr/>
          <p:nvPr/>
        </p:nvSpPr>
        <p:spPr>
          <a:xfrm>
            <a:off x="7438748" y="4767009"/>
            <a:ext cx="3836683" cy="53860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endParaRPr lang="en-IN" sz="1200" dirty="0">
              <a:latin typeface="Avenir Book" panose="02000503020000020003" pitchFamily="2"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F5FD542C-DB2D-A4BD-4C4F-9092C4EEF564}"/>
              </a:ext>
            </a:extLst>
          </p:cNvPr>
          <p:cNvSpPr>
            <a:spLocks noGrp="1"/>
          </p:cNvSpPr>
          <p:nvPr>
            <p:ph sz="quarter" idx="10"/>
          </p:nvPr>
        </p:nvSpPr>
        <p:spPr/>
        <p:txBody>
          <a:bodyPr/>
          <a:lstStyle/>
          <a:p>
            <a:r>
              <a:rPr lang="en-US" dirty="0"/>
              <a:t>Name – Role</a:t>
            </a:r>
          </a:p>
        </p:txBody>
      </p:sp>
      <p:sp>
        <p:nvSpPr>
          <p:cNvPr id="3" name="Slide Number Placeholder 5">
            <a:extLst>
              <a:ext uri="{FF2B5EF4-FFF2-40B4-BE49-F238E27FC236}">
                <a16:creationId xmlns:a16="http://schemas.microsoft.com/office/drawing/2014/main" id="{5342550C-3E9E-47D6-7FCF-1E30848850F6}"/>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4</a:t>
            </a:fld>
            <a:endParaRPr lang="en-US" altLang="en-US"/>
          </a:p>
        </p:txBody>
      </p:sp>
    </p:spTree>
    <p:extLst>
      <p:ext uri="{BB962C8B-B14F-4D97-AF65-F5344CB8AC3E}">
        <p14:creationId xmlns:p14="http://schemas.microsoft.com/office/powerpoint/2010/main" val="371484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F0100-700B-E7B5-EFCE-BC52BA12C5BF}"/>
              </a:ext>
            </a:extLst>
          </p:cNvPr>
          <p:cNvSpPr>
            <a:spLocks noGrp="1"/>
          </p:cNvSpPr>
          <p:nvPr>
            <p:ph sz="half" idx="1"/>
          </p:nvPr>
        </p:nvSpPr>
        <p:spPr>
          <a:xfrm>
            <a:off x="609600" y="1600201"/>
            <a:ext cx="5384800" cy="4525963"/>
          </a:xfrm>
        </p:spPr>
        <p:txBody>
          <a:bodyPr/>
          <a:lstStyle/>
          <a:p>
            <a:pPr marL="457200" indent="-457200">
              <a:buFontTx/>
              <a:buChar char="-"/>
            </a:pPr>
            <a:r>
              <a:rPr lang="en-US" dirty="0"/>
              <a:t>Career Growth</a:t>
            </a:r>
          </a:p>
          <a:p>
            <a:pPr marL="457200" indent="-457200">
              <a:buFontTx/>
              <a:buChar char="-"/>
            </a:pPr>
            <a:r>
              <a:rPr lang="en-US" dirty="0"/>
              <a:t>Recognition/ Status </a:t>
            </a:r>
          </a:p>
          <a:p>
            <a:pPr marL="457200" indent="-457200">
              <a:buFontTx/>
              <a:buChar char="-"/>
            </a:pPr>
            <a:r>
              <a:rPr lang="en-US" dirty="0"/>
              <a:t>Workload/ Effort </a:t>
            </a:r>
          </a:p>
          <a:p>
            <a:pPr marL="457200" indent="-457200">
              <a:buFontTx/>
              <a:buChar char="-"/>
            </a:pPr>
            <a:r>
              <a:rPr lang="en-US" dirty="0"/>
              <a:t>Autonomy/ Control</a:t>
            </a:r>
          </a:p>
          <a:p>
            <a:pPr marL="457200" indent="-457200">
              <a:buFontTx/>
              <a:buChar char="-"/>
            </a:pPr>
            <a:r>
              <a:rPr lang="en-US" dirty="0"/>
              <a:t>Security/ Stability</a:t>
            </a:r>
          </a:p>
          <a:p>
            <a:pPr marL="457200" indent="-457200">
              <a:buFontTx/>
              <a:buChar char="-"/>
            </a:pPr>
            <a:r>
              <a:rPr lang="en-US" dirty="0"/>
              <a:t>Pride/ Values</a:t>
            </a:r>
          </a:p>
          <a:p>
            <a:pPr marL="457200" indent="-457200">
              <a:buFontTx/>
              <a:buChar char="-"/>
            </a:pPr>
            <a:r>
              <a:rPr lang="en-US" dirty="0"/>
              <a:t>…</a:t>
            </a:r>
          </a:p>
        </p:txBody>
      </p:sp>
      <p:sp>
        <p:nvSpPr>
          <p:cNvPr id="4" name="Content Placeholder 3">
            <a:extLst>
              <a:ext uri="{FF2B5EF4-FFF2-40B4-BE49-F238E27FC236}">
                <a16:creationId xmlns:a16="http://schemas.microsoft.com/office/drawing/2014/main" id="{8CCC04F7-BAF4-2DA9-5A05-83F6B0A8DC8A}"/>
              </a:ext>
            </a:extLst>
          </p:cNvPr>
          <p:cNvSpPr>
            <a:spLocks noGrp="1"/>
          </p:cNvSpPr>
          <p:nvPr>
            <p:ph sz="half" idx="2"/>
          </p:nvPr>
        </p:nvSpPr>
        <p:spPr>
          <a:xfrm>
            <a:off x="6604000" y="1600201"/>
            <a:ext cx="5384800" cy="4525963"/>
          </a:xfrm>
        </p:spPr>
        <p:txBody>
          <a:bodyPr/>
          <a:lstStyle/>
          <a:p>
            <a:r>
              <a:rPr lang="en-US" dirty="0"/>
              <a:t>SCARF</a:t>
            </a:r>
          </a:p>
          <a:p>
            <a:pPr marL="457200" indent="-457200">
              <a:buFontTx/>
              <a:buChar char="-"/>
            </a:pPr>
            <a:r>
              <a:rPr lang="en-US" b="1" u="sng" dirty="0"/>
              <a:t>S</a:t>
            </a:r>
            <a:r>
              <a:rPr lang="en-US" dirty="0"/>
              <a:t>tatus</a:t>
            </a:r>
          </a:p>
          <a:p>
            <a:pPr marL="457200" indent="-457200">
              <a:buFontTx/>
              <a:buChar char="-"/>
            </a:pPr>
            <a:r>
              <a:rPr lang="en-US" b="1" u="sng" dirty="0"/>
              <a:t>C</a:t>
            </a:r>
            <a:r>
              <a:rPr lang="en-US" dirty="0"/>
              <a:t>ertainty</a:t>
            </a:r>
          </a:p>
          <a:p>
            <a:pPr marL="457200" indent="-457200">
              <a:buFontTx/>
              <a:buChar char="-"/>
            </a:pPr>
            <a:r>
              <a:rPr lang="en-US" b="1" u="sng" dirty="0"/>
              <a:t>A</a:t>
            </a:r>
            <a:r>
              <a:rPr lang="en-US" dirty="0"/>
              <a:t>utonomy</a:t>
            </a:r>
          </a:p>
          <a:p>
            <a:pPr marL="457200" indent="-457200">
              <a:buFontTx/>
              <a:buChar char="-"/>
            </a:pPr>
            <a:r>
              <a:rPr lang="en-US" b="1" u="sng" dirty="0"/>
              <a:t>R</a:t>
            </a:r>
            <a:r>
              <a:rPr lang="en-US" dirty="0"/>
              <a:t>elatedness</a:t>
            </a:r>
          </a:p>
          <a:p>
            <a:pPr marL="457200" indent="-457200">
              <a:buFontTx/>
              <a:buChar char="-"/>
            </a:pPr>
            <a:r>
              <a:rPr lang="en-US" b="1" u="sng" dirty="0"/>
              <a:t>F</a:t>
            </a:r>
            <a:r>
              <a:rPr lang="en-US" dirty="0"/>
              <a:t>airness</a:t>
            </a:r>
          </a:p>
        </p:txBody>
      </p:sp>
      <p:sp>
        <p:nvSpPr>
          <p:cNvPr id="5" name="Content Placeholder 4">
            <a:extLst>
              <a:ext uri="{FF2B5EF4-FFF2-40B4-BE49-F238E27FC236}">
                <a16:creationId xmlns:a16="http://schemas.microsoft.com/office/drawing/2014/main" id="{11DAEF6C-1146-8249-0C75-06ED51B24315}"/>
              </a:ext>
            </a:extLst>
          </p:cNvPr>
          <p:cNvSpPr>
            <a:spLocks noGrp="1"/>
          </p:cNvSpPr>
          <p:nvPr>
            <p:ph sz="quarter" idx="10"/>
          </p:nvPr>
        </p:nvSpPr>
        <p:spPr>
          <a:xfrm>
            <a:off x="406400" y="152400"/>
            <a:ext cx="8432800" cy="1143000"/>
          </a:xfrm>
        </p:spPr>
        <p:txBody>
          <a:bodyPr/>
          <a:lstStyle/>
          <a:p>
            <a:r>
              <a:rPr lang="en-US" dirty="0"/>
              <a:t>Typical Motivations</a:t>
            </a:r>
          </a:p>
        </p:txBody>
      </p:sp>
      <p:sp>
        <p:nvSpPr>
          <p:cNvPr id="2" name="Slide Number Placeholder 5">
            <a:extLst>
              <a:ext uri="{FF2B5EF4-FFF2-40B4-BE49-F238E27FC236}">
                <a16:creationId xmlns:a16="http://schemas.microsoft.com/office/drawing/2014/main" id="{51D9F884-2AD7-62D0-7104-2DD1041C039A}"/>
              </a:ext>
            </a:extLst>
          </p:cNvPr>
          <p:cNvSpPr>
            <a:spLocks noGrp="1"/>
          </p:cNvSpPr>
          <p:nvPr>
            <p:ph type="sldNum" sz="quarter" idx="4"/>
          </p:nvPr>
        </p:nvSpPr>
        <p:spPr>
          <a:xfrm>
            <a:off x="406400" y="6599238"/>
            <a:ext cx="2844800" cy="254481"/>
          </a:xfr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5</a:t>
            </a:fld>
            <a:endParaRPr lang="en-US" altLang="en-US"/>
          </a:p>
        </p:txBody>
      </p:sp>
      <p:sp>
        <p:nvSpPr>
          <p:cNvPr id="10" name="TextBox 9">
            <a:extLst>
              <a:ext uri="{FF2B5EF4-FFF2-40B4-BE49-F238E27FC236}">
                <a16:creationId xmlns:a16="http://schemas.microsoft.com/office/drawing/2014/main" id="{CF819B4E-005B-DFBB-AD43-EA07A0289B40}"/>
              </a:ext>
            </a:extLst>
          </p:cNvPr>
          <p:cNvSpPr txBox="1"/>
          <p:nvPr/>
        </p:nvSpPr>
        <p:spPr>
          <a:xfrm>
            <a:off x="2031505" y="5410200"/>
            <a:ext cx="8128989" cy="919401"/>
          </a:xfrm>
          <a:prstGeom prst="roundRect">
            <a:avLst/>
          </a:prstGeom>
          <a:solidFill>
            <a:schemeClr val="accent1"/>
          </a:solidFill>
        </p:spPr>
        <p:txBody>
          <a:bodyPr wrap="square">
            <a:spAutoFit/>
          </a:bodyPr>
          <a:lstStyle/>
          <a:p>
            <a:pPr algn="ctr"/>
            <a:r>
              <a:rPr lang="en-US" sz="2400" b="0" i="0" u="none" strike="noStrike" dirty="0">
                <a:solidFill>
                  <a:schemeClr val="bg1"/>
                </a:solidFill>
                <a:effectLst/>
              </a:rPr>
              <a:t>These are uncovered through observation, 1:1 conversations, and reading between the lines.</a:t>
            </a:r>
            <a:endParaRPr lang="en-US" sz="2400" dirty="0">
              <a:solidFill>
                <a:schemeClr val="bg1"/>
              </a:solidFill>
            </a:endParaRPr>
          </a:p>
        </p:txBody>
      </p:sp>
    </p:spTree>
    <p:extLst>
      <p:ext uri="{BB962C8B-B14F-4D97-AF65-F5344CB8AC3E}">
        <p14:creationId xmlns:p14="http://schemas.microsoft.com/office/powerpoint/2010/main" val="230965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05FD38-5FC6-375E-A2B6-721080B051A3}"/>
              </a:ext>
            </a:extLst>
          </p:cNvPr>
          <p:cNvSpPr>
            <a:spLocks noGrp="1"/>
          </p:cNvSpPr>
          <p:nvPr>
            <p:ph idx="1"/>
          </p:nvPr>
        </p:nvSpPr>
        <p:spPr>
          <a:xfrm>
            <a:off x="406400" y="1493838"/>
            <a:ext cx="10972800" cy="4525963"/>
          </a:xfrm>
        </p:spPr>
        <p:txBody>
          <a:bodyPr/>
          <a:lstStyle/>
          <a:p>
            <a:pPr>
              <a:buFontTx/>
              <a:buChar char="-"/>
            </a:pPr>
            <a:r>
              <a:rPr lang="en-US" dirty="0"/>
              <a:t>You are the project team responsible for delivering a new product feature. </a:t>
            </a:r>
          </a:p>
          <a:p>
            <a:pPr>
              <a:buFontTx/>
              <a:buChar char="-"/>
            </a:pPr>
            <a:r>
              <a:rPr lang="en-US" dirty="0"/>
              <a:t>The release is going to be delayed by 3 weeks due to technical issues. </a:t>
            </a:r>
          </a:p>
          <a:p>
            <a:pPr>
              <a:buFontTx/>
              <a:buChar char="-"/>
            </a:pPr>
            <a:r>
              <a:rPr lang="en-US" dirty="0"/>
              <a:t>I am your stakeholder, a senior leader whose support you need. </a:t>
            </a:r>
          </a:p>
          <a:p>
            <a:pPr>
              <a:buFontTx/>
              <a:buChar char="-"/>
            </a:pPr>
            <a:r>
              <a:rPr lang="en-US" dirty="0"/>
              <a:t>You must explain the situation, manage my concerns, and figure out what’s really driving my reaction. I.e. What is my personal motivation?</a:t>
            </a:r>
          </a:p>
        </p:txBody>
      </p:sp>
      <p:sp>
        <p:nvSpPr>
          <p:cNvPr id="3" name="Content Placeholder 2">
            <a:extLst>
              <a:ext uri="{FF2B5EF4-FFF2-40B4-BE49-F238E27FC236}">
                <a16:creationId xmlns:a16="http://schemas.microsoft.com/office/drawing/2014/main" id="{1C3586A7-0A70-2FAA-FBB7-C236074D1047}"/>
              </a:ext>
            </a:extLst>
          </p:cNvPr>
          <p:cNvSpPr>
            <a:spLocks noGrp="1"/>
          </p:cNvSpPr>
          <p:nvPr>
            <p:ph sz="quarter" idx="10"/>
          </p:nvPr>
        </p:nvSpPr>
        <p:spPr>
          <a:xfrm>
            <a:off x="406400" y="152400"/>
            <a:ext cx="8432800" cy="1143000"/>
          </a:xfrm>
        </p:spPr>
        <p:txBody>
          <a:bodyPr/>
          <a:lstStyle/>
          <a:p>
            <a:r>
              <a:rPr lang="en-US" dirty="0"/>
              <a:t>Shoutout: Activity</a:t>
            </a:r>
          </a:p>
        </p:txBody>
      </p:sp>
    </p:spTree>
    <p:extLst>
      <p:ext uri="{BB962C8B-B14F-4D97-AF65-F5344CB8AC3E}">
        <p14:creationId xmlns:p14="http://schemas.microsoft.com/office/powerpoint/2010/main" val="29156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7C5B0B-74C7-4252-8175-F022A08B8869}"/>
              </a:ext>
            </a:extLst>
          </p:cNvPr>
          <p:cNvSpPr>
            <a:spLocks noGrp="1"/>
          </p:cNvSpPr>
          <p:nvPr>
            <p:ph idx="1"/>
          </p:nvPr>
        </p:nvSpPr>
        <p:spPr/>
        <p:txBody>
          <a:bodyPr/>
          <a:lstStyle/>
          <a:p>
            <a:pPr>
              <a:buFontTx/>
              <a:buChar char="-"/>
            </a:pPr>
            <a:r>
              <a:rPr lang="en-US" dirty="0"/>
              <a:t>What did you notice about the kinds of questions I asked?</a:t>
            </a:r>
          </a:p>
          <a:p>
            <a:pPr>
              <a:buFontTx/>
              <a:buChar char="-"/>
            </a:pPr>
            <a:r>
              <a:rPr lang="en-US" dirty="0"/>
              <a:t>What do you think my primary concern was?</a:t>
            </a:r>
          </a:p>
          <a:p>
            <a:pPr>
              <a:buFontTx/>
              <a:buChar char="-"/>
            </a:pPr>
            <a:r>
              <a:rPr lang="en-US" dirty="0"/>
              <a:t>How could you tailor your communication to reassure me?</a:t>
            </a:r>
          </a:p>
          <a:p>
            <a:pPr>
              <a:buFontTx/>
              <a:buChar char="-"/>
            </a:pPr>
            <a:r>
              <a:rPr lang="en-US" dirty="0"/>
              <a:t>If you had to frame the delay in a way that addresses my driver, what would you say?</a:t>
            </a:r>
          </a:p>
        </p:txBody>
      </p:sp>
      <p:sp>
        <p:nvSpPr>
          <p:cNvPr id="3" name="Content Placeholder 2">
            <a:extLst>
              <a:ext uri="{FF2B5EF4-FFF2-40B4-BE49-F238E27FC236}">
                <a16:creationId xmlns:a16="http://schemas.microsoft.com/office/drawing/2014/main" id="{A4416033-42F7-C454-ED4E-0EF06807B673}"/>
              </a:ext>
            </a:extLst>
          </p:cNvPr>
          <p:cNvSpPr>
            <a:spLocks noGrp="1"/>
          </p:cNvSpPr>
          <p:nvPr>
            <p:ph sz="quarter" idx="10"/>
          </p:nvPr>
        </p:nvSpPr>
        <p:spPr/>
        <p:txBody>
          <a:bodyPr/>
          <a:lstStyle/>
          <a:p>
            <a:r>
              <a:rPr lang="en-US" dirty="0"/>
              <a:t>Debrief</a:t>
            </a:r>
          </a:p>
        </p:txBody>
      </p:sp>
    </p:spTree>
    <p:extLst>
      <p:ext uri="{BB962C8B-B14F-4D97-AF65-F5344CB8AC3E}">
        <p14:creationId xmlns:p14="http://schemas.microsoft.com/office/powerpoint/2010/main" val="2970057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24C5C-1DD1-710D-B3A2-D1BAA5C8A334}"/>
              </a:ext>
            </a:extLst>
          </p:cNvPr>
          <p:cNvSpPr>
            <a:spLocks noGrp="1"/>
          </p:cNvSpPr>
          <p:nvPr>
            <p:ph idx="1"/>
          </p:nvPr>
        </p:nvSpPr>
        <p:spPr/>
        <p:txBody>
          <a:bodyPr/>
          <a:lstStyle/>
          <a:p>
            <a:pPr lvl="0"/>
            <a:r>
              <a:rPr lang="en-US" dirty="0"/>
              <a:t>Inspiring teams</a:t>
            </a:r>
          </a:p>
          <a:p>
            <a:pPr lvl="0"/>
            <a:r>
              <a:rPr lang="en-US" dirty="0"/>
              <a:t>Playing to your strengths</a:t>
            </a:r>
          </a:p>
          <a:p>
            <a:r>
              <a:rPr lang="en-US" dirty="0"/>
              <a:t>Transitioning from </a:t>
            </a:r>
            <a:r>
              <a:rPr lang="en-US" dirty="0" err="1"/>
              <a:t>Engg</a:t>
            </a:r>
            <a:r>
              <a:rPr lang="en-US" dirty="0"/>
              <a:t> to PM </a:t>
            </a:r>
          </a:p>
        </p:txBody>
      </p:sp>
      <p:sp>
        <p:nvSpPr>
          <p:cNvPr id="3" name="Content Placeholder 2">
            <a:extLst>
              <a:ext uri="{FF2B5EF4-FFF2-40B4-BE49-F238E27FC236}">
                <a16:creationId xmlns:a16="http://schemas.microsoft.com/office/drawing/2014/main" id="{86F6AAC4-48AB-D241-F743-C3E939A75516}"/>
              </a:ext>
            </a:extLst>
          </p:cNvPr>
          <p:cNvSpPr>
            <a:spLocks noGrp="1"/>
          </p:cNvSpPr>
          <p:nvPr>
            <p:ph sz="quarter" idx="10"/>
          </p:nvPr>
        </p:nvSpPr>
        <p:spPr/>
        <p:txBody>
          <a:bodyPr/>
          <a:lstStyle/>
          <a:p>
            <a:r>
              <a:rPr lang="en-US" dirty="0"/>
              <a:t>Discussion Topics – Week 5</a:t>
            </a:r>
          </a:p>
        </p:txBody>
      </p:sp>
      <p:sp>
        <p:nvSpPr>
          <p:cNvPr id="4" name="Slide Number Placeholder 5">
            <a:extLst>
              <a:ext uri="{FF2B5EF4-FFF2-40B4-BE49-F238E27FC236}">
                <a16:creationId xmlns:a16="http://schemas.microsoft.com/office/drawing/2014/main" id="{DEE544E6-F991-0DE7-FFFB-515C7CC9AB98}"/>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8</a:t>
            </a:fld>
            <a:endParaRPr lang="en-US" altLang="en-US"/>
          </a:p>
        </p:txBody>
      </p:sp>
    </p:spTree>
    <p:extLst>
      <p:ext uri="{BB962C8B-B14F-4D97-AF65-F5344CB8AC3E}">
        <p14:creationId xmlns:p14="http://schemas.microsoft.com/office/powerpoint/2010/main" val="2677961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8776BC-7D73-DA29-67B3-D2EB4160B5FF}"/>
              </a:ext>
            </a:extLst>
          </p:cNvPr>
          <p:cNvSpPr>
            <a:spLocks noGrp="1"/>
          </p:cNvSpPr>
          <p:nvPr>
            <p:ph sz="quarter" idx="10"/>
          </p:nvPr>
        </p:nvSpPr>
        <p:spPr/>
        <p:txBody>
          <a:bodyPr/>
          <a:lstStyle/>
          <a:p>
            <a:r>
              <a:rPr lang="en-US" dirty="0"/>
              <a:t>Playing To Your Strengths</a:t>
            </a:r>
          </a:p>
        </p:txBody>
      </p:sp>
    </p:spTree>
    <p:extLst>
      <p:ext uri="{BB962C8B-B14F-4D97-AF65-F5344CB8AC3E}">
        <p14:creationId xmlns:p14="http://schemas.microsoft.com/office/powerpoint/2010/main" val="1396207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F6760F-78BD-B388-209E-FF7C2914ADFB}"/>
              </a:ext>
            </a:extLst>
          </p:cNvPr>
          <p:cNvSpPr>
            <a:spLocks noGrp="1"/>
          </p:cNvSpPr>
          <p:nvPr>
            <p:ph idx="1"/>
          </p:nvPr>
        </p:nvSpPr>
        <p:spPr>
          <a:xfrm>
            <a:off x="406400" y="1493838"/>
            <a:ext cx="10972800" cy="4525963"/>
          </a:xfrm>
        </p:spPr>
        <p:txBody>
          <a:bodyPr/>
          <a:lstStyle/>
          <a:p>
            <a:pPr marL="0" indent="0"/>
            <a:r>
              <a:rPr lang="en-US" b="1" dirty="0"/>
              <a:t>Think (2 min)</a:t>
            </a:r>
            <a:endParaRPr lang="en-US" dirty="0"/>
          </a:p>
          <a:p>
            <a:pPr>
              <a:buFont typeface="Arial" panose="020B0604020202020204" pitchFamily="34" charset="0"/>
              <a:buChar char="•"/>
            </a:pPr>
            <a:r>
              <a:rPr lang="en-US" dirty="0"/>
              <a:t>Think of a time you built a strong relationship with a stakeholder</a:t>
            </a:r>
          </a:p>
          <a:p>
            <a:pPr>
              <a:buFont typeface="Arial" panose="020B0604020202020204" pitchFamily="34" charset="0"/>
              <a:buChar char="•"/>
            </a:pPr>
            <a:r>
              <a:rPr lang="en-US" dirty="0"/>
              <a:t>What action/ behavior helped?</a:t>
            </a:r>
          </a:p>
          <a:p>
            <a:pPr marL="0" indent="0"/>
            <a:endParaRPr lang="en-US" dirty="0"/>
          </a:p>
          <a:p>
            <a:pPr marL="0" indent="0"/>
            <a:r>
              <a:rPr lang="en-US" b="1" dirty="0"/>
              <a:t>Share (2 min per person)</a:t>
            </a:r>
            <a:endParaRPr lang="en-US" dirty="0"/>
          </a:p>
          <a:p>
            <a:pPr>
              <a:buFont typeface="Arial" panose="020B0604020202020204" pitchFamily="34" charset="0"/>
              <a:buChar char="•"/>
            </a:pPr>
            <a:r>
              <a:rPr lang="en-US" dirty="0"/>
              <a:t>Each person takes a turn sharing their story and superpower.</a:t>
            </a:r>
          </a:p>
          <a:p>
            <a:pPr>
              <a:buFont typeface="Arial" panose="020B0604020202020204" pitchFamily="34" charset="0"/>
              <a:buChar char="•"/>
            </a:pPr>
            <a:r>
              <a:rPr lang="en-US" dirty="0"/>
              <a:t>After each share, the other participants give </a:t>
            </a:r>
            <a:r>
              <a:rPr lang="en-US" b="1" dirty="0"/>
              <a:t>one piece of positive feedback</a:t>
            </a:r>
            <a:r>
              <a:rPr lang="en-US" dirty="0"/>
              <a:t>: </a:t>
            </a:r>
            <a:r>
              <a:rPr lang="en-US" i="1" dirty="0"/>
              <a:t>“From your story, I hear that your strength is…”</a:t>
            </a:r>
          </a:p>
          <a:p>
            <a:pPr>
              <a:buFont typeface="Arial" panose="020B0604020202020204" pitchFamily="34" charset="0"/>
              <a:buChar char="•"/>
            </a:pPr>
            <a:endParaRPr lang="en-US" i="1" dirty="0"/>
          </a:p>
          <a:p>
            <a:pPr marL="0" indent="0" algn="ctr"/>
            <a:r>
              <a:rPr lang="en-US" b="1" dirty="0"/>
              <a:t>Consolidate the Strengths</a:t>
            </a:r>
          </a:p>
        </p:txBody>
      </p:sp>
      <p:sp>
        <p:nvSpPr>
          <p:cNvPr id="4" name="Content Placeholder 3">
            <a:extLst>
              <a:ext uri="{FF2B5EF4-FFF2-40B4-BE49-F238E27FC236}">
                <a16:creationId xmlns:a16="http://schemas.microsoft.com/office/drawing/2014/main" id="{09EB0059-6A81-29FD-761B-E164C08F0ECA}"/>
              </a:ext>
            </a:extLst>
          </p:cNvPr>
          <p:cNvSpPr>
            <a:spLocks noGrp="1"/>
          </p:cNvSpPr>
          <p:nvPr>
            <p:ph sz="quarter" idx="10"/>
          </p:nvPr>
        </p:nvSpPr>
        <p:spPr>
          <a:xfrm>
            <a:off x="406400" y="152400"/>
            <a:ext cx="8432800" cy="1143000"/>
          </a:xfrm>
        </p:spPr>
        <p:txBody>
          <a:bodyPr/>
          <a:lstStyle/>
          <a:p>
            <a:r>
              <a:rPr lang="en-US" dirty="0"/>
              <a:t>Breakout Rooms : 10 min</a:t>
            </a:r>
          </a:p>
        </p:txBody>
      </p:sp>
      <p:sp>
        <p:nvSpPr>
          <p:cNvPr id="2" name="Slide Number Placeholder 5">
            <a:extLst>
              <a:ext uri="{FF2B5EF4-FFF2-40B4-BE49-F238E27FC236}">
                <a16:creationId xmlns:a16="http://schemas.microsoft.com/office/drawing/2014/main" id="{01181B9E-171D-C106-AEDA-1ABC301D9FAA}"/>
              </a:ext>
            </a:extLst>
          </p:cNvPr>
          <p:cNvSpPr>
            <a:spLocks noGrp="1"/>
          </p:cNvSpPr>
          <p:nvPr>
            <p:ph type="sldNum" sz="quarter" idx="4"/>
          </p:nvPr>
        </p:nvSpPr>
        <p:spPr>
          <a:xfrm>
            <a:off x="406400" y="6599238"/>
            <a:ext cx="2844800" cy="254481"/>
          </a:xfr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10</a:t>
            </a:fld>
            <a:endParaRPr lang="en-US" altLang="en-US"/>
          </a:p>
        </p:txBody>
      </p:sp>
    </p:spTree>
    <p:extLst>
      <p:ext uri="{BB962C8B-B14F-4D97-AF65-F5344CB8AC3E}">
        <p14:creationId xmlns:p14="http://schemas.microsoft.com/office/powerpoint/2010/main" val="1690124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1CA0B1-A493-6879-98A8-9A221152501F}"/>
              </a:ext>
            </a:extLst>
          </p:cNvPr>
          <p:cNvSpPr>
            <a:spLocks noGrp="1"/>
          </p:cNvSpPr>
          <p:nvPr>
            <p:ph idx="1"/>
          </p:nvPr>
        </p:nvSpPr>
        <p:spPr/>
        <p:txBody>
          <a:bodyPr/>
          <a:lstStyle/>
          <a:p>
            <a:endParaRPr lang="en-US"/>
          </a:p>
        </p:txBody>
      </p:sp>
      <p:sp>
        <p:nvSpPr>
          <p:cNvPr id="3" name="Content Placeholder 2">
            <a:extLst>
              <a:ext uri="{FF2B5EF4-FFF2-40B4-BE49-F238E27FC236}">
                <a16:creationId xmlns:a16="http://schemas.microsoft.com/office/drawing/2014/main" id="{962AC9E2-A542-FD61-8DBD-327CF760AC92}"/>
              </a:ext>
            </a:extLst>
          </p:cNvPr>
          <p:cNvSpPr>
            <a:spLocks noGrp="1"/>
          </p:cNvSpPr>
          <p:nvPr>
            <p:ph sz="quarter" idx="10"/>
          </p:nvPr>
        </p:nvSpPr>
        <p:spPr/>
        <p:txBody>
          <a:bodyPr/>
          <a:lstStyle/>
          <a:p>
            <a:r>
              <a:rPr lang="en-US" dirty="0"/>
              <a:t>Lets consolidate</a:t>
            </a:r>
          </a:p>
        </p:txBody>
      </p:sp>
    </p:spTree>
    <p:extLst>
      <p:ext uri="{BB962C8B-B14F-4D97-AF65-F5344CB8AC3E}">
        <p14:creationId xmlns:p14="http://schemas.microsoft.com/office/powerpoint/2010/main" val="252236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A335ED-BD31-C835-FB70-3B8756802708}"/>
              </a:ext>
            </a:extLst>
          </p:cNvPr>
          <p:cNvSpPr>
            <a:spLocks noGrp="1"/>
          </p:cNvSpPr>
          <p:nvPr>
            <p:ph idx="1"/>
          </p:nvPr>
        </p:nvSpPr>
        <p:spPr/>
        <p:txBody>
          <a:bodyPr/>
          <a:lstStyle/>
          <a:p>
            <a:endParaRPr lang="en-US" dirty="0"/>
          </a:p>
          <a:p>
            <a:endParaRPr lang="en-US" dirty="0"/>
          </a:p>
          <a:p>
            <a:pPr algn="ctr"/>
            <a:r>
              <a:rPr lang="en-US" sz="3600" dirty="0"/>
              <a:t>What some are things you could try doing?</a:t>
            </a:r>
          </a:p>
        </p:txBody>
      </p:sp>
      <p:sp>
        <p:nvSpPr>
          <p:cNvPr id="3" name="Content Placeholder 2">
            <a:extLst>
              <a:ext uri="{FF2B5EF4-FFF2-40B4-BE49-F238E27FC236}">
                <a16:creationId xmlns:a16="http://schemas.microsoft.com/office/drawing/2014/main" id="{A42939C6-97E8-3294-30A2-FD9391B88C5B}"/>
              </a:ext>
            </a:extLst>
          </p:cNvPr>
          <p:cNvSpPr>
            <a:spLocks noGrp="1"/>
          </p:cNvSpPr>
          <p:nvPr>
            <p:ph sz="quarter" idx="10"/>
          </p:nvPr>
        </p:nvSpPr>
        <p:spPr/>
        <p:txBody>
          <a:bodyPr/>
          <a:lstStyle/>
          <a:p>
            <a:r>
              <a:rPr lang="en-US" dirty="0"/>
              <a:t>Based on what you heard,</a:t>
            </a:r>
          </a:p>
        </p:txBody>
      </p:sp>
      <p:sp>
        <p:nvSpPr>
          <p:cNvPr id="4" name="Slide Number Placeholder 5">
            <a:extLst>
              <a:ext uri="{FF2B5EF4-FFF2-40B4-BE49-F238E27FC236}">
                <a16:creationId xmlns:a16="http://schemas.microsoft.com/office/drawing/2014/main" id="{56DCEC58-59D1-DF72-FB5A-43D867F829E5}"/>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12</a:t>
            </a:fld>
            <a:endParaRPr lang="en-US" altLang="en-US"/>
          </a:p>
        </p:txBody>
      </p:sp>
    </p:spTree>
    <p:extLst>
      <p:ext uri="{BB962C8B-B14F-4D97-AF65-F5344CB8AC3E}">
        <p14:creationId xmlns:p14="http://schemas.microsoft.com/office/powerpoint/2010/main" val="2185859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CDEB8-211F-F6B4-CCE3-6528BD5DE2F3}"/>
              </a:ext>
            </a:extLst>
          </p:cNvPr>
          <p:cNvSpPr>
            <a:spLocks noGrp="1"/>
          </p:cNvSpPr>
          <p:nvPr>
            <p:ph sz="quarter" idx="10"/>
          </p:nvPr>
        </p:nvSpPr>
        <p:spPr/>
        <p:txBody>
          <a:bodyPr/>
          <a:lstStyle/>
          <a:p>
            <a:r>
              <a:rPr lang="en-US" dirty="0"/>
              <a:t>Inspiring Teams</a:t>
            </a:r>
          </a:p>
        </p:txBody>
      </p:sp>
    </p:spTree>
    <p:extLst>
      <p:ext uri="{BB962C8B-B14F-4D97-AF65-F5344CB8AC3E}">
        <p14:creationId xmlns:p14="http://schemas.microsoft.com/office/powerpoint/2010/main" val="1654155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B1FE42-DA9F-F565-B4A2-3236C5B9641E}"/>
              </a:ext>
            </a:extLst>
          </p:cNvPr>
          <p:cNvSpPr>
            <a:spLocks noGrp="1"/>
          </p:cNvSpPr>
          <p:nvPr>
            <p:ph sz="quarter" idx="10"/>
          </p:nvPr>
        </p:nvSpPr>
        <p:spPr/>
        <p:txBody>
          <a:bodyPr/>
          <a:lstStyle/>
          <a:p>
            <a:endParaRPr lang="en-US"/>
          </a:p>
        </p:txBody>
      </p:sp>
      <p:pic>
        <p:nvPicPr>
          <p:cNvPr id="3" name="Picture 2" descr="A large stone church with many pews&#10;&#10;Description automatically generated">
            <a:extLst>
              <a:ext uri="{FF2B5EF4-FFF2-40B4-BE49-F238E27FC236}">
                <a16:creationId xmlns:a16="http://schemas.microsoft.com/office/drawing/2014/main" id="{FD3C6B20-1ADD-AFB6-1765-47ED8A0B7E3B}"/>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15484"/>
          <a:stretch/>
        </p:blipFill>
        <p:spPr>
          <a:xfrm>
            <a:off x="0" y="0"/>
            <a:ext cx="12192000" cy="6858000"/>
          </a:xfrm>
          <a:prstGeom prst="rect">
            <a:avLst/>
          </a:prstGeom>
        </p:spPr>
      </p:pic>
    </p:spTree>
    <p:extLst>
      <p:ext uri="{BB962C8B-B14F-4D97-AF65-F5344CB8AC3E}">
        <p14:creationId xmlns:p14="http://schemas.microsoft.com/office/powerpoint/2010/main" val="2924809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365B41-EC08-840A-77A2-EA74F42B2449}"/>
              </a:ext>
            </a:extLst>
          </p:cNvPr>
          <p:cNvSpPr>
            <a:spLocks noGrp="1"/>
          </p:cNvSpPr>
          <p:nvPr>
            <p:ph sz="quarter" idx="10"/>
          </p:nvPr>
        </p:nvSpPr>
        <p:spPr/>
        <p:txBody>
          <a:bodyPr/>
          <a:lstStyle/>
          <a:p>
            <a:r>
              <a:rPr lang="en-US" dirty="0"/>
              <a:t>Story Telling – Learning &amp; Remembering</a:t>
            </a:r>
          </a:p>
        </p:txBody>
      </p:sp>
      <p:pic>
        <p:nvPicPr>
          <p:cNvPr id="1026" name="Picture 2" descr="Image result for hare vs tortoise race">
            <a:extLst>
              <a:ext uri="{FF2B5EF4-FFF2-40B4-BE49-F238E27FC236}">
                <a16:creationId xmlns:a16="http://schemas.microsoft.com/office/drawing/2014/main" id="{70FC46F3-9A8E-0DA1-E964-58B627EA129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086937" y="1988840"/>
            <a:ext cx="6018125" cy="37353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Slide Number Placeholder 5">
            <a:extLst>
              <a:ext uri="{FF2B5EF4-FFF2-40B4-BE49-F238E27FC236}">
                <a16:creationId xmlns:a16="http://schemas.microsoft.com/office/drawing/2014/main" id="{EFEEABDE-9C61-58B0-509D-553E3A7E64AC}"/>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15</a:t>
            </a:fld>
            <a:endParaRPr lang="en-US" altLang="en-US"/>
          </a:p>
        </p:txBody>
      </p:sp>
    </p:spTree>
    <p:extLst>
      <p:ext uri="{BB962C8B-B14F-4D97-AF65-F5344CB8AC3E}">
        <p14:creationId xmlns:p14="http://schemas.microsoft.com/office/powerpoint/2010/main" val="71204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B343B38-8794-9524-4EF7-B7D323DDB99D}"/>
              </a:ext>
            </a:extLst>
          </p:cNvPr>
          <p:cNvSpPr>
            <a:spLocks noGrp="1"/>
          </p:cNvSpPr>
          <p:nvPr>
            <p:ph sz="half" idx="1"/>
          </p:nvPr>
        </p:nvSpPr>
        <p:spPr/>
        <p:txBody>
          <a:bodyPr/>
          <a:lstStyle/>
          <a:p>
            <a:pPr marL="457200" indent="-457200">
              <a:buFont typeface="Arial" panose="020B0604020202020204" pitchFamily="34" charset="0"/>
              <a:buChar char="•"/>
            </a:pPr>
            <a:r>
              <a:rPr lang="en-US" sz="2800" dirty="0"/>
              <a:t>Catchy Title</a:t>
            </a:r>
          </a:p>
          <a:p>
            <a:pPr marL="457200" indent="-457200">
              <a:buFont typeface="Arial" panose="020B0604020202020204" pitchFamily="34" charset="0"/>
              <a:buChar char="•"/>
            </a:pPr>
            <a:r>
              <a:rPr lang="en-US" sz="2800" dirty="0"/>
              <a:t>Relatable Lead Characters with imagery</a:t>
            </a:r>
          </a:p>
          <a:p>
            <a:pPr marL="457200" indent="-457200">
              <a:buFont typeface="Arial" panose="020B0604020202020204" pitchFamily="34" charset="0"/>
              <a:buChar char="•"/>
            </a:pPr>
            <a:r>
              <a:rPr lang="en-US" sz="2800" dirty="0"/>
              <a:t>Problem or Villain</a:t>
            </a:r>
          </a:p>
          <a:p>
            <a:pPr marL="457200" indent="-457200">
              <a:buFont typeface="Arial" panose="020B0604020202020204" pitchFamily="34" charset="0"/>
              <a:buChar char="•"/>
            </a:pPr>
            <a:r>
              <a:rPr lang="en-US" sz="2800" dirty="0"/>
              <a:t>Solution</a:t>
            </a:r>
          </a:p>
          <a:p>
            <a:pPr marL="457200" indent="-457200">
              <a:buFont typeface="Arial" panose="020B0604020202020204" pitchFamily="34" charset="0"/>
              <a:buChar char="•"/>
            </a:pPr>
            <a:endParaRPr lang="en-US" dirty="0"/>
          </a:p>
          <a:p>
            <a:pPr marL="0" indent="0" algn="ctr"/>
            <a:r>
              <a:rPr lang="en-US" sz="3200" dirty="0"/>
              <a:t>Be Clear about the Purpose of the story</a:t>
            </a:r>
          </a:p>
          <a:p>
            <a:pPr marL="457200" indent="-457200">
              <a:buFont typeface="Arial" panose="020B0604020202020204" pitchFamily="34" charset="0"/>
              <a:buChar char="•"/>
            </a:pPr>
            <a:endParaRPr lang="en-US" sz="2800" dirty="0"/>
          </a:p>
        </p:txBody>
      </p:sp>
      <p:sp>
        <p:nvSpPr>
          <p:cNvPr id="4" name="Content Placeholder 3">
            <a:extLst>
              <a:ext uri="{FF2B5EF4-FFF2-40B4-BE49-F238E27FC236}">
                <a16:creationId xmlns:a16="http://schemas.microsoft.com/office/drawing/2014/main" id="{DBE03CB7-DEF7-0B03-7844-F4703B034677}"/>
              </a:ext>
            </a:extLst>
          </p:cNvPr>
          <p:cNvSpPr>
            <a:spLocks noGrp="1"/>
          </p:cNvSpPr>
          <p:nvPr>
            <p:ph sz="half" idx="2"/>
          </p:nvPr>
        </p:nvSpPr>
        <p:spPr/>
        <p:txBody>
          <a:bodyPr>
            <a:normAutofit/>
          </a:bodyPr>
          <a:lstStyle/>
          <a:p>
            <a:endParaRPr lang="en-US" sz="1600" dirty="0"/>
          </a:p>
        </p:txBody>
      </p:sp>
      <p:sp>
        <p:nvSpPr>
          <p:cNvPr id="8" name="Content Placeholder 7">
            <a:extLst>
              <a:ext uri="{FF2B5EF4-FFF2-40B4-BE49-F238E27FC236}">
                <a16:creationId xmlns:a16="http://schemas.microsoft.com/office/drawing/2014/main" id="{BBCFA40A-2129-B212-2650-7A9D47B774D0}"/>
              </a:ext>
            </a:extLst>
          </p:cNvPr>
          <p:cNvSpPr>
            <a:spLocks noGrp="1"/>
          </p:cNvSpPr>
          <p:nvPr>
            <p:ph sz="quarter" idx="10"/>
          </p:nvPr>
        </p:nvSpPr>
        <p:spPr/>
        <p:txBody>
          <a:bodyPr/>
          <a:lstStyle/>
          <a:p>
            <a:r>
              <a:rPr lang="en-US" dirty="0"/>
              <a:t>Structure Of A Story</a:t>
            </a:r>
          </a:p>
        </p:txBody>
      </p:sp>
      <p:pic>
        <p:nvPicPr>
          <p:cNvPr id="7" name="Video 6" descr="Circling Molecule">
            <a:extLst>
              <a:ext uri="{FF2B5EF4-FFF2-40B4-BE49-F238E27FC236}">
                <a16:creationId xmlns:a16="http://schemas.microsoft.com/office/drawing/2014/main" id="{270D8169-DE3A-D682-628C-1BFBDF10A34A}"/>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22542" r="27315" b="-1"/>
          <a:stretch/>
        </p:blipFill>
        <p:spPr>
          <a:xfrm>
            <a:off x="7264400" y="1584367"/>
            <a:ext cx="4064000" cy="4571994"/>
          </a:xfrm>
          <a:prstGeom prst="rect">
            <a:avLst/>
          </a:prstGeom>
          <a:noFill/>
        </p:spPr>
      </p:pic>
      <p:sp>
        <p:nvSpPr>
          <p:cNvPr id="2" name="Slide Number Placeholder 5">
            <a:extLst>
              <a:ext uri="{FF2B5EF4-FFF2-40B4-BE49-F238E27FC236}">
                <a16:creationId xmlns:a16="http://schemas.microsoft.com/office/drawing/2014/main" id="{43F484A4-7905-1CE0-644E-CC1AB5D63C3F}"/>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16</a:t>
            </a:fld>
            <a:endParaRPr lang="en-US" altLang="en-US"/>
          </a:p>
        </p:txBody>
      </p:sp>
    </p:spTree>
    <p:extLst>
      <p:ext uri="{BB962C8B-B14F-4D97-AF65-F5344CB8AC3E}">
        <p14:creationId xmlns:p14="http://schemas.microsoft.com/office/powerpoint/2010/main" val="148472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A4D715-B4EB-DF40-8347-4F86CE788C28}"/>
              </a:ext>
            </a:extLst>
          </p:cNvPr>
          <p:cNvPicPr>
            <a:picLocks noChangeAspect="1"/>
          </p:cNvPicPr>
          <p:nvPr/>
        </p:nvPicPr>
        <p:blipFill>
          <a:blip r:embed="rId2"/>
          <a:srcRect t="18923" b="7749"/>
          <a:stretch/>
        </p:blipFill>
        <p:spPr>
          <a:xfrm>
            <a:off x="406400" y="1493838"/>
            <a:ext cx="10972800" cy="4525963"/>
          </a:xfrm>
          <a:prstGeom prst="rect">
            <a:avLst/>
          </a:prstGeom>
          <a:noFill/>
        </p:spPr>
      </p:pic>
      <p:sp>
        <p:nvSpPr>
          <p:cNvPr id="3" name="Subtitle 2">
            <a:extLst>
              <a:ext uri="{FF2B5EF4-FFF2-40B4-BE49-F238E27FC236}">
                <a16:creationId xmlns:a16="http://schemas.microsoft.com/office/drawing/2014/main" id="{CBA33059-D8FB-A945-A3D7-AAD16049A89E}"/>
              </a:ext>
            </a:extLst>
          </p:cNvPr>
          <p:cNvSpPr>
            <a:spLocks noGrp="1"/>
          </p:cNvSpPr>
          <p:nvPr>
            <p:ph sz="quarter" idx="10"/>
          </p:nvPr>
        </p:nvSpPr>
        <p:spPr>
          <a:xfrm>
            <a:off x="406400" y="152400"/>
            <a:ext cx="8432800" cy="1143000"/>
          </a:xfrm>
        </p:spPr>
        <p:txBody>
          <a:bodyPr wrap="square" anchor="ctr">
            <a:normAutofit/>
          </a:bodyPr>
          <a:lstStyle/>
          <a:p>
            <a:pPr marL="0" indent="0">
              <a:spcAft>
                <a:spcPts val="600"/>
              </a:spcAft>
              <a:buNone/>
            </a:pPr>
            <a:r>
              <a:rPr lang="en-US" err="1"/>
              <a:t>Abhi</a:t>
            </a:r>
            <a:r>
              <a:rPr lang="en-US"/>
              <a:t> Kya </a:t>
            </a:r>
            <a:r>
              <a:rPr lang="en-US" err="1"/>
              <a:t>Karega</a:t>
            </a:r>
            <a:r>
              <a:rPr lang="en-US"/>
              <a:t>??</a:t>
            </a:r>
          </a:p>
        </p:txBody>
      </p:sp>
      <p:sp>
        <p:nvSpPr>
          <p:cNvPr id="2" name="Slide Number Placeholder 5">
            <a:extLst>
              <a:ext uri="{FF2B5EF4-FFF2-40B4-BE49-F238E27FC236}">
                <a16:creationId xmlns:a16="http://schemas.microsoft.com/office/drawing/2014/main" id="{9C55416A-AB05-E952-6D5A-45B581E5EC34}"/>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17</a:t>
            </a:fld>
            <a:endParaRPr lang="en-US" altLang="en-US"/>
          </a:p>
        </p:txBody>
      </p:sp>
    </p:spTree>
    <p:extLst>
      <p:ext uri="{BB962C8B-B14F-4D97-AF65-F5344CB8AC3E}">
        <p14:creationId xmlns:p14="http://schemas.microsoft.com/office/powerpoint/2010/main" val="2355349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48664C3-CCF7-092E-CCDA-F4D9C805EF51}"/>
              </a:ext>
            </a:extLst>
          </p:cNvPr>
          <p:cNvSpPr>
            <a:spLocks noGrp="1"/>
          </p:cNvSpPr>
          <p:nvPr>
            <p:ph sz="quarter" idx="10"/>
          </p:nvPr>
        </p:nvSpPr>
        <p:spPr/>
        <p:txBody>
          <a:bodyPr/>
          <a:lstStyle/>
          <a:p>
            <a:r>
              <a:rPr lang="en-US" dirty="0"/>
              <a:t>Meet Abhishek – Job Aspirant</a:t>
            </a:r>
          </a:p>
        </p:txBody>
      </p:sp>
      <p:sp>
        <p:nvSpPr>
          <p:cNvPr id="6" name="TextBox 5">
            <a:extLst>
              <a:ext uri="{FF2B5EF4-FFF2-40B4-BE49-F238E27FC236}">
                <a16:creationId xmlns:a16="http://schemas.microsoft.com/office/drawing/2014/main" id="{E2C8FDB7-3CA1-9145-97E3-27F95D149CD6}"/>
              </a:ext>
            </a:extLst>
          </p:cNvPr>
          <p:cNvSpPr txBox="1"/>
          <p:nvPr/>
        </p:nvSpPr>
        <p:spPr>
          <a:xfrm>
            <a:off x="3166442" y="3822871"/>
            <a:ext cx="3836020" cy="1015663"/>
          </a:xfrm>
          <a:prstGeom prst="rect">
            <a:avLst/>
          </a:prstGeom>
          <a:noFill/>
        </p:spPr>
        <p:txBody>
          <a:bodyPr wrap="square" rtlCol="0">
            <a:spAutoFit/>
          </a:bodyPr>
          <a:lstStyle/>
          <a:p>
            <a:r>
              <a:rPr lang="en-US" sz="2400" dirty="0"/>
              <a:t>Goal</a:t>
            </a:r>
            <a:endParaRPr lang="en-US" sz="2000" dirty="0"/>
          </a:p>
          <a:p>
            <a:pPr marL="187325" indent="-187325">
              <a:buFontTx/>
              <a:buChar char="-"/>
            </a:pPr>
            <a:r>
              <a:rPr lang="en-US" dirty="0"/>
              <a:t>Get a well-paying job that offers stability and growth</a:t>
            </a:r>
          </a:p>
        </p:txBody>
      </p:sp>
      <p:sp>
        <p:nvSpPr>
          <p:cNvPr id="7" name="TextBox 6">
            <a:extLst>
              <a:ext uri="{FF2B5EF4-FFF2-40B4-BE49-F238E27FC236}">
                <a16:creationId xmlns:a16="http://schemas.microsoft.com/office/drawing/2014/main" id="{31C815CD-3123-504A-B886-A30FA48CC8E0}"/>
              </a:ext>
            </a:extLst>
          </p:cNvPr>
          <p:cNvSpPr txBox="1"/>
          <p:nvPr/>
        </p:nvSpPr>
        <p:spPr>
          <a:xfrm>
            <a:off x="3166442" y="1565327"/>
            <a:ext cx="3836020" cy="1846659"/>
          </a:xfrm>
          <a:prstGeom prst="rect">
            <a:avLst/>
          </a:prstGeom>
          <a:noFill/>
        </p:spPr>
        <p:txBody>
          <a:bodyPr wrap="square" rtlCol="0">
            <a:spAutoFit/>
          </a:bodyPr>
          <a:lstStyle/>
          <a:p>
            <a:r>
              <a:rPr lang="en-US" sz="2400" dirty="0"/>
              <a:t>Motivation</a:t>
            </a:r>
          </a:p>
          <a:p>
            <a:pPr marL="187325" indent="-187325">
              <a:buFontTx/>
              <a:buChar char="-"/>
            </a:pPr>
            <a:r>
              <a:rPr lang="en-US" dirty="0"/>
              <a:t>Improve quality of life for self and family</a:t>
            </a:r>
          </a:p>
          <a:p>
            <a:pPr marL="187325" indent="-187325">
              <a:buFontTx/>
              <a:buChar char="-"/>
            </a:pPr>
            <a:r>
              <a:rPr lang="en-US" dirty="0"/>
              <a:t>Improve his standing in society</a:t>
            </a:r>
          </a:p>
          <a:p>
            <a:pPr marL="187325" indent="-187325">
              <a:buFontTx/>
              <a:buChar char="-"/>
            </a:pPr>
            <a:r>
              <a:rPr lang="en-US" dirty="0"/>
              <a:t>Improve his financial position</a:t>
            </a:r>
          </a:p>
        </p:txBody>
      </p:sp>
      <p:sp>
        <p:nvSpPr>
          <p:cNvPr id="8" name="TextBox 7">
            <a:extLst>
              <a:ext uri="{FF2B5EF4-FFF2-40B4-BE49-F238E27FC236}">
                <a16:creationId xmlns:a16="http://schemas.microsoft.com/office/drawing/2014/main" id="{3C38B254-012F-4943-AFAF-8E981A77A6CE}"/>
              </a:ext>
            </a:extLst>
          </p:cNvPr>
          <p:cNvSpPr txBox="1"/>
          <p:nvPr/>
        </p:nvSpPr>
        <p:spPr>
          <a:xfrm>
            <a:off x="7657169" y="3509932"/>
            <a:ext cx="3836020" cy="2400657"/>
          </a:xfrm>
          <a:prstGeom prst="rect">
            <a:avLst/>
          </a:prstGeom>
          <a:noFill/>
        </p:spPr>
        <p:txBody>
          <a:bodyPr wrap="square" rtlCol="0">
            <a:spAutoFit/>
          </a:bodyPr>
          <a:lstStyle/>
          <a:p>
            <a:r>
              <a:rPr lang="en-US" sz="2400" dirty="0"/>
              <a:t>Frustrations</a:t>
            </a:r>
            <a:endParaRPr lang="en-US" sz="2000" dirty="0"/>
          </a:p>
          <a:p>
            <a:pPr marL="187325" indent="-187325">
              <a:buFontTx/>
              <a:buChar char="-"/>
            </a:pPr>
            <a:r>
              <a:rPr lang="en-US" dirty="0"/>
              <a:t>Lack of steady job despite his education</a:t>
            </a:r>
          </a:p>
          <a:p>
            <a:pPr marL="187325" indent="-187325">
              <a:buFontTx/>
              <a:buChar char="-"/>
            </a:pPr>
            <a:r>
              <a:rPr lang="en-US" dirty="0"/>
              <a:t>Inability to provide for family the way he would like to</a:t>
            </a:r>
          </a:p>
          <a:p>
            <a:pPr marL="187325" indent="-187325">
              <a:buFontTx/>
              <a:buChar char="-"/>
            </a:pPr>
            <a:r>
              <a:rPr lang="en-US" dirty="0"/>
              <a:t>Unaware of opportunities</a:t>
            </a:r>
          </a:p>
          <a:p>
            <a:pPr marL="187325" indent="-187325">
              <a:buFontTx/>
              <a:buChar char="-"/>
            </a:pPr>
            <a:r>
              <a:rPr lang="en-US" dirty="0"/>
              <a:t>Not sure how to prepare</a:t>
            </a:r>
          </a:p>
          <a:p>
            <a:pPr marL="187325" indent="-187325">
              <a:buFontTx/>
              <a:buChar char="-"/>
            </a:pPr>
            <a:r>
              <a:rPr lang="en-US" dirty="0"/>
              <a:t>Don’t know where I stand</a:t>
            </a:r>
          </a:p>
        </p:txBody>
      </p:sp>
      <p:sp>
        <p:nvSpPr>
          <p:cNvPr id="9" name="TextBox 8">
            <a:extLst>
              <a:ext uri="{FF2B5EF4-FFF2-40B4-BE49-F238E27FC236}">
                <a16:creationId xmlns:a16="http://schemas.microsoft.com/office/drawing/2014/main" id="{232B120E-0C54-2240-BB8F-DD4EF0464485}"/>
              </a:ext>
            </a:extLst>
          </p:cNvPr>
          <p:cNvSpPr txBox="1"/>
          <p:nvPr/>
        </p:nvSpPr>
        <p:spPr>
          <a:xfrm>
            <a:off x="7657169" y="1565327"/>
            <a:ext cx="3836020" cy="1569660"/>
          </a:xfrm>
          <a:prstGeom prst="rect">
            <a:avLst/>
          </a:prstGeom>
          <a:noFill/>
        </p:spPr>
        <p:txBody>
          <a:bodyPr wrap="square" rtlCol="0">
            <a:spAutoFit/>
          </a:bodyPr>
          <a:lstStyle/>
          <a:p>
            <a:r>
              <a:rPr lang="en-US" sz="2400" dirty="0"/>
              <a:t>Everyday activities</a:t>
            </a:r>
          </a:p>
          <a:p>
            <a:pPr marL="187325" indent="-187325">
              <a:buFontTx/>
              <a:buChar char="-"/>
            </a:pPr>
            <a:r>
              <a:rPr lang="en-US" dirty="0"/>
              <a:t>Day job</a:t>
            </a:r>
          </a:p>
          <a:p>
            <a:pPr marL="187325" indent="-187325">
              <a:buFontTx/>
              <a:buChar char="-"/>
            </a:pPr>
            <a:r>
              <a:rPr lang="en-US" dirty="0"/>
              <a:t>Preparing for tests</a:t>
            </a:r>
          </a:p>
          <a:p>
            <a:pPr marL="187325" indent="-187325">
              <a:buFontTx/>
              <a:buChar char="-"/>
            </a:pPr>
            <a:r>
              <a:rPr lang="en-US" dirty="0"/>
              <a:t>Speaking to his friends and seniors</a:t>
            </a:r>
          </a:p>
        </p:txBody>
      </p:sp>
      <p:sp>
        <p:nvSpPr>
          <p:cNvPr id="11" name="TextBox 10">
            <a:extLst>
              <a:ext uri="{FF2B5EF4-FFF2-40B4-BE49-F238E27FC236}">
                <a16:creationId xmlns:a16="http://schemas.microsoft.com/office/drawing/2014/main" id="{045F05FE-00E8-7B5B-290D-70B0B27E7143}"/>
              </a:ext>
            </a:extLst>
          </p:cNvPr>
          <p:cNvSpPr txBox="1"/>
          <p:nvPr/>
        </p:nvSpPr>
        <p:spPr>
          <a:xfrm>
            <a:off x="671294" y="3602720"/>
            <a:ext cx="2112338" cy="2800767"/>
          </a:xfrm>
          <a:prstGeom prst="rect">
            <a:avLst/>
          </a:prstGeom>
          <a:noFill/>
        </p:spPr>
        <p:txBody>
          <a:bodyPr wrap="square" rtlCol="0">
            <a:spAutoFit/>
          </a:bodyPr>
          <a:lstStyle/>
          <a:p>
            <a:pPr marL="176213" indent="-176213">
              <a:buFont typeface="Arial" panose="020B0604020202020204" pitchFamily="34" charset="0"/>
              <a:buChar char="•"/>
            </a:pPr>
            <a:r>
              <a:rPr lang="en-US" sz="1600" dirty="0"/>
              <a:t>In his late 20’s</a:t>
            </a:r>
          </a:p>
          <a:p>
            <a:pPr marL="176213" indent="-176213">
              <a:buFont typeface="Arial" panose="020B0604020202020204" pitchFamily="34" charset="0"/>
              <a:buChar char="•"/>
            </a:pPr>
            <a:r>
              <a:rPr lang="en-US" sz="1600" dirty="0"/>
              <a:t>Lives in a tier 2 or smaller city</a:t>
            </a:r>
          </a:p>
          <a:p>
            <a:pPr marL="176213" indent="-176213">
              <a:buFont typeface="Arial" panose="020B0604020202020204" pitchFamily="34" charset="0"/>
              <a:buChar char="•"/>
            </a:pPr>
            <a:r>
              <a:rPr lang="en-US" sz="1600" dirty="0"/>
              <a:t>Limited internet access</a:t>
            </a:r>
          </a:p>
          <a:p>
            <a:pPr marL="176213" indent="-176213">
              <a:buFont typeface="Arial" panose="020B0604020202020204" pitchFamily="34" charset="0"/>
              <a:buChar char="•"/>
            </a:pPr>
            <a:r>
              <a:rPr lang="en-US" sz="1600" dirty="0"/>
              <a:t>Completed his graduation.</a:t>
            </a:r>
          </a:p>
          <a:p>
            <a:pPr marL="176213" indent="-176213">
              <a:buFont typeface="Arial" panose="020B0604020202020204" pitchFamily="34" charset="0"/>
              <a:buChar char="•"/>
            </a:pPr>
            <a:r>
              <a:rPr lang="en-US" sz="1600" dirty="0"/>
              <a:t>Does not have a </a:t>
            </a:r>
            <a:r>
              <a:rPr lang="en-US" sz="1600" u="sng" dirty="0"/>
              <a:t>good</a:t>
            </a:r>
            <a:r>
              <a:rPr lang="en-US" sz="1600" dirty="0"/>
              <a:t> job yet</a:t>
            </a:r>
          </a:p>
          <a:p>
            <a:pPr marL="176213" indent="-176213">
              <a:buFont typeface="Arial" panose="020B0604020202020204" pitchFamily="34" charset="0"/>
              <a:buChar char="•"/>
            </a:pPr>
            <a:r>
              <a:rPr lang="en-US" sz="1600" dirty="0"/>
              <a:t>Limited financial income</a:t>
            </a:r>
          </a:p>
        </p:txBody>
      </p:sp>
      <p:pic>
        <p:nvPicPr>
          <p:cNvPr id="4" name="Picture 3">
            <a:extLst>
              <a:ext uri="{FF2B5EF4-FFF2-40B4-BE49-F238E27FC236}">
                <a16:creationId xmlns:a16="http://schemas.microsoft.com/office/drawing/2014/main" id="{ABE35D4F-FDE0-C6F4-9C7F-B229BA9624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9827" y="1364472"/>
            <a:ext cx="1791908" cy="2064528"/>
          </a:xfrm>
          <a:prstGeom prst="rect">
            <a:avLst/>
          </a:prstGeom>
        </p:spPr>
      </p:pic>
      <p:sp>
        <p:nvSpPr>
          <p:cNvPr id="3" name="TextBox 2">
            <a:extLst>
              <a:ext uri="{FF2B5EF4-FFF2-40B4-BE49-F238E27FC236}">
                <a16:creationId xmlns:a16="http://schemas.microsoft.com/office/drawing/2014/main" id="{A7D6F72F-3940-DB1A-0AAB-764660D05969}"/>
              </a:ext>
            </a:extLst>
          </p:cNvPr>
          <p:cNvSpPr txBox="1"/>
          <p:nvPr/>
        </p:nvSpPr>
        <p:spPr>
          <a:xfrm>
            <a:off x="3429000" y="6276201"/>
            <a:ext cx="8759686" cy="276999"/>
          </a:xfrm>
          <a:prstGeom prst="rect">
            <a:avLst/>
          </a:prstGeom>
          <a:noFill/>
        </p:spPr>
        <p:txBody>
          <a:bodyPr wrap="square">
            <a:spAutoFit/>
          </a:bodyPr>
          <a:lstStyle/>
          <a:p>
            <a:r>
              <a:rPr lang="en-US" sz="1200" dirty="0"/>
              <a:t>Image source: </a:t>
            </a:r>
            <a:r>
              <a:rPr lang="en-US" sz="1200" dirty="0">
                <a:hlinkClick r:id="rId3"/>
              </a:rPr>
              <a:t>https://www.dreamstime.com/royalty-free-stock-image-employment-tension-image14173596</a:t>
            </a:r>
            <a:r>
              <a:rPr lang="en-US" sz="1200" dirty="0"/>
              <a:t> </a:t>
            </a:r>
          </a:p>
        </p:txBody>
      </p:sp>
      <p:sp>
        <p:nvSpPr>
          <p:cNvPr id="2" name="Slide Number Placeholder 5">
            <a:extLst>
              <a:ext uri="{FF2B5EF4-FFF2-40B4-BE49-F238E27FC236}">
                <a16:creationId xmlns:a16="http://schemas.microsoft.com/office/drawing/2014/main" id="{B703D309-6391-27B1-65E3-0F4A3ECB48FF}"/>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18</a:t>
            </a:fld>
            <a:endParaRPr lang="en-US" altLang="en-US"/>
          </a:p>
        </p:txBody>
      </p:sp>
    </p:spTree>
    <p:extLst>
      <p:ext uri="{BB962C8B-B14F-4D97-AF65-F5344CB8AC3E}">
        <p14:creationId xmlns:p14="http://schemas.microsoft.com/office/powerpoint/2010/main" val="4274334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8A37B-39B5-A631-11C8-CA8FEAECEB20}"/>
              </a:ext>
            </a:extLst>
          </p:cNvPr>
          <p:cNvSpPr>
            <a:spLocks noGrp="1"/>
          </p:cNvSpPr>
          <p:nvPr>
            <p:ph sz="quarter" idx="10"/>
          </p:nvPr>
        </p:nvSpPr>
        <p:spPr/>
        <p:txBody>
          <a:bodyPr/>
          <a:lstStyle/>
          <a:p>
            <a:r>
              <a:rPr lang="en-US" dirty="0"/>
              <a:t>Abhi Kya </a:t>
            </a:r>
            <a:r>
              <a:rPr lang="en-US" dirty="0" err="1"/>
              <a:t>Karega</a:t>
            </a:r>
            <a:r>
              <a:rPr lang="en-US" dirty="0"/>
              <a:t>?</a:t>
            </a:r>
          </a:p>
        </p:txBody>
      </p:sp>
      <p:sp>
        <p:nvSpPr>
          <p:cNvPr id="9" name="TextBox 8">
            <a:extLst>
              <a:ext uri="{FF2B5EF4-FFF2-40B4-BE49-F238E27FC236}">
                <a16:creationId xmlns:a16="http://schemas.microsoft.com/office/drawing/2014/main" id="{CE7789D3-26C6-F744-82AD-41615660F29B}"/>
              </a:ext>
            </a:extLst>
          </p:cNvPr>
          <p:cNvSpPr txBox="1"/>
          <p:nvPr/>
        </p:nvSpPr>
        <p:spPr>
          <a:xfrm>
            <a:off x="405410" y="1536174"/>
            <a:ext cx="5374889" cy="4712226"/>
          </a:xfrm>
          <a:prstGeom prst="rect">
            <a:avLst/>
          </a:prstGeom>
          <a:solidFill>
            <a:schemeClr val="bg2"/>
          </a:solidFill>
        </p:spPr>
        <p:txBody>
          <a:bodyPr wrap="square" rtlCol="0">
            <a:noAutofit/>
          </a:bodyPr>
          <a:lstStyle/>
          <a:p>
            <a:pPr indent="0">
              <a:buNone/>
            </a:pPr>
            <a:r>
              <a:rPr lang="en-US" sz="1000" dirty="0"/>
              <a:t>Based on conversations with friends and acquaintances, he learns that there is an exam which might help him get his dream job! </a:t>
            </a:r>
          </a:p>
          <a:p>
            <a:pPr indent="0">
              <a:buNone/>
            </a:pPr>
            <a:endParaRPr lang="en-US" sz="1000" dirty="0"/>
          </a:p>
          <a:p>
            <a:pPr indent="0">
              <a:buNone/>
            </a:pPr>
            <a:r>
              <a:rPr lang="en-US" sz="1000" dirty="0"/>
              <a:t>But there are several questions on his mind: </a:t>
            </a:r>
          </a:p>
          <a:p>
            <a:pPr marL="285750" indent="-285750">
              <a:buFontTx/>
              <a:buChar char="-"/>
            </a:pPr>
            <a:r>
              <a:rPr lang="en-US" sz="1000" dirty="0"/>
              <a:t>Are the career prospects really as good as they say?</a:t>
            </a:r>
          </a:p>
          <a:p>
            <a:pPr marL="285750" indent="-285750">
              <a:buFontTx/>
              <a:buChar char="-"/>
            </a:pPr>
            <a:r>
              <a:rPr lang="en-US" sz="1000" dirty="0"/>
              <a:t>How is the exam structured?</a:t>
            </a:r>
          </a:p>
          <a:p>
            <a:pPr marL="285750" indent="-285750">
              <a:buFontTx/>
              <a:buChar char="-"/>
            </a:pPr>
            <a:r>
              <a:rPr lang="en-US" sz="1000" dirty="0"/>
              <a:t>Will I be able to crack it?</a:t>
            </a:r>
          </a:p>
          <a:p>
            <a:pPr marL="285750" indent="-285750">
              <a:buFontTx/>
              <a:buChar char="-"/>
            </a:pPr>
            <a:r>
              <a:rPr lang="en-US" sz="1000" dirty="0"/>
              <a:t>What should I prepare?</a:t>
            </a:r>
          </a:p>
          <a:p>
            <a:pPr marL="285750" indent="-285750">
              <a:buFontTx/>
              <a:buChar char="-"/>
            </a:pPr>
            <a:r>
              <a:rPr lang="en-US" sz="1000" dirty="0"/>
              <a:t>How should I prepare?</a:t>
            </a:r>
          </a:p>
          <a:p>
            <a:endParaRPr lang="en-US" sz="1000" dirty="0"/>
          </a:p>
          <a:p>
            <a:r>
              <a:rPr lang="en-US" sz="1000" dirty="0"/>
              <a:t>Then a friend tells him about this fantastic site called </a:t>
            </a:r>
            <a:r>
              <a:rPr lang="en-US" sz="1000" dirty="0">
                <a:hlinkClick r:id="rId2">
                  <a:extLst>
                    <a:ext uri="{A12FA001-AC4F-418D-AE19-62706E023703}">
                      <ahyp:hlinkClr xmlns:ahyp="http://schemas.microsoft.com/office/drawing/2018/hyperlinkcolor" val="tx"/>
                    </a:ext>
                  </a:extLst>
                </a:hlinkClick>
              </a:rPr>
              <a:t>www.toprankers.com</a:t>
            </a:r>
            <a:r>
              <a:rPr lang="en-US" sz="1000" dirty="0"/>
              <a:t> that everybody who is preparing for this exam is raving about!</a:t>
            </a:r>
          </a:p>
          <a:p>
            <a:endParaRPr lang="en-US" sz="1000" dirty="0"/>
          </a:p>
          <a:p>
            <a:pPr indent="0">
              <a:buNone/>
            </a:pPr>
            <a:r>
              <a:rPr lang="en-US" sz="1000" dirty="0" err="1"/>
              <a:t>Abhi</a:t>
            </a:r>
            <a:r>
              <a:rPr lang="en-US" sz="1000" dirty="0"/>
              <a:t> goes to </a:t>
            </a:r>
            <a:r>
              <a:rPr lang="en-US" sz="1000" dirty="0" err="1"/>
              <a:t>TopRankers.com</a:t>
            </a:r>
            <a:endParaRPr lang="en-US" sz="1000" dirty="0"/>
          </a:p>
          <a:p>
            <a:pPr indent="0">
              <a:buNone/>
            </a:pPr>
            <a:endParaRPr lang="en-US" sz="1000" dirty="0"/>
          </a:p>
          <a:p>
            <a:pPr indent="0">
              <a:buNone/>
            </a:pPr>
            <a:r>
              <a:rPr lang="en-US" sz="1000" dirty="0"/>
              <a:t>He sees a clean intuitive site which tells him which all exams they can help him with</a:t>
            </a:r>
          </a:p>
          <a:p>
            <a:pPr indent="0">
              <a:buNone/>
            </a:pPr>
            <a:endParaRPr lang="en-US" sz="1000" dirty="0"/>
          </a:p>
          <a:p>
            <a:pPr indent="0">
              <a:buNone/>
            </a:pPr>
            <a:r>
              <a:rPr lang="en-US" sz="1000" dirty="0"/>
              <a:t>He clicks on the exam of his choice</a:t>
            </a:r>
          </a:p>
          <a:p>
            <a:pPr indent="0">
              <a:buNone/>
            </a:pPr>
            <a:endParaRPr lang="en-US" sz="1000" dirty="0"/>
          </a:p>
          <a:p>
            <a:pPr indent="0">
              <a:buNone/>
            </a:pPr>
            <a:r>
              <a:rPr lang="en-US" sz="1000" dirty="0"/>
              <a:t>They show him a page with all the information he needs (job prospects, exam structure, past papers etc.)</a:t>
            </a:r>
          </a:p>
          <a:p>
            <a:pPr indent="0">
              <a:buNone/>
            </a:pPr>
            <a:endParaRPr lang="en-US" sz="1000" dirty="0"/>
          </a:p>
          <a:p>
            <a:pPr indent="0">
              <a:buNone/>
            </a:pPr>
            <a:r>
              <a:rPr lang="en-US" sz="1000" dirty="0"/>
              <a:t>They even have a diagnostic test he can take to see where he stands! WOW!!!</a:t>
            </a:r>
          </a:p>
          <a:p>
            <a:pPr indent="0">
              <a:buNone/>
            </a:pPr>
            <a:endParaRPr lang="en-US" sz="1000" dirty="0"/>
          </a:p>
          <a:p>
            <a:pPr indent="0">
              <a:buNone/>
            </a:pPr>
            <a:r>
              <a:rPr lang="en-US" sz="1000" dirty="0"/>
              <a:t>Abhi registers and takes the diagnostic test and within seconds of completing the test, </a:t>
            </a:r>
            <a:r>
              <a:rPr lang="en-US" sz="1000" dirty="0" err="1"/>
              <a:t>TopRankers</a:t>
            </a:r>
            <a:r>
              <a:rPr lang="en-US" sz="1000" dirty="0"/>
              <a:t> give him a summary of the results:</a:t>
            </a:r>
          </a:p>
          <a:p>
            <a:pPr marL="285750" indent="-285750">
              <a:buFontTx/>
              <a:buChar char="-"/>
            </a:pPr>
            <a:r>
              <a:rPr lang="en-US" sz="1000" dirty="0"/>
              <a:t>Areas he is good at</a:t>
            </a:r>
          </a:p>
          <a:p>
            <a:pPr marL="285750" indent="-285750">
              <a:buFontTx/>
              <a:buChar char="-"/>
            </a:pPr>
            <a:r>
              <a:rPr lang="en-US" sz="1000" dirty="0"/>
              <a:t>Areas he needs to </a:t>
            </a:r>
            <a:r>
              <a:rPr lang="en-US" sz="1000" dirty="0" err="1"/>
              <a:t>practise</a:t>
            </a:r>
            <a:r>
              <a:rPr lang="en-US" sz="1000" dirty="0"/>
              <a:t> some more</a:t>
            </a:r>
          </a:p>
          <a:p>
            <a:pPr marL="285750" indent="-285750">
              <a:buFontTx/>
              <a:buChar char="-"/>
            </a:pPr>
            <a:r>
              <a:rPr lang="en-US" sz="1000" dirty="0"/>
              <a:t>Areas he needs to really work on</a:t>
            </a:r>
          </a:p>
          <a:p>
            <a:pPr indent="0">
              <a:buNone/>
            </a:pPr>
            <a:endParaRPr lang="en-US" sz="1000" dirty="0"/>
          </a:p>
        </p:txBody>
      </p:sp>
      <p:pic>
        <p:nvPicPr>
          <p:cNvPr id="4" name="Picture 3">
            <a:extLst>
              <a:ext uri="{FF2B5EF4-FFF2-40B4-BE49-F238E27FC236}">
                <a16:creationId xmlns:a16="http://schemas.microsoft.com/office/drawing/2014/main" id="{9EBABC47-04C4-A69D-D061-DA00AA1BAFD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86734" y="22673"/>
            <a:ext cx="1791908" cy="2064528"/>
          </a:xfrm>
          <a:prstGeom prst="rect">
            <a:avLst/>
          </a:prstGeom>
        </p:spPr>
      </p:pic>
      <p:sp>
        <p:nvSpPr>
          <p:cNvPr id="5" name="TextBox 4">
            <a:extLst>
              <a:ext uri="{FF2B5EF4-FFF2-40B4-BE49-F238E27FC236}">
                <a16:creationId xmlns:a16="http://schemas.microsoft.com/office/drawing/2014/main" id="{1DEE5F02-09C2-260A-5E6B-AE599498B2C4}"/>
              </a:ext>
            </a:extLst>
          </p:cNvPr>
          <p:cNvSpPr txBox="1"/>
          <p:nvPr/>
        </p:nvSpPr>
        <p:spPr>
          <a:xfrm>
            <a:off x="6139422" y="1570722"/>
            <a:ext cx="5374889" cy="4677678"/>
          </a:xfrm>
          <a:prstGeom prst="rect">
            <a:avLst/>
          </a:prstGeom>
          <a:solidFill>
            <a:schemeClr val="bg2"/>
          </a:solidFill>
        </p:spPr>
        <p:txBody>
          <a:bodyPr wrap="square" rtlCol="0">
            <a:noAutofit/>
          </a:bodyPr>
          <a:lstStyle/>
          <a:p>
            <a:r>
              <a:rPr lang="en-US" sz="1000" dirty="0"/>
              <a:t>They even show him the best course he can take based on the areas he needs to work on!</a:t>
            </a:r>
          </a:p>
          <a:p>
            <a:endParaRPr lang="en-US" sz="1000" dirty="0"/>
          </a:p>
          <a:p>
            <a:r>
              <a:rPr lang="en-US" sz="1000" dirty="0"/>
              <a:t>The dashboard also tracks his progress. This is AWESOME!!!</a:t>
            </a:r>
          </a:p>
          <a:p>
            <a:pPr indent="0">
              <a:buNone/>
            </a:pPr>
            <a:endParaRPr lang="en-US" sz="1000" dirty="0"/>
          </a:p>
          <a:p>
            <a:pPr indent="0">
              <a:buNone/>
            </a:pPr>
            <a:r>
              <a:rPr lang="en-US" sz="1000" dirty="0" err="1"/>
              <a:t>Abhi</a:t>
            </a:r>
            <a:r>
              <a:rPr lang="en-US" sz="1000" dirty="0"/>
              <a:t> looks at the course, it looks expensive, but the faculty seem to be really good based on user reviews. He decides to pay and sign up, since he really wants to crack this test!</a:t>
            </a:r>
          </a:p>
          <a:p>
            <a:pPr indent="0">
              <a:buNone/>
            </a:pPr>
            <a:endParaRPr lang="en-US" sz="1000" dirty="0"/>
          </a:p>
          <a:p>
            <a:pPr indent="0">
              <a:buNone/>
            </a:pPr>
            <a:r>
              <a:rPr lang="en-US" sz="1000" dirty="0"/>
              <a:t>The dashboard gives him information about upcoming classes. It even has an option for him view classes that he missed because of his current job commitments.</a:t>
            </a:r>
          </a:p>
          <a:p>
            <a:pPr indent="0">
              <a:buNone/>
            </a:pPr>
            <a:endParaRPr lang="en-US" sz="1000" dirty="0"/>
          </a:p>
          <a:p>
            <a:pPr indent="0">
              <a:buNone/>
            </a:pPr>
            <a:r>
              <a:rPr lang="en-US" sz="1000" dirty="0"/>
              <a:t>As part of the course, he takes several tests. The dashboard has information about how his performance is in different sections since he has started the course. </a:t>
            </a:r>
          </a:p>
          <a:p>
            <a:pPr indent="0">
              <a:buNone/>
            </a:pPr>
            <a:endParaRPr lang="en-US" sz="1000" dirty="0"/>
          </a:p>
          <a:p>
            <a:pPr indent="0">
              <a:buNone/>
            </a:pPr>
            <a:r>
              <a:rPr lang="en-US" sz="1000" dirty="0"/>
              <a:t>His coaching center is also able to see his performance information and provide him additional help wherever required!</a:t>
            </a:r>
          </a:p>
          <a:p>
            <a:pPr indent="0">
              <a:buNone/>
            </a:pPr>
            <a:endParaRPr lang="en-US" sz="1000" dirty="0"/>
          </a:p>
          <a:p>
            <a:pPr indent="0">
              <a:buNone/>
            </a:pPr>
            <a:r>
              <a:rPr lang="en-US" sz="1000" dirty="0"/>
              <a:t>Looking at his dashboard, </a:t>
            </a:r>
            <a:r>
              <a:rPr lang="en-US" sz="1000" dirty="0" err="1"/>
              <a:t>Abhi</a:t>
            </a:r>
            <a:r>
              <a:rPr lang="en-US" sz="1000" dirty="0"/>
              <a:t> is very confident about his preparations. He takes the exam and he comes out with flying colors!</a:t>
            </a:r>
          </a:p>
          <a:p>
            <a:pPr indent="0">
              <a:buNone/>
            </a:pPr>
            <a:endParaRPr lang="en-US" sz="1000" dirty="0"/>
          </a:p>
          <a:p>
            <a:pPr indent="0">
              <a:buNone/>
            </a:pPr>
            <a:r>
              <a:rPr lang="en-US" sz="1000" dirty="0"/>
              <a:t>What is really cool is that </a:t>
            </a:r>
            <a:r>
              <a:rPr lang="en-US" sz="1000" dirty="0" err="1"/>
              <a:t>TopRankers</a:t>
            </a:r>
            <a:r>
              <a:rPr lang="en-US" sz="1000" dirty="0"/>
              <a:t> wants to celebrate his success and they offer him a reward for having done so well in the exam! As if clearing the exam wasn’t reward enough!</a:t>
            </a:r>
          </a:p>
          <a:p>
            <a:pPr indent="0">
              <a:buNone/>
            </a:pPr>
            <a:endParaRPr lang="en-US" sz="1000" dirty="0"/>
          </a:p>
          <a:p>
            <a:pPr indent="0">
              <a:buNone/>
            </a:pPr>
            <a:r>
              <a:rPr lang="en-US" sz="1000" dirty="0"/>
              <a:t>He decides to tell his friends in the next batch to definitely try out </a:t>
            </a:r>
            <a:r>
              <a:rPr lang="en-US" sz="1000" dirty="0" err="1"/>
              <a:t>TopRankers</a:t>
            </a:r>
            <a:endParaRPr lang="en-US" sz="1000" dirty="0"/>
          </a:p>
        </p:txBody>
      </p:sp>
      <p:sp>
        <p:nvSpPr>
          <p:cNvPr id="2" name="Slide Number Placeholder 5">
            <a:extLst>
              <a:ext uri="{FF2B5EF4-FFF2-40B4-BE49-F238E27FC236}">
                <a16:creationId xmlns:a16="http://schemas.microsoft.com/office/drawing/2014/main" id="{C35874A9-DFE7-7CCC-9794-51E11005D86E}"/>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19</a:t>
            </a:fld>
            <a:endParaRPr lang="en-US" altLang="en-US"/>
          </a:p>
        </p:txBody>
      </p:sp>
    </p:spTree>
    <p:extLst>
      <p:ext uri="{BB962C8B-B14F-4D97-AF65-F5344CB8AC3E}">
        <p14:creationId xmlns:p14="http://schemas.microsoft.com/office/powerpoint/2010/main" val="1165727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52777-4B5E-9945-F643-021E5F2EB57F}"/>
              </a:ext>
            </a:extLst>
          </p:cNvPr>
          <p:cNvSpPr>
            <a:spLocks noGrp="1"/>
          </p:cNvSpPr>
          <p:nvPr>
            <p:ph sz="quarter" idx="10"/>
          </p:nvPr>
        </p:nvSpPr>
        <p:spPr/>
        <p:txBody>
          <a:bodyPr/>
          <a:lstStyle/>
          <a:p>
            <a:r>
              <a:rPr lang="en-US" dirty="0"/>
              <a:t>Dashboard Prototype</a:t>
            </a:r>
          </a:p>
        </p:txBody>
      </p:sp>
      <p:sp>
        <p:nvSpPr>
          <p:cNvPr id="7" name="TextBox 6">
            <a:extLst>
              <a:ext uri="{FF2B5EF4-FFF2-40B4-BE49-F238E27FC236}">
                <a16:creationId xmlns:a16="http://schemas.microsoft.com/office/drawing/2014/main" id="{97EF9A74-89D4-63E9-6AE1-315FDA9F57CF}"/>
              </a:ext>
            </a:extLst>
          </p:cNvPr>
          <p:cNvSpPr txBox="1"/>
          <p:nvPr/>
        </p:nvSpPr>
        <p:spPr>
          <a:xfrm>
            <a:off x="-278780" y="334537"/>
            <a:ext cx="0" cy="0"/>
          </a:xfrm>
          <a:prstGeom prst="rect">
            <a:avLst/>
          </a:prstGeom>
          <a:noFill/>
        </p:spPr>
        <p:txBody>
          <a:bodyPr wrap="none" lIns="91440" tIns="91440" rIns="91440" bIns="91440" rtlCol="0" anchor="ctr">
            <a:noAutofit/>
          </a:bodyPr>
          <a:lstStyle/>
          <a:p>
            <a:pPr algn="l"/>
            <a:endParaRPr lang="en-US" sz="1000" dirty="0" err="1">
              <a:solidFill>
                <a:srgbClr val="000000"/>
              </a:solidFill>
              <a:latin typeface="Montserrat" panose="00000500000000000000" pitchFamily="2" charset="0"/>
            </a:endParaRPr>
          </a:p>
        </p:txBody>
      </p:sp>
      <p:graphicFrame>
        <p:nvGraphicFramePr>
          <p:cNvPr id="4" name="Content Placeholder 3">
            <a:extLst>
              <a:ext uri="{FF2B5EF4-FFF2-40B4-BE49-F238E27FC236}">
                <a16:creationId xmlns:a16="http://schemas.microsoft.com/office/drawing/2014/main" id="{502A8963-391D-6EEF-D8D9-8144B734A241}"/>
              </a:ext>
            </a:extLst>
          </p:cNvPr>
          <p:cNvGraphicFramePr>
            <a:graphicFrameLocks/>
          </p:cNvGraphicFramePr>
          <p:nvPr>
            <p:extLst>
              <p:ext uri="{D42A27DB-BD31-4B8C-83A1-F6EECF244321}">
                <p14:modId xmlns:p14="http://schemas.microsoft.com/office/powerpoint/2010/main" val="629414912"/>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12A6EBAA-7BBC-BDE4-CC63-3E966B19B098}"/>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20</a:t>
            </a:fld>
            <a:endParaRPr lang="en-US" altLang="en-US"/>
          </a:p>
        </p:txBody>
      </p:sp>
    </p:spTree>
    <p:extLst>
      <p:ext uri="{BB962C8B-B14F-4D97-AF65-F5344CB8AC3E}">
        <p14:creationId xmlns:p14="http://schemas.microsoft.com/office/powerpoint/2010/main" val="4184078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9EC52-3F8B-3167-19BC-AE4C70FCA9E6}"/>
              </a:ext>
            </a:extLst>
          </p:cNvPr>
          <p:cNvSpPr>
            <a:spLocks noGrp="1"/>
          </p:cNvSpPr>
          <p:nvPr>
            <p:ph sz="quarter" idx="10"/>
          </p:nvPr>
        </p:nvSpPr>
        <p:spPr/>
        <p:txBody>
          <a:bodyPr/>
          <a:lstStyle/>
          <a:p>
            <a:r>
              <a:rPr lang="en-US" dirty="0"/>
              <a:t>Dashboard Prototype</a:t>
            </a:r>
          </a:p>
        </p:txBody>
      </p:sp>
      <p:sp>
        <p:nvSpPr>
          <p:cNvPr id="5" name="Oval 4">
            <a:extLst>
              <a:ext uri="{FF2B5EF4-FFF2-40B4-BE49-F238E27FC236}">
                <a16:creationId xmlns:a16="http://schemas.microsoft.com/office/drawing/2014/main" id="{4B3E138B-823F-929E-DB0C-E314A6D0BFBA}"/>
              </a:ext>
            </a:extLst>
          </p:cNvPr>
          <p:cNvSpPr/>
          <p:nvPr/>
        </p:nvSpPr>
        <p:spPr>
          <a:xfrm>
            <a:off x="5591944" y="2708920"/>
            <a:ext cx="1008112" cy="936104"/>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VS</a:t>
            </a:r>
          </a:p>
        </p:txBody>
      </p:sp>
      <p:sp>
        <p:nvSpPr>
          <p:cNvPr id="7" name="TextBox 6">
            <a:extLst>
              <a:ext uri="{FF2B5EF4-FFF2-40B4-BE49-F238E27FC236}">
                <a16:creationId xmlns:a16="http://schemas.microsoft.com/office/drawing/2014/main" id="{97EF9A74-89D4-63E9-6AE1-315FDA9F57CF}"/>
              </a:ext>
            </a:extLst>
          </p:cNvPr>
          <p:cNvSpPr txBox="1"/>
          <p:nvPr/>
        </p:nvSpPr>
        <p:spPr>
          <a:xfrm>
            <a:off x="-278780" y="334537"/>
            <a:ext cx="0" cy="0"/>
          </a:xfrm>
          <a:prstGeom prst="rect">
            <a:avLst/>
          </a:prstGeom>
          <a:noFill/>
        </p:spPr>
        <p:txBody>
          <a:bodyPr wrap="none" lIns="91440" tIns="91440" rIns="91440" bIns="91440" rtlCol="0" anchor="ctr">
            <a:noAutofit/>
          </a:bodyPr>
          <a:lstStyle/>
          <a:p>
            <a:pPr algn="l"/>
            <a:endParaRPr lang="en-US" sz="1000" dirty="0" err="1">
              <a:solidFill>
                <a:srgbClr val="000000"/>
              </a:solidFill>
              <a:latin typeface="Montserrat" panose="00000500000000000000" pitchFamily="2" charset="0"/>
            </a:endParaRPr>
          </a:p>
        </p:txBody>
      </p:sp>
      <p:graphicFrame>
        <p:nvGraphicFramePr>
          <p:cNvPr id="4" name="Content Placeholder 3">
            <a:extLst>
              <a:ext uri="{FF2B5EF4-FFF2-40B4-BE49-F238E27FC236}">
                <a16:creationId xmlns:a16="http://schemas.microsoft.com/office/drawing/2014/main" id="{477554FF-9CF2-F776-B649-C9DD6AA92F49}"/>
              </a:ext>
            </a:extLst>
          </p:cNvPr>
          <p:cNvGraphicFramePr>
            <a:graphicFrameLocks/>
          </p:cNvGraphicFramePr>
          <p:nvPr>
            <p:extLst>
              <p:ext uri="{D42A27DB-BD31-4B8C-83A1-F6EECF244321}">
                <p14:modId xmlns:p14="http://schemas.microsoft.com/office/powerpoint/2010/main" val="1871567794"/>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9D3698D1-B9FE-13AE-09C1-68BB76D407D4}"/>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21</a:t>
            </a:fld>
            <a:endParaRPr lang="en-US" altLang="en-US"/>
          </a:p>
        </p:txBody>
      </p:sp>
    </p:spTree>
    <p:extLst>
      <p:ext uri="{BB962C8B-B14F-4D97-AF65-F5344CB8AC3E}">
        <p14:creationId xmlns:p14="http://schemas.microsoft.com/office/powerpoint/2010/main" val="2035124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4258B10-8B00-8BEF-B6CA-D15AE3EA0AA9}"/>
              </a:ext>
            </a:extLst>
          </p:cNvPr>
          <p:cNvSpPr>
            <a:spLocks noGrp="1"/>
          </p:cNvSpPr>
          <p:nvPr>
            <p:ph sz="quarter" idx="10"/>
          </p:nvPr>
        </p:nvSpPr>
        <p:spPr/>
        <p:txBody>
          <a:bodyPr wrap="square" anchor="ctr">
            <a:normAutofit/>
          </a:bodyPr>
          <a:lstStyle/>
          <a:p>
            <a:pPr>
              <a:spcAft>
                <a:spcPts val="600"/>
              </a:spcAft>
            </a:pPr>
            <a:r>
              <a:rPr lang="en-US" dirty="0"/>
              <a:t>Provide Context</a:t>
            </a:r>
            <a:endParaRPr lang="en-US"/>
          </a:p>
        </p:txBody>
      </p:sp>
      <p:sp>
        <p:nvSpPr>
          <p:cNvPr id="7" name="Freeform 6">
            <a:extLst>
              <a:ext uri="{FF2B5EF4-FFF2-40B4-BE49-F238E27FC236}">
                <a16:creationId xmlns:a16="http://schemas.microsoft.com/office/drawing/2014/main" id="{7D536E36-CBB0-145C-F584-3C991988B46C}"/>
              </a:ext>
            </a:extLst>
          </p:cNvPr>
          <p:cNvSpPr/>
          <p:nvPr/>
        </p:nvSpPr>
        <p:spPr>
          <a:xfrm>
            <a:off x="609600" y="1676400"/>
            <a:ext cx="2882503" cy="990600"/>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solidFill>
            <a:schemeClr val="accent1"/>
          </a:solidFill>
          <a:ln>
            <a:no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5400" kern="1200"/>
              <a:t>Who</a:t>
            </a:r>
          </a:p>
        </p:txBody>
      </p:sp>
      <p:sp>
        <p:nvSpPr>
          <p:cNvPr id="9" name="Freeform 8">
            <a:extLst>
              <a:ext uri="{FF2B5EF4-FFF2-40B4-BE49-F238E27FC236}">
                <a16:creationId xmlns:a16="http://schemas.microsoft.com/office/drawing/2014/main" id="{E6F32E8D-4B1B-7C11-15CB-8C036A7D214D}"/>
              </a:ext>
            </a:extLst>
          </p:cNvPr>
          <p:cNvSpPr/>
          <p:nvPr/>
        </p:nvSpPr>
        <p:spPr>
          <a:xfrm>
            <a:off x="4645104" y="1676400"/>
            <a:ext cx="2882503" cy="990600"/>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solidFill>
            <a:schemeClr val="accent1"/>
          </a:solidFill>
          <a:ln>
            <a:no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5400" kern="1200"/>
              <a:t>What</a:t>
            </a:r>
          </a:p>
        </p:txBody>
      </p:sp>
      <p:sp>
        <p:nvSpPr>
          <p:cNvPr id="11" name="Freeform 10">
            <a:extLst>
              <a:ext uri="{FF2B5EF4-FFF2-40B4-BE49-F238E27FC236}">
                <a16:creationId xmlns:a16="http://schemas.microsoft.com/office/drawing/2014/main" id="{7348ACEE-C700-3BF6-85F2-FB1556AFF89D}"/>
              </a:ext>
            </a:extLst>
          </p:cNvPr>
          <p:cNvSpPr/>
          <p:nvPr/>
        </p:nvSpPr>
        <p:spPr>
          <a:xfrm>
            <a:off x="8680608" y="1676400"/>
            <a:ext cx="2882503" cy="990600"/>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solidFill>
            <a:schemeClr val="accent1"/>
          </a:solidFill>
          <a:ln>
            <a:no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5400" kern="1200"/>
              <a:t>Why</a:t>
            </a:r>
          </a:p>
        </p:txBody>
      </p:sp>
      <p:sp>
        <p:nvSpPr>
          <p:cNvPr id="3" name="Freeform 2">
            <a:extLst>
              <a:ext uri="{FF2B5EF4-FFF2-40B4-BE49-F238E27FC236}">
                <a16:creationId xmlns:a16="http://schemas.microsoft.com/office/drawing/2014/main" id="{B73ADA59-A740-3C13-4715-C7BB76A51728}"/>
              </a:ext>
            </a:extLst>
          </p:cNvPr>
          <p:cNvSpPr/>
          <p:nvPr/>
        </p:nvSpPr>
        <p:spPr>
          <a:xfrm>
            <a:off x="637309" y="2819400"/>
            <a:ext cx="2882503" cy="1375132"/>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noFill/>
          <a:ln>
            <a:solidFill>
              <a:schemeClr val="tx2"/>
            </a:solid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2400" kern="1200" dirty="0">
                <a:solidFill>
                  <a:schemeClr val="tx1"/>
                </a:solidFill>
              </a:rPr>
              <a:t>Who wants it</a:t>
            </a:r>
          </a:p>
        </p:txBody>
      </p:sp>
      <p:sp>
        <p:nvSpPr>
          <p:cNvPr id="5" name="Freeform 4">
            <a:extLst>
              <a:ext uri="{FF2B5EF4-FFF2-40B4-BE49-F238E27FC236}">
                <a16:creationId xmlns:a16="http://schemas.microsoft.com/office/drawing/2014/main" id="{C2A7D1C1-2290-6B82-0A1E-945778854C60}"/>
              </a:ext>
            </a:extLst>
          </p:cNvPr>
          <p:cNvSpPr/>
          <p:nvPr/>
        </p:nvSpPr>
        <p:spPr>
          <a:xfrm>
            <a:off x="4672813" y="2819400"/>
            <a:ext cx="2882503" cy="1375132"/>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noFill/>
          <a:ln>
            <a:solidFill>
              <a:schemeClr val="tx2"/>
            </a:solid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2400" kern="1200" dirty="0">
                <a:solidFill>
                  <a:schemeClr val="tx1"/>
                </a:solidFill>
              </a:rPr>
              <a:t>What do they want?</a:t>
            </a:r>
          </a:p>
        </p:txBody>
      </p:sp>
      <p:sp>
        <p:nvSpPr>
          <p:cNvPr id="6" name="Freeform 5">
            <a:extLst>
              <a:ext uri="{FF2B5EF4-FFF2-40B4-BE49-F238E27FC236}">
                <a16:creationId xmlns:a16="http://schemas.microsoft.com/office/drawing/2014/main" id="{ED382CC7-D1F0-A2D7-0F9F-F1FA52003962}"/>
              </a:ext>
            </a:extLst>
          </p:cNvPr>
          <p:cNvSpPr/>
          <p:nvPr/>
        </p:nvSpPr>
        <p:spPr>
          <a:xfrm>
            <a:off x="8708317" y="2819400"/>
            <a:ext cx="2882503" cy="1375132"/>
          </a:xfrm>
          <a:custGeom>
            <a:avLst/>
            <a:gdLst>
              <a:gd name="connsiteX0" fmla="*/ 0 w 2882503"/>
              <a:gd name="connsiteY0" fmla="*/ 172950 h 1729501"/>
              <a:gd name="connsiteX1" fmla="*/ 172950 w 2882503"/>
              <a:gd name="connsiteY1" fmla="*/ 0 h 1729501"/>
              <a:gd name="connsiteX2" fmla="*/ 2709553 w 2882503"/>
              <a:gd name="connsiteY2" fmla="*/ 0 h 1729501"/>
              <a:gd name="connsiteX3" fmla="*/ 2882503 w 2882503"/>
              <a:gd name="connsiteY3" fmla="*/ 172950 h 1729501"/>
              <a:gd name="connsiteX4" fmla="*/ 2882503 w 2882503"/>
              <a:gd name="connsiteY4" fmla="*/ 1556551 h 1729501"/>
              <a:gd name="connsiteX5" fmla="*/ 2709553 w 2882503"/>
              <a:gd name="connsiteY5" fmla="*/ 1729501 h 1729501"/>
              <a:gd name="connsiteX6" fmla="*/ 172950 w 2882503"/>
              <a:gd name="connsiteY6" fmla="*/ 1729501 h 1729501"/>
              <a:gd name="connsiteX7" fmla="*/ 0 w 2882503"/>
              <a:gd name="connsiteY7" fmla="*/ 1556551 h 1729501"/>
              <a:gd name="connsiteX8" fmla="*/ 0 w 2882503"/>
              <a:gd name="connsiteY8" fmla="*/ 172950 h 17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2503" h="1729501">
                <a:moveTo>
                  <a:pt x="0" y="172950"/>
                </a:moveTo>
                <a:cubicBezTo>
                  <a:pt x="0" y="77432"/>
                  <a:pt x="77432" y="0"/>
                  <a:pt x="172950" y="0"/>
                </a:cubicBezTo>
                <a:lnTo>
                  <a:pt x="2709553" y="0"/>
                </a:lnTo>
                <a:cubicBezTo>
                  <a:pt x="2805071" y="0"/>
                  <a:pt x="2882503" y="77432"/>
                  <a:pt x="2882503" y="172950"/>
                </a:cubicBezTo>
                <a:lnTo>
                  <a:pt x="2882503" y="1556551"/>
                </a:lnTo>
                <a:cubicBezTo>
                  <a:pt x="2882503" y="1652069"/>
                  <a:pt x="2805071" y="1729501"/>
                  <a:pt x="2709553" y="1729501"/>
                </a:cubicBezTo>
                <a:lnTo>
                  <a:pt x="172950" y="1729501"/>
                </a:lnTo>
                <a:cubicBezTo>
                  <a:pt x="77432" y="1729501"/>
                  <a:pt x="0" y="1652069"/>
                  <a:pt x="0" y="1556551"/>
                </a:cubicBezTo>
                <a:lnTo>
                  <a:pt x="0" y="172950"/>
                </a:lnTo>
                <a:close/>
              </a:path>
            </a:pathLst>
          </a:custGeom>
          <a:noFill/>
          <a:ln>
            <a:solidFill>
              <a:schemeClr val="tx2"/>
            </a:solidFill>
          </a:ln>
        </p:spPr>
        <p:style>
          <a:lnRef idx="0">
            <a:scrgbClr r="0" g="0" b="0"/>
          </a:lnRef>
          <a:fillRef idx="3">
            <a:scrgbClr r="0" g="0" b="0"/>
          </a:fillRef>
          <a:effectRef idx="2">
            <a:schemeClr val="accent3">
              <a:hueOff val="0"/>
              <a:satOff val="0"/>
              <a:lumOff val="0"/>
              <a:alphaOff val="0"/>
            </a:schemeClr>
          </a:effectRef>
          <a:fontRef idx="minor">
            <a:schemeClr val="lt1"/>
          </a:fontRef>
        </p:style>
        <p:txBody>
          <a:bodyPr spcFirstLastPara="0" vert="horz" wrap="square" lIns="298305" tIns="298305" rIns="298305" bIns="298305" numCol="1" spcCol="1270" anchor="ctr" anchorCtr="0">
            <a:noAutofit/>
          </a:bodyPr>
          <a:lstStyle/>
          <a:p>
            <a:pPr marL="0" lvl="0" indent="0" algn="ctr" defTabSz="2889250">
              <a:lnSpc>
                <a:spcPct val="90000"/>
              </a:lnSpc>
              <a:spcBef>
                <a:spcPct val="0"/>
              </a:spcBef>
              <a:spcAft>
                <a:spcPct val="35000"/>
              </a:spcAft>
              <a:buNone/>
            </a:pPr>
            <a:r>
              <a:rPr lang="en-US" sz="2400" kern="1200" dirty="0">
                <a:solidFill>
                  <a:schemeClr val="tx1"/>
                </a:solidFill>
              </a:rPr>
              <a:t>Why do they want it?</a:t>
            </a:r>
          </a:p>
        </p:txBody>
      </p:sp>
      <p:sp>
        <p:nvSpPr>
          <p:cNvPr id="8" name="Rounded Rectangle 7">
            <a:extLst>
              <a:ext uri="{FF2B5EF4-FFF2-40B4-BE49-F238E27FC236}">
                <a16:creationId xmlns:a16="http://schemas.microsoft.com/office/drawing/2014/main" id="{66A3D23A-D1AB-533D-4D48-3A8244A25C85}"/>
              </a:ext>
            </a:extLst>
          </p:cNvPr>
          <p:cNvSpPr/>
          <p:nvPr/>
        </p:nvSpPr>
        <p:spPr>
          <a:xfrm>
            <a:off x="3038355" y="5486400"/>
            <a:ext cx="6096000" cy="685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Epic Stories are a great starting point</a:t>
            </a:r>
          </a:p>
        </p:txBody>
      </p:sp>
      <p:sp>
        <p:nvSpPr>
          <p:cNvPr id="2" name="Slide Number Placeholder 5">
            <a:extLst>
              <a:ext uri="{FF2B5EF4-FFF2-40B4-BE49-F238E27FC236}">
                <a16:creationId xmlns:a16="http://schemas.microsoft.com/office/drawing/2014/main" id="{3F2EA653-DE25-E022-DB02-FC544F6F047B}"/>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22</a:t>
            </a:fld>
            <a:endParaRPr lang="en-US" altLang="en-US"/>
          </a:p>
        </p:txBody>
      </p:sp>
    </p:spTree>
    <p:extLst>
      <p:ext uri="{BB962C8B-B14F-4D97-AF65-F5344CB8AC3E}">
        <p14:creationId xmlns:p14="http://schemas.microsoft.com/office/powerpoint/2010/main" val="395431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68244-6128-AFD5-E7C1-521E96BD6F5C}"/>
              </a:ext>
            </a:extLst>
          </p:cNvPr>
          <p:cNvSpPr>
            <a:spLocks noGrp="1"/>
          </p:cNvSpPr>
          <p:nvPr>
            <p:ph sz="quarter" idx="10"/>
          </p:nvPr>
        </p:nvSpPr>
        <p:spPr/>
        <p:txBody>
          <a:bodyPr/>
          <a:lstStyle/>
          <a:p>
            <a:r>
              <a:rPr lang="en-US" dirty="0"/>
              <a:t>Transitioning From </a:t>
            </a:r>
            <a:r>
              <a:rPr lang="en-US" dirty="0" err="1"/>
              <a:t>Engg</a:t>
            </a:r>
            <a:r>
              <a:rPr lang="en-US" dirty="0"/>
              <a:t> to PM</a:t>
            </a:r>
          </a:p>
        </p:txBody>
      </p:sp>
    </p:spTree>
    <p:extLst>
      <p:ext uri="{BB962C8B-B14F-4D97-AF65-F5344CB8AC3E}">
        <p14:creationId xmlns:p14="http://schemas.microsoft.com/office/powerpoint/2010/main" val="3171411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472C99-4300-800D-E2C7-9614576F1E85}"/>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Challenges</a:t>
            </a:r>
            <a:endParaRPr lang="en-US"/>
          </a:p>
        </p:txBody>
      </p:sp>
      <p:graphicFrame>
        <p:nvGraphicFramePr>
          <p:cNvPr id="8" name="Content Placeholder 2">
            <a:extLst>
              <a:ext uri="{FF2B5EF4-FFF2-40B4-BE49-F238E27FC236}">
                <a16:creationId xmlns:a16="http://schemas.microsoft.com/office/drawing/2014/main" id="{7364C1FF-8165-DF43-F848-323E13B1C9FB}"/>
              </a:ext>
            </a:extLst>
          </p:cNvPr>
          <p:cNvGraphicFramePr>
            <a:graphicFrameLocks noGrp="1"/>
          </p:cNvGraphicFramePr>
          <p:nvPr>
            <p:ph idx="1"/>
            <p:extLst>
              <p:ext uri="{D42A27DB-BD31-4B8C-83A1-F6EECF244321}">
                <p14:modId xmlns:p14="http://schemas.microsoft.com/office/powerpoint/2010/main" val="3454528386"/>
              </p:ext>
            </p:extLst>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5">
            <a:extLst>
              <a:ext uri="{FF2B5EF4-FFF2-40B4-BE49-F238E27FC236}">
                <a16:creationId xmlns:a16="http://schemas.microsoft.com/office/drawing/2014/main" id="{5AD1F70F-B78B-E4D6-8C45-09FC70E6A4B9}"/>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24</a:t>
            </a:fld>
            <a:endParaRPr lang="en-US" altLang="en-US"/>
          </a:p>
        </p:txBody>
      </p:sp>
    </p:spTree>
    <p:extLst>
      <p:ext uri="{BB962C8B-B14F-4D97-AF65-F5344CB8AC3E}">
        <p14:creationId xmlns:p14="http://schemas.microsoft.com/office/powerpoint/2010/main" val="1824034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4528C-50C1-0DE9-68CA-42FFA7C64AFD}"/>
              </a:ext>
            </a:extLst>
          </p:cNvPr>
          <p:cNvSpPr>
            <a:spLocks noGrp="1"/>
          </p:cNvSpPr>
          <p:nvPr>
            <p:ph sz="quarter" idx="10"/>
          </p:nvPr>
        </p:nvSpPr>
        <p:spPr/>
        <p:txBody>
          <a:bodyPr/>
          <a:lstStyle/>
          <a:p>
            <a:r>
              <a:rPr lang="en-US" dirty="0"/>
              <a:t>Different Dimensions</a:t>
            </a:r>
          </a:p>
        </p:txBody>
      </p:sp>
      <p:graphicFrame>
        <p:nvGraphicFramePr>
          <p:cNvPr id="6" name="Diagram 5">
            <a:extLst>
              <a:ext uri="{FF2B5EF4-FFF2-40B4-BE49-F238E27FC236}">
                <a16:creationId xmlns:a16="http://schemas.microsoft.com/office/drawing/2014/main" id="{3908B446-1126-2B5D-67DC-32A1A5BC9282}"/>
              </a:ext>
            </a:extLst>
          </p:cNvPr>
          <p:cNvGraphicFramePr/>
          <p:nvPr/>
        </p:nvGraphicFramePr>
        <p:xfrm>
          <a:off x="2032000" y="1676400"/>
          <a:ext cx="8128000" cy="4461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DFC7B75D-B0F8-C121-6E0C-C7BD4DD72981}"/>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25</a:t>
            </a:fld>
            <a:endParaRPr lang="en-US" altLang="en-US"/>
          </a:p>
        </p:txBody>
      </p:sp>
    </p:spTree>
    <p:extLst>
      <p:ext uri="{BB962C8B-B14F-4D97-AF65-F5344CB8AC3E}">
        <p14:creationId xmlns:p14="http://schemas.microsoft.com/office/powerpoint/2010/main" val="365810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E127A7-2AD0-5AB7-CFC7-5F3B6EF4EA71}"/>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Comfort Zone Challenges</a:t>
            </a:r>
          </a:p>
        </p:txBody>
      </p:sp>
      <p:graphicFrame>
        <p:nvGraphicFramePr>
          <p:cNvPr id="5" name="Content Placeholder 1">
            <a:extLst>
              <a:ext uri="{FF2B5EF4-FFF2-40B4-BE49-F238E27FC236}">
                <a16:creationId xmlns:a16="http://schemas.microsoft.com/office/drawing/2014/main" id="{1A5FC152-710A-55B0-3A6D-092156D5EACE}"/>
              </a:ext>
            </a:extLst>
          </p:cNvPr>
          <p:cNvGraphicFramePr>
            <a:graphicFrameLocks noGrp="1"/>
          </p:cNvGraphicFramePr>
          <p:nvPr>
            <p:ph idx="1"/>
            <p:extLst>
              <p:ext uri="{D42A27DB-BD31-4B8C-83A1-F6EECF244321}">
                <p14:modId xmlns:p14="http://schemas.microsoft.com/office/powerpoint/2010/main" val="3281268848"/>
              </p:ext>
            </p:extLst>
          </p:nvPr>
        </p:nvGraphicFramePr>
        <p:xfrm>
          <a:off x="406400" y="1493838"/>
          <a:ext cx="54610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1">
            <a:extLst>
              <a:ext uri="{FF2B5EF4-FFF2-40B4-BE49-F238E27FC236}">
                <a16:creationId xmlns:a16="http://schemas.microsoft.com/office/drawing/2014/main" id="{DCF83E5E-1A94-EAFD-0373-6719507A67EF}"/>
              </a:ext>
            </a:extLst>
          </p:cNvPr>
          <p:cNvGraphicFramePr>
            <a:graphicFrameLocks/>
          </p:cNvGraphicFramePr>
          <p:nvPr>
            <p:extLst>
              <p:ext uri="{D42A27DB-BD31-4B8C-83A1-F6EECF244321}">
                <p14:modId xmlns:p14="http://schemas.microsoft.com/office/powerpoint/2010/main" val="1899800642"/>
              </p:ext>
            </p:extLst>
          </p:nvPr>
        </p:nvGraphicFramePr>
        <p:xfrm>
          <a:off x="6324600" y="1493837"/>
          <a:ext cx="5461000" cy="45259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Slide Number Placeholder 5">
            <a:extLst>
              <a:ext uri="{FF2B5EF4-FFF2-40B4-BE49-F238E27FC236}">
                <a16:creationId xmlns:a16="http://schemas.microsoft.com/office/drawing/2014/main" id="{5E2FE86C-1EE3-4546-AC60-01479622DBAD}"/>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26</a:t>
            </a:fld>
            <a:endParaRPr lang="en-US" altLang="en-US"/>
          </a:p>
        </p:txBody>
      </p:sp>
    </p:spTree>
    <p:extLst>
      <p:ext uri="{BB962C8B-B14F-4D97-AF65-F5344CB8AC3E}">
        <p14:creationId xmlns:p14="http://schemas.microsoft.com/office/powerpoint/2010/main" val="2521635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8776BC-7D73-DA29-67B3-D2EB4160B5FF}"/>
              </a:ext>
            </a:extLst>
          </p:cNvPr>
          <p:cNvSpPr>
            <a:spLocks noGrp="1"/>
          </p:cNvSpPr>
          <p:nvPr>
            <p:ph sz="quarter" idx="10"/>
          </p:nvPr>
        </p:nvSpPr>
        <p:spPr/>
        <p:txBody>
          <a:bodyPr/>
          <a:lstStyle/>
          <a:p>
            <a:r>
              <a:rPr lang="en-US" dirty="0"/>
              <a:t>Functions – Their Influence</a:t>
            </a:r>
          </a:p>
        </p:txBody>
      </p:sp>
    </p:spTree>
    <p:extLst>
      <p:ext uri="{BB962C8B-B14F-4D97-AF65-F5344CB8AC3E}">
        <p14:creationId xmlns:p14="http://schemas.microsoft.com/office/powerpoint/2010/main" val="172908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00D063-70DB-4DA2-C10A-2DFB0E4E9899}"/>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Influence Areas</a:t>
            </a:r>
            <a:endParaRPr lang="en-US"/>
          </a:p>
        </p:txBody>
      </p:sp>
      <p:graphicFrame>
        <p:nvGraphicFramePr>
          <p:cNvPr id="6" name="Content Placeholder 2">
            <a:extLst>
              <a:ext uri="{FF2B5EF4-FFF2-40B4-BE49-F238E27FC236}">
                <a16:creationId xmlns:a16="http://schemas.microsoft.com/office/drawing/2014/main" id="{764BBB18-349F-6035-75D0-5AC9F238742B}"/>
              </a:ext>
            </a:extLst>
          </p:cNvPr>
          <p:cNvGraphicFramePr>
            <a:graphicFrameLocks noGrp="1"/>
          </p:cNvGraphicFramePr>
          <p:nvPr>
            <p:ph idx="1"/>
            <p:extLst>
              <p:ext uri="{D42A27DB-BD31-4B8C-83A1-F6EECF244321}">
                <p14:modId xmlns:p14="http://schemas.microsoft.com/office/powerpoint/2010/main" val="3051299176"/>
              </p:ext>
            </p:extLst>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715BCA64-5B25-6A9B-A977-704C6D012FEA}"/>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28</a:t>
            </a:fld>
            <a:endParaRPr lang="en-US" altLang="en-US"/>
          </a:p>
        </p:txBody>
      </p:sp>
    </p:spTree>
    <p:extLst>
      <p:ext uri="{BB962C8B-B14F-4D97-AF65-F5344CB8AC3E}">
        <p14:creationId xmlns:p14="http://schemas.microsoft.com/office/powerpoint/2010/main" val="2142588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6ADC1C-0818-3F64-D1AB-84F2F14DE9FC}"/>
              </a:ext>
            </a:extLst>
          </p:cNvPr>
          <p:cNvSpPr>
            <a:spLocks noGrp="1"/>
          </p:cNvSpPr>
          <p:nvPr>
            <p:ph idx="1"/>
          </p:nvPr>
        </p:nvSpPr>
        <p:spPr>
          <a:xfrm>
            <a:off x="406400" y="1493838"/>
            <a:ext cx="10972800" cy="4525963"/>
          </a:xfrm>
        </p:spPr>
        <p:txBody>
          <a:bodyPr/>
          <a:lstStyle/>
          <a:p>
            <a:r>
              <a:rPr lang="en-US" dirty="0"/>
              <a:t>Communication: External Stakeholders</a:t>
            </a:r>
          </a:p>
          <a:p>
            <a:pPr>
              <a:buFontTx/>
              <a:buChar char="-"/>
            </a:pPr>
            <a:r>
              <a:rPr lang="en-US" dirty="0"/>
              <a:t>Engaging with customers</a:t>
            </a:r>
          </a:p>
          <a:p>
            <a:pPr>
              <a:buFontTx/>
              <a:buChar char="-"/>
            </a:pPr>
            <a:r>
              <a:rPr lang="en-US" dirty="0"/>
              <a:t>Engaging with partners (suppliers/ resellers)</a:t>
            </a:r>
          </a:p>
          <a:p>
            <a:pPr>
              <a:buFontTx/>
              <a:buChar char="-"/>
            </a:pPr>
            <a:r>
              <a:rPr lang="en-US" dirty="0"/>
              <a:t>Building positive external relationships</a:t>
            </a:r>
          </a:p>
          <a:p>
            <a:pPr>
              <a:buFontTx/>
              <a:buChar char="-"/>
            </a:pPr>
            <a:r>
              <a:rPr lang="en-US" dirty="0"/>
              <a:t>Strategy Co-creation with Customers/ Partners/ Suppliers</a:t>
            </a:r>
          </a:p>
          <a:p>
            <a:pPr>
              <a:buFontTx/>
              <a:buChar char="-"/>
            </a:pPr>
            <a:r>
              <a:rPr lang="en-US" dirty="0"/>
              <a:t>Customer Advisory Boards </a:t>
            </a:r>
          </a:p>
        </p:txBody>
      </p:sp>
      <p:sp>
        <p:nvSpPr>
          <p:cNvPr id="3" name="Content Placeholder 2">
            <a:extLst>
              <a:ext uri="{FF2B5EF4-FFF2-40B4-BE49-F238E27FC236}">
                <a16:creationId xmlns:a16="http://schemas.microsoft.com/office/drawing/2014/main" id="{294A2C39-CACD-535E-7FE1-2E375D460458}"/>
              </a:ext>
            </a:extLst>
          </p:cNvPr>
          <p:cNvSpPr>
            <a:spLocks noGrp="1"/>
          </p:cNvSpPr>
          <p:nvPr>
            <p:ph sz="quarter" idx="10"/>
          </p:nvPr>
        </p:nvSpPr>
        <p:spPr>
          <a:xfrm>
            <a:off x="406400" y="152400"/>
            <a:ext cx="8432800" cy="1143000"/>
          </a:xfrm>
        </p:spPr>
        <p:txBody>
          <a:bodyPr/>
          <a:lstStyle/>
          <a:p>
            <a:r>
              <a:rPr lang="en-US" dirty="0"/>
              <a:t>Next Week</a:t>
            </a:r>
          </a:p>
        </p:txBody>
      </p:sp>
      <p:sp>
        <p:nvSpPr>
          <p:cNvPr id="4" name="Slide Number Placeholder 5">
            <a:extLst>
              <a:ext uri="{FF2B5EF4-FFF2-40B4-BE49-F238E27FC236}">
                <a16:creationId xmlns:a16="http://schemas.microsoft.com/office/drawing/2014/main" id="{62F23CB2-CD12-18C6-8BA1-02E5819605ED}"/>
              </a:ext>
            </a:extLst>
          </p:cNvPr>
          <p:cNvSpPr>
            <a:spLocks noGrp="1"/>
          </p:cNvSpPr>
          <p:nvPr>
            <p:ph type="sldNum" sz="quarter" idx="4"/>
          </p:nvPr>
        </p:nvSpPr>
        <p:spPr>
          <a:xfrm>
            <a:off x="406400" y="6599238"/>
            <a:ext cx="2844800" cy="254481"/>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29</a:t>
            </a:fld>
            <a:endParaRPr lang="en-US" altLang="en-US"/>
          </a:p>
        </p:txBody>
      </p:sp>
    </p:spTree>
    <p:extLst>
      <p:ext uri="{BB962C8B-B14F-4D97-AF65-F5344CB8AC3E}">
        <p14:creationId xmlns:p14="http://schemas.microsoft.com/office/powerpoint/2010/main" val="3832112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ellow question mark">
            <a:extLst>
              <a:ext uri="{FF2B5EF4-FFF2-40B4-BE49-F238E27FC236}">
                <a16:creationId xmlns:a16="http://schemas.microsoft.com/office/drawing/2014/main" id="{945051E4-7DF1-B8D8-8CED-FBB80F8B84CF}"/>
              </a:ext>
            </a:extLst>
          </p:cNvPr>
          <p:cNvPicPr>
            <a:picLocks noChangeAspect="1"/>
          </p:cNvPicPr>
          <p:nvPr/>
        </p:nvPicPr>
        <p:blipFill rotWithShape="1">
          <a:blip r:embed="rId2"/>
          <a:srcRect t="7220" b="24035"/>
          <a:stretch/>
        </p:blipFill>
        <p:spPr>
          <a:xfrm>
            <a:off x="406400" y="1493838"/>
            <a:ext cx="10972800" cy="4525963"/>
          </a:xfrm>
          <a:prstGeom prst="rect">
            <a:avLst/>
          </a:prstGeom>
          <a:noFill/>
        </p:spPr>
      </p:pic>
      <p:sp>
        <p:nvSpPr>
          <p:cNvPr id="3" name="Content Placeholder 2">
            <a:extLst>
              <a:ext uri="{FF2B5EF4-FFF2-40B4-BE49-F238E27FC236}">
                <a16:creationId xmlns:a16="http://schemas.microsoft.com/office/drawing/2014/main" id="{3D05FEBE-E629-CB0D-C790-59E04B28EFE3}"/>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Questions</a:t>
            </a:r>
            <a:endParaRPr lang="en-US"/>
          </a:p>
        </p:txBody>
      </p:sp>
    </p:spTree>
    <p:extLst>
      <p:ext uri="{BB962C8B-B14F-4D97-AF65-F5344CB8AC3E}">
        <p14:creationId xmlns:p14="http://schemas.microsoft.com/office/powerpoint/2010/main" val="140481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7" ma:contentTypeDescription="Create a new document." ma:contentTypeScope="" ma:versionID="524f645c567f48f68415b738ed3c3e5a">
  <xsd:schema xmlns:xsd="http://www.w3.org/2001/XMLSchema" xmlns:xs="http://www.w3.org/2001/XMLSchema" xmlns:p="http://schemas.microsoft.com/office/2006/metadata/properties" xmlns:ns2="62c752f1-bd77-4b32-bcd5-44afe1204fc4" targetNamespace="http://schemas.microsoft.com/office/2006/metadata/properties" ma:root="true" ma:fieldsID="ad7003b6bdea35659c5076b91058063b" ns2:_="">
    <xsd:import namespace="62c752f1-bd77-4b32-bcd5-44afe1204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B044670-CDA5-4D5B-9AA1-2C93BA949A1C}"/>
</file>

<file path=customXml/itemProps2.xml><?xml version="1.0" encoding="utf-8"?>
<ds:datastoreItem xmlns:ds="http://schemas.openxmlformats.org/officeDocument/2006/customXml" ds:itemID="{AF5379F0-975F-418A-9BE9-CAD500710410}"/>
</file>

<file path=customXml/itemProps3.xml><?xml version="1.0" encoding="utf-8"?>
<ds:datastoreItem xmlns:ds="http://schemas.openxmlformats.org/officeDocument/2006/customXml" ds:itemID="{B945EE6E-84CE-409E-BDB9-24E76F1CFDAD}"/>
</file>

<file path=docProps/app.xml><?xml version="1.0" encoding="utf-8"?>
<Properties xmlns="http://schemas.openxmlformats.org/officeDocument/2006/extended-properties" xmlns:vt="http://schemas.openxmlformats.org/officeDocument/2006/docPropsVTypes">
  <Template/>
  <TotalTime>12042</TotalTime>
  <Words>1404</Words>
  <Application>Microsoft Macintosh PowerPoint</Application>
  <PresentationFormat>Widescreen</PresentationFormat>
  <Paragraphs>237</Paragraphs>
  <Slides>30</Slides>
  <Notes>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Avenir Book</vt:lpstr>
      <vt:lpstr>Montserrat</vt:lpstr>
      <vt:lpstr>Rofaela</vt:lpstr>
      <vt:lpstr>Office Theme</vt:lpstr>
      <vt:lpstr>Communication, Estimation &amp;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Rahul Mohandas (RMd)</cp:lastModifiedBy>
  <cp:revision>115</cp:revision>
  <dcterms:created xsi:type="dcterms:W3CDTF">2011-09-14T09:42:05Z</dcterms:created>
  <dcterms:modified xsi:type="dcterms:W3CDTF">2025-08-24T02:44:11Z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