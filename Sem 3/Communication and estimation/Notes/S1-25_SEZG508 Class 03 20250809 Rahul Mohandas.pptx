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1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60" r:id="rId2"/>
    <p:sldId id="257" r:id="rId3"/>
    <p:sldId id="4185" r:id="rId4"/>
    <p:sldId id="371" r:id="rId5"/>
    <p:sldId id="4186" r:id="rId6"/>
    <p:sldId id="4188" r:id="rId7"/>
    <p:sldId id="4187" r:id="rId8"/>
    <p:sldId id="4175" r:id="rId9"/>
    <p:sldId id="4192" r:id="rId10"/>
    <p:sldId id="4190" r:id="rId11"/>
    <p:sldId id="4189" r:id="rId12"/>
    <p:sldId id="4211" r:id="rId13"/>
    <p:sldId id="4193" r:id="rId14"/>
    <p:sldId id="4194" r:id="rId15"/>
    <p:sldId id="4195" r:id="rId16"/>
    <p:sldId id="4196" r:id="rId17"/>
    <p:sldId id="4197" r:id="rId18"/>
    <p:sldId id="4198" r:id="rId19"/>
    <p:sldId id="4199" r:id="rId20"/>
    <p:sldId id="4200" r:id="rId21"/>
    <p:sldId id="4201" r:id="rId22"/>
    <p:sldId id="4202" r:id="rId23"/>
    <p:sldId id="4203" r:id="rId24"/>
    <p:sldId id="4204" r:id="rId25"/>
    <p:sldId id="4205" r:id="rId26"/>
    <p:sldId id="4206" r:id="rId27"/>
    <p:sldId id="4207" r:id="rId28"/>
    <p:sldId id="4208" r:id="rId29"/>
    <p:sldId id="4209" r:id="rId30"/>
    <p:sldId id="4210" r:id="rId31"/>
    <p:sldId id="4170" r:id="rId32"/>
    <p:sldId id="4174" r:id="rId3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24" userDrawn="1">
          <p15:clr>
            <a:srgbClr val="A4A3A4"/>
          </p15:clr>
        </p15:guide>
        <p15:guide id="4" orient="horz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227923-493D-2046-BA4B-DB4E9E7C310F}" v="18" dt="2025-08-09T05:19:57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4"/>
    <p:restoredTop sz="74795"/>
  </p:normalViewPr>
  <p:slideViewPr>
    <p:cSldViewPr showGuides="1">
      <p:cViewPr varScale="1">
        <p:scale>
          <a:sx n="78" d="100"/>
          <a:sy n="78" d="100"/>
        </p:scale>
        <p:origin x="200" y="408"/>
      </p:cViewPr>
      <p:guideLst>
        <p:guide orient="horz" pos="1104"/>
        <p:guide pos="3840"/>
        <p:guide orient="horz" pos="1824"/>
        <p:guide orient="horz"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d" userId="cdc53f0a-00cb-4490-8a90-22675af5e74d" providerId="ADAL" clId="{810D21D4-318D-0347-A824-1D40D188E8EC}"/>
    <pc:docChg chg="modSld">
      <pc:chgData name="Rahul Md" userId="cdc53f0a-00cb-4490-8a90-22675af5e74d" providerId="ADAL" clId="{810D21D4-318D-0347-A824-1D40D188E8EC}" dt="2024-03-17T16:08:55.348" v="1" actId="1035"/>
      <pc:docMkLst>
        <pc:docMk/>
      </pc:docMkLst>
      <pc:sldChg chg="modSp">
        <pc:chgData name="Rahul Md" userId="cdc53f0a-00cb-4490-8a90-22675af5e74d" providerId="ADAL" clId="{810D21D4-318D-0347-A824-1D40D188E8EC}" dt="2024-03-17T16:08:55.348" v="1" actId="1035"/>
        <pc:sldMkLst>
          <pc:docMk/>
          <pc:sldMk cId="3792209619" sldId="4188"/>
        </pc:sldMkLst>
      </pc:sldChg>
    </pc:docChg>
  </pc:docChgLst>
  <pc:docChgLst>
    <pc:chgData name="Rahul Mohandas (RMd)" userId="cdc53f0a-00cb-4490-8a90-22675af5e74d" providerId="ADAL" clId="{A0DE6736-1027-BD40-BBCE-D9AF884D4440}"/>
    <pc:docChg chg="custSel modSld sldOrd">
      <pc:chgData name="Rahul Mohandas (RMd)" userId="cdc53f0a-00cb-4490-8a90-22675af5e74d" providerId="ADAL" clId="{A0DE6736-1027-BD40-BBCE-D9AF884D4440}" dt="2024-08-11T07:39:40.724" v="38" actId="207"/>
      <pc:docMkLst>
        <pc:docMk/>
      </pc:docMkLst>
      <pc:sldChg chg="modSp mod">
        <pc:chgData name="Rahul Mohandas (RMd)" userId="cdc53f0a-00cb-4490-8a90-22675af5e74d" providerId="ADAL" clId="{A0DE6736-1027-BD40-BBCE-D9AF884D4440}" dt="2024-08-11T05:01:00.191" v="7" actId="20577"/>
        <pc:sldMkLst>
          <pc:docMk/>
          <pc:sldMk cId="0" sldId="257"/>
        </pc:sldMkLst>
      </pc:sldChg>
      <pc:sldChg chg="modSp">
        <pc:chgData name="Rahul Mohandas (RMd)" userId="cdc53f0a-00cb-4490-8a90-22675af5e74d" providerId="ADAL" clId="{A0DE6736-1027-BD40-BBCE-D9AF884D4440}" dt="2024-08-11T06:57:33.373" v="10" actId="208"/>
        <pc:sldMkLst>
          <pc:docMk/>
          <pc:sldMk cId="1391221539" sldId="4189"/>
        </pc:sldMkLst>
      </pc:sldChg>
      <pc:sldChg chg="modSp">
        <pc:chgData name="Rahul Mohandas (RMd)" userId="cdc53f0a-00cb-4490-8a90-22675af5e74d" providerId="ADAL" clId="{A0DE6736-1027-BD40-BBCE-D9AF884D4440}" dt="2024-08-11T06:58:17.037" v="17" actId="207"/>
        <pc:sldMkLst>
          <pc:docMk/>
          <pc:sldMk cId="299589377" sldId="4190"/>
        </pc:sldMkLst>
      </pc:sldChg>
      <pc:sldChg chg="modSp">
        <pc:chgData name="Rahul Mohandas (RMd)" userId="cdc53f0a-00cb-4490-8a90-22675af5e74d" providerId="ADAL" clId="{A0DE6736-1027-BD40-BBCE-D9AF884D4440}" dt="2024-08-11T06:58:43.049" v="20" actId="208"/>
        <pc:sldMkLst>
          <pc:docMk/>
          <pc:sldMk cId="898579784" sldId="4192"/>
        </pc:sldMkLst>
      </pc:sldChg>
      <pc:sldChg chg="modSp">
        <pc:chgData name="Rahul Mohandas (RMd)" userId="cdc53f0a-00cb-4490-8a90-22675af5e74d" providerId="ADAL" clId="{A0DE6736-1027-BD40-BBCE-D9AF884D4440}" dt="2024-08-11T07:38:36.302" v="32" actId="207"/>
        <pc:sldMkLst>
          <pc:docMk/>
          <pc:sldMk cId="3920319028" sldId="4194"/>
        </pc:sldMkLst>
      </pc:sldChg>
      <pc:sldChg chg="modSp">
        <pc:chgData name="Rahul Mohandas (RMd)" userId="cdc53f0a-00cb-4490-8a90-22675af5e74d" providerId="ADAL" clId="{A0DE6736-1027-BD40-BBCE-D9AF884D4440}" dt="2024-08-11T07:38:51.760" v="33" actId="207"/>
        <pc:sldMkLst>
          <pc:docMk/>
          <pc:sldMk cId="100383642" sldId="4195"/>
        </pc:sldMkLst>
      </pc:sldChg>
      <pc:sldChg chg="modSp">
        <pc:chgData name="Rahul Mohandas (RMd)" userId="cdc53f0a-00cb-4490-8a90-22675af5e74d" providerId="ADAL" clId="{A0DE6736-1027-BD40-BBCE-D9AF884D4440}" dt="2024-08-11T07:39:03.950" v="34" actId="207"/>
        <pc:sldMkLst>
          <pc:docMk/>
          <pc:sldMk cId="2745459396" sldId="4196"/>
        </pc:sldMkLst>
      </pc:sldChg>
      <pc:sldChg chg="modSp">
        <pc:chgData name="Rahul Mohandas (RMd)" userId="cdc53f0a-00cb-4490-8a90-22675af5e74d" providerId="ADAL" clId="{A0DE6736-1027-BD40-BBCE-D9AF884D4440}" dt="2024-08-11T07:39:12.392" v="35" actId="207"/>
        <pc:sldMkLst>
          <pc:docMk/>
          <pc:sldMk cId="3892505888" sldId="4197"/>
        </pc:sldMkLst>
      </pc:sldChg>
      <pc:sldChg chg="modSp">
        <pc:chgData name="Rahul Mohandas (RMd)" userId="cdc53f0a-00cb-4490-8a90-22675af5e74d" providerId="ADAL" clId="{A0DE6736-1027-BD40-BBCE-D9AF884D4440}" dt="2024-08-11T07:39:19.222" v="36" actId="207"/>
        <pc:sldMkLst>
          <pc:docMk/>
          <pc:sldMk cId="4004724105" sldId="4198"/>
        </pc:sldMkLst>
      </pc:sldChg>
      <pc:sldChg chg="modSp">
        <pc:chgData name="Rahul Mohandas (RMd)" userId="cdc53f0a-00cb-4490-8a90-22675af5e74d" providerId="ADAL" clId="{A0DE6736-1027-BD40-BBCE-D9AF884D4440}" dt="2024-08-11T07:39:32.087" v="37" actId="207"/>
        <pc:sldMkLst>
          <pc:docMk/>
          <pc:sldMk cId="1359707450" sldId="4199"/>
        </pc:sldMkLst>
      </pc:sldChg>
      <pc:sldChg chg="modSp">
        <pc:chgData name="Rahul Mohandas (RMd)" userId="cdc53f0a-00cb-4490-8a90-22675af5e74d" providerId="ADAL" clId="{A0DE6736-1027-BD40-BBCE-D9AF884D4440}" dt="2024-08-11T07:39:40.724" v="38" actId="207"/>
        <pc:sldMkLst>
          <pc:docMk/>
          <pc:sldMk cId="1396081626" sldId="4200"/>
        </pc:sldMkLst>
      </pc:sldChg>
      <pc:sldChg chg="modSp mod ord">
        <pc:chgData name="Rahul Mohandas (RMd)" userId="cdc53f0a-00cb-4490-8a90-22675af5e74d" providerId="ADAL" clId="{A0DE6736-1027-BD40-BBCE-D9AF884D4440}" dt="2024-08-11T07:34:58.191" v="31" actId="5793"/>
        <pc:sldMkLst>
          <pc:docMk/>
          <pc:sldMk cId="2885192907" sldId="4208"/>
        </pc:sldMkLst>
      </pc:sldChg>
    </pc:docChg>
  </pc:docChgLst>
  <pc:docChgLst>
    <pc:chgData name="Rahul Md" userId="cdc53f0a-00cb-4490-8a90-22675af5e74d" providerId="ADAL" clId="{5C95CB7B-749B-F843-A666-0F07F62C1519}"/>
    <pc:docChg chg="custSel modSld">
      <pc:chgData name="Rahul Md" userId="cdc53f0a-00cb-4490-8a90-22675af5e74d" providerId="ADAL" clId="{5C95CB7B-749B-F843-A666-0F07F62C1519}" dt="2024-01-28T10:05:58.233" v="87" actId="20577"/>
      <pc:docMkLst>
        <pc:docMk/>
      </pc:docMkLst>
      <pc:sldChg chg="modSp mod">
        <pc:chgData name="Rahul Md" userId="cdc53f0a-00cb-4490-8a90-22675af5e74d" providerId="ADAL" clId="{5C95CB7B-749B-F843-A666-0F07F62C1519}" dt="2024-01-28T10:05:58.233" v="87" actId="20577"/>
        <pc:sldMkLst>
          <pc:docMk/>
          <pc:sldMk cId="3832112072" sldId="4170"/>
        </pc:sldMkLst>
      </pc:sldChg>
      <pc:sldChg chg="modSp mod">
        <pc:chgData name="Rahul Md" userId="cdc53f0a-00cb-4490-8a90-22675af5e74d" providerId="ADAL" clId="{5C95CB7B-749B-F843-A666-0F07F62C1519}" dt="2024-01-28T10:04:58.857" v="0" actId="20577"/>
        <pc:sldMkLst>
          <pc:docMk/>
          <pc:sldMk cId="3767481530" sldId="4185"/>
        </pc:sldMkLst>
      </pc:sldChg>
    </pc:docChg>
  </pc:docChgLst>
  <pc:docChgLst>
    <pc:chgData name="Rahul Mohandas (RMd)" userId="cdc53f0a-00cb-4490-8a90-22675af5e74d" providerId="ADAL" clId="{75227923-493D-2046-BA4B-DB4E9E7C310F}"/>
    <pc:docChg chg="custSel addSld modSld sldOrd">
      <pc:chgData name="Rahul Mohandas (RMd)" userId="cdc53f0a-00cb-4490-8a90-22675af5e74d" providerId="ADAL" clId="{75227923-493D-2046-BA4B-DB4E9E7C310F}" dt="2025-08-09T05:20:07.513" v="579" actId="14100"/>
      <pc:docMkLst>
        <pc:docMk/>
      </pc:docMkLst>
      <pc:sldChg chg="modSp mod">
        <pc:chgData name="Rahul Mohandas (RMd)" userId="cdc53f0a-00cb-4490-8a90-22675af5e74d" providerId="ADAL" clId="{75227923-493D-2046-BA4B-DB4E9E7C310F}" dt="2025-08-08T15:12:14.610" v="21" actId="20577"/>
        <pc:sldMkLst>
          <pc:docMk/>
          <pc:sldMk cId="0" sldId="257"/>
        </pc:sldMkLst>
        <pc:spChg chg="mod">
          <ac:chgData name="Rahul Mohandas (RMd)" userId="cdc53f0a-00cb-4490-8a90-22675af5e74d" providerId="ADAL" clId="{75227923-493D-2046-BA4B-DB4E9E7C310F}" dt="2025-08-08T15:12:14.610" v="21" actId="20577"/>
          <ac:spMkLst>
            <pc:docMk/>
            <pc:sldMk cId="0" sldId="257"/>
            <ac:spMk id="2" creationId="{056F6331-FA13-C3D2-E2AC-DE29B104FF03}"/>
          </ac:spMkLst>
        </pc:spChg>
      </pc:sldChg>
      <pc:sldChg chg="ord">
        <pc:chgData name="Rahul Mohandas (RMd)" userId="cdc53f0a-00cb-4490-8a90-22675af5e74d" providerId="ADAL" clId="{75227923-493D-2046-BA4B-DB4E9E7C310F}" dt="2025-08-09T02:32:36.867" v="522" actId="20578"/>
        <pc:sldMkLst>
          <pc:docMk/>
          <pc:sldMk cId="170682038" sldId="371"/>
        </pc:sldMkLst>
      </pc:sldChg>
      <pc:sldChg chg="modSp mod">
        <pc:chgData name="Rahul Mohandas (RMd)" userId="cdc53f0a-00cb-4490-8a90-22675af5e74d" providerId="ADAL" clId="{75227923-493D-2046-BA4B-DB4E9E7C310F}" dt="2025-08-08T15:22:02.256" v="275" actId="20577"/>
        <pc:sldMkLst>
          <pc:docMk/>
          <pc:sldMk cId="3832112072" sldId="4170"/>
        </pc:sldMkLst>
        <pc:spChg chg="mod">
          <ac:chgData name="Rahul Mohandas (RMd)" userId="cdc53f0a-00cb-4490-8a90-22675af5e74d" providerId="ADAL" clId="{75227923-493D-2046-BA4B-DB4E9E7C310F}" dt="2025-08-08T15:22:02.256" v="275" actId="20577"/>
          <ac:spMkLst>
            <pc:docMk/>
            <pc:sldMk cId="3832112072" sldId="4170"/>
            <ac:spMk id="5" creationId="{3864FE54-384F-A34C-7C76-EF2D6D0329CA}"/>
          </ac:spMkLst>
        </pc:spChg>
      </pc:sldChg>
      <pc:sldChg chg="ord">
        <pc:chgData name="Rahul Mohandas (RMd)" userId="cdc53f0a-00cb-4490-8a90-22675af5e74d" providerId="ADAL" clId="{75227923-493D-2046-BA4B-DB4E9E7C310F}" dt="2025-08-09T02:32:33.341" v="521" actId="20578"/>
        <pc:sldMkLst>
          <pc:docMk/>
          <pc:sldMk cId="3767481530" sldId="4185"/>
        </pc:sldMkLst>
      </pc:sldChg>
      <pc:sldChg chg="modSp mod">
        <pc:chgData name="Rahul Mohandas (RMd)" userId="cdc53f0a-00cb-4490-8a90-22675af5e74d" providerId="ADAL" clId="{75227923-493D-2046-BA4B-DB4E9E7C310F}" dt="2025-08-09T02:33:00.684" v="570" actId="20577"/>
        <pc:sldMkLst>
          <pc:docMk/>
          <pc:sldMk cId="3792209619" sldId="4188"/>
        </pc:sldMkLst>
        <pc:spChg chg="mod">
          <ac:chgData name="Rahul Mohandas (RMd)" userId="cdc53f0a-00cb-4490-8a90-22675af5e74d" providerId="ADAL" clId="{75227923-493D-2046-BA4B-DB4E9E7C310F}" dt="2025-08-09T02:33:00.684" v="570" actId="20577"/>
          <ac:spMkLst>
            <pc:docMk/>
            <pc:sldMk cId="3792209619" sldId="4188"/>
            <ac:spMk id="3" creationId="{9AA9C50A-86B0-87F1-E35D-89BC78987BF0}"/>
          </ac:spMkLst>
        </pc:spChg>
      </pc:sldChg>
      <pc:sldChg chg="ord modNotesTx">
        <pc:chgData name="Rahul Mohandas (RMd)" userId="cdc53f0a-00cb-4490-8a90-22675af5e74d" providerId="ADAL" clId="{75227923-493D-2046-BA4B-DB4E9E7C310F}" dt="2025-08-08T17:50:44.798" v="295" actId="20577"/>
        <pc:sldMkLst>
          <pc:docMk/>
          <pc:sldMk cId="1391221539" sldId="4189"/>
        </pc:sldMkLst>
      </pc:sldChg>
      <pc:sldChg chg="modNotesTx">
        <pc:chgData name="Rahul Mohandas (RMd)" userId="cdc53f0a-00cb-4490-8a90-22675af5e74d" providerId="ADAL" clId="{75227923-493D-2046-BA4B-DB4E9E7C310F}" dt="2025-08-08T17:52:41.866" v="399" actId="20577"/>
        <pc:sldMkLst>
          <pc:docMk/>
          <pc:sldMk cId="299589377" sldId="4190"/>
        </pc:sldMkLst>
      </pc:sldChg>
      <pc:sldChg chg="ord modNotesTx">
        <pc:chgData name="Rahul Mohandas (RMd)" userId="cdc53f0a-00cb-4490-8a90-22675af5e74d" providerId="ADAL" clId="{75227923-493D-2046-BA4B-DB4E9E7C310F}" dt="2025-08-08T17:53:50.972" v="441" actId="20577"/>
        <pc:sldMkLst>
          <pc:docMk/>
          <pc:sldMk cId="898579784" sldId="4192"/>
        </pc:sldMkLst>
      </pc:sldChg>
      <pc:sldChg chg="modNotesTx">
        <pc:chgData name="Rahul Mohandas (RMd)" userId="cdc53f0a-00cb-4490-8a90-22675af5e74d" providerId="ADAL" clId="{75227923-493D-2046-BA4B-DB4E9E7C310F}" dt="2025-08-08T17:54:37.273" v="460" actId="20577"/>
        <pc:sldMkLst>
          <pc:docMk/>
          <pc:sldMk cId="100383642" sldId="4195"/>
        </pc:sldMkLst>
      </pc:sldChg>
      <pc:sldChg chg="addSp modSp mod modNotesTx">
        <pc:chgData name="Rahul Mohandas (RMd)" userId="cdc53f0a-00cb-4490-8a90-22675af5e74d" providerId="ADAL" clId="{75227923-493D-2046-BA4B-DB4E9E7C310F}" dt="2025-08-08T18:00:46.565" v="520" actId="5793"/>
        <pc:sldMkLst>
          <pc:docMk/>
          <pc:sldMk cId="3892505888" sldId="4197"/>
        </pc:sldMkLst>
        <pc:spChg chg="add mod">
          <ac:chgData name="Rahul Mohandas (RMd)" userId="cdc53f0a-00cb-4490-8a90-22675af5e74d" providerId="ADAL" clId="{75227923-493D-2046-BA4B-DB4E9E7C310F}" dt="2025-08-08T17:58:07.662" v="474" actId="404"/>
          <ac:spMkLst>
            <pc:docMk/>
            <pc:sldMk cId="3892505888" sldId="4197"/>
            <ac:spMk id="6" creationId="{003A5078-0BC9-FB14-BC10-3CCE470C50D3}"/>
          </ac:spMkLst>
        </pc:spChg>
      </pc:sldChg>
      <pc:sldChg chg="addSp delSp modSp mod">
        <pc:chgData name="Rahul Mohandas (RMd)" userId="cdc53f0a-00cb-4490-8a90-22675af5e74d" providerId="ADAL" clId="{75227923-493D-2046-BA4B-DB4E9E7C310F}" dt="2025-08-09T05:20:07.513" v="579" actId="14100"/>
        <pc:sldMkLst>
          <pc:docMk/>
          <pc:sldMk cId="2387051457" sldId="4210"/>
        </pc:sldMkLst>
        <pc:picChg chg="del">
          <ac:chgData name="Rahul Mohandas (RMd)" userId="cdc53f0a-00cb-4490-8a90-22675af5e74d" providerId="ADAL" clId="{75227923-493D-2046-BA4B-DB4E9E7C310F}" dt="2025-08-08T17:58:50.714" v="475" actId="478"/>
          <ac:picMkLst>
            <pc:docMk/>
            <pc:sldMk cId="2387051457" sldId="4210"/>
            <ac:picMk id="4" creationId="{10407498-1B2B-FDD4-BF6D-528EE62089D9}"/>
          </ac:picMkLst>
        </pc:picChg>
        <pc:picChg chg="add del mod">
          <ac:chgData name="Rahul Mohandas (RMd)" userId="cdc53f0a-00cb-4490-8a90-22675af5e74d" providerId="ADAL" clId="{75227923-493D-2046-BA4B-DB4E9E7C310F}" dt="2025-08-09T05:19:09.027" v="572" actId="478"/>
          <ac:picMkLst>
            <pc:docMk/>
            <pc:sldMk cId="2387051457" sldId="4210"/>
            <ac:picMk id="4" creationId="{20E4D1EB-1952-9E65-BB61-06AF7F4CF3E2}"/>
          </ac:picMkLst>
        </pc:picChg>
        <pc:picChg chg="add del mod">
          <ac:chgData name="Rahul Mohandas (RMd)" userId="cdc53f0a-00cb-4490-8a90-22675af5e74d" providerId="ADAL" clId="{75227923-493D-2046-BA4B-DB4E9E7C310F}" dt="2025-08-09T05:19:56.066" v="575" actId="478"/>
          <ac:picMkLst>
            <pc:docMk/>
            <pc:sldMk cId="2387051457" sldId="4210"/>
            <ac:picMk id="5" creationId="{7D028DD7-B0CD-4A7D-DCCC-94FAE4EE4272}"/>
          </ac:picMkLst>
        </pc:picChg>
        <pc:picChg chg="add mod">
          <ac:chgData name="Rahul Mohandas (RMd)" userId="cdc53f0a-00cb-4490-8a90-22675af5e74d" providerId="ADAL" clId="{75227923-493D-2046-BA4B-DB4E9E7C310F}" dt="2025-08-09T05:20:07.513" v="579" actId="14100"/>
          <ac:picMkLst>
            <pc:docMk/>
            <pc:sldMk cId="2387051457" sldId="4210"/>
            <ac:picMk id="6" creationId="{887820F0-EFCF-0AE9-EBC7-431863758674}"/>
          </ac:picMkLst>
        </pc:picChg>
      </pc:sldChg>
      <pc:sldChg chg="modSp new mod modNotesTx">
        <pc:chgData name="Rahul Mohandas (RMd)" userId="cdc53f0a-00cb-4490-8a90-22675af5e74d" providerId="ADAL" clId="{75227923-493D-2046-BA4B-DB4E9E7C310F}" dt="2025-08-08T15:24:49.573" v="291"/>
        <pc:sldMkLst>
          <pc:docMk/>
          <pc:sldMk cId="4246612692" sldId="4211"/>
        </pc:sldMkLst>
        <pc:spChg chg="mod">
          <ac:chgData name="Rahul Mohandas (RMd)" userId="cdc53f0a-00cb-4490-8a90-22675af5e74d" providerId="ADAL" clId="{75227923-493D-2046-BA4B-DB4E9E7C310F}" dt="2025-08-08T15:24:49.573" v="291"/>
          <ac:spMkLst>
            <pc:docMk/>
            <pc:sldMk cId="4246612692" sldId="4211"/>
            <ac:spMk id="2" creationId="{34BBC733-E460-5A7C-A48D-CDD190589ADB}"/>
          </ac:spMkLst>
        </pc:spChg>
        <pc:spChg chg="mod">
          <ac:chgData name="Rahul Mohandas (RMd)" userId="cdc53f0a-00cb-4490-8a90-22675af5e74d" providerId="ADAL" clId="{75227923-493D-2046-BA4B-DB4E9E7C310F}" dt="2025-08-08T15:18:43.631" v="192" actId="20577"/>
          <ac:spMkLst>
            <pc:docMk/>
            <pc:sldMk cId="4246612692" sldId="4211"/>
            <ac:spMk id="3" creationId="{59E66BD2-0835-0445-53CB-079256D7A77D}"/>
          </ac:spMkLst>
        </pc:spChg>
      </pc:sldChg>
    </pc:docChg>
  </pc:docChgLst>
  <pc:docChgLst>
    <pc:chgData name="Rahul Mohandas (RMd)" userId="cdc53f0a-00cb-4490-8a90-22675af5e74d" providerId="ADAL" clId="{EFBBB9C9-DBB9-F240-8E02-755CD3E2253C}"/>
    <pc:docChg chg="custSel addSld delSld modSld sldOrd modMainMaster">
      <pc:chgData name="Rahul Mohandas (RMd)" userId="cdc53f0a-00cb-4490-8a90-22675af5e74d" providerId="ADAL" clId="{EFBBB9C9-DBB9-F240-8E02-755CD3E2253C}" dt="2025-02-09T10:04:15.158" v="87" actId="20578"/>
      <pc:docMkLst>
        <pc:docMk/>
      </pc:docMkLst>
      <pc:sldChg chg="modSp mod">
        <pc:chgData name="Rahul Mohandas (RMd)" userId="cdc53f0a-00cb-4490-8a90-22675af5e74d" providerId="ADAL" clId="{EFBBB9C9-DBB9-F240-8E02-755CD3E2253C}" dt="2025-02-09T06:12:01.366" v="80" actId="20577"/>
        <pc:sldMkLst>
          <pc:docMk/>
          <pc:sldMk cId="0" sldId="257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170682038" sldId="371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3832112072" sldId="4170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1404816291" sldId="4174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3575048931" sldId="4175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3767481530" sldId="4185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3872271398" sldId="4186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3792209619" sldId="4188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1391221539" sldId="4189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299589377" sldId="4190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898579784" sldId="4192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3920319028" sldId="4194"/>
        </pc:sldMkLst>
      </pc:sldChg>
      <pc:sldChg chg="addSp modSp modNotesTx">
        <pc:chgData name="Rahul Mohandas (RMd)" userId="cdc53f0a-00cb-4490-8a90-22675af5e74d" providerId="ADAL" clId="{EFBBB9C9-DBB9-F240-8E02-755CD3E2253C}" dt="2025-02-09T05:50:06.101" v="24" actId="20577"/>
        <pc:sldMkLst>
          <pc:docMk/>
          <pc:sldMk cId="100383642" sldId="4195"/>
        </pc:sldMkLst>
      </pc:sldChg>
      <pc:sldChg chg="addSp modSp mod">
        <pc:chgData name="Rahul Mohandas (RMd)" userId="cdc53f0a-00cb-4490-8a90-22675af5e74d" providerId="ADAL" clId="{EFBBB9C9-DBB9-F240-8E02-755CD3E2253C}" dt="2025-02-09T05:50:47.654" v="62" actId="1036"/>
        <pc:sldMkLst>
          <pc:docMk/>
          <pc:sldMk cId="2745459396" sldId="4196"/>
        </pc:sldMkLst>
      </pc:sldChg>
      <pc:sldChg chg="addSp modSp modNotesTx">
        <pc:chgData name="Rahul Mohandas (RMd)" userId="cdc53f0a-00cb-4490-8a90-22675af5e74d" providerId="ADAL" clId="{EFBBB9C9-DBB9-F240-8E02-755CD3E2253C}" dt="2025-02-09T05:51:07.071" v="66" actId="20577"/>
        <pc:sldMkLst>
          <pc:docMk/>
          <pc:sldMk cId="3892505888" sldId="4197"/>
        </pc:sldMkLst>
      </pc:sldChg>
      <pc:sldChg chg="addSp modSp modNotesTx">
        <pc:chgData name="Rahul Mohandas (RMd)" userId="cdc53f0a-00cb-4490-8a90-22675af5e74d" providerId="ADAL" clId="{EFBBB9C9-DBB9-F240-8E02-755CD3E2253C}" dt="2025-02-09T05:51:25.869" v="69" actId="20577"/>
        <pc:sldMkLst>
          <pc:docMk/>
          <pc:sldMk cId="4004724105" sldId="4198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1359707450" sldId="4199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1396081626" sldId="4200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1803759999" sldId="4202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2652841697" sldId="4203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1601707220" sldId="4204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3934518594" sldId="4205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2727401457" sldId="4206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34569228" sldId="4207"/>
        </pc:sldMkLst>
      </pc:sldChg>
      <pc:sldChg chg="addSp modSp ord">
        <pc:chgData name="Rahul Mohandas (RMd)" userId="cdc53f0a-00cb-4490-8a90-22675af5e74d" providerId="ADAL" clId="{EFBBB9C9-DBB9-F240-8E02-755CD3E2253C}" dt="2025-02-09T10:04:15.158" v="87" actId="20578"/>
        <pc:sldMkLst>
          <pc:docMk/>
          <pc:sldMk cId="2885192907" sldId="4208"/>
        </pc:sldMkLst>
      </pc:sldChg>
      <pc:sldChg chg="addSp modSp">
        <pc:chgData name="Rahul Mohandas (RMd)" userId="cdc53f0a-00cb-4490-8a90-22675af5e74d" providerId="ADAL" clId="{EFBBB9C9-DBB9-F240-8E02-755CD3E2253C}" dt="2025-02-09T05:48:50.401" v="11"/>
        <pc:sldMkLst>
          <pc:docMk/>
          <pc:sldMk cId="924001836" sldId="4209"/>
        </pc:sldMkLst>
      </pc:sldChg>
      <pc:sldChg chg="addSp modSp new mod">
        <pc:chgData name="Rahul Mohandas (RMd)" userId="cdc53f0a-00cb-4490-8a90-22675af5e74d" providerId="ADAL" clId="{EFBBB9C9-DBB9-F240-8E02-755CD3E2253C}" dt="2025-02-09T10:04:07.939" v="85" actId="1076"/>
        <pc:sldMkLst>
          <pc:docMk/>
          <pc:sldMk cId="2387051457" sldId="4210"/>
        </pc:sldMkLst>
      </pc:sldChg>
      <pc:sldChg chg="addSp modSp new del">
        <pc:chgData name="Rahul Mohandas (RMd)" userId="cdc53f0a-00cb-4490-8a90-22675af5e74d" providerId="ADAL" clId="{EFBBB9C9-DBB9-F240-8E02-755CD3E2253C}" dt="2025-02-09T05:49:02.610" v="12" actId="2696"/>
        <pc:sldMkLst>
          <pc:docMk/>
          <pc:sldMk cId="3459091602" sldId="4210"/>
        </pc:sldMkLst>
      </pc:sldChg>
      <pc:sldMasterChg chg="delSp modSp mod modSldLayout">
        <pc:chgData name="Rahul Mohandas (RMd)" userId="cdc53f0a-00cb-4490-8a90-22675af5e74d" providerId="ADAL" clId="{EFBBB9C9-DBB9-F240-8E02-755CD3E2253C}" dt="2025-02-09T05:48:21.117" v="9"/>
        <pc:sldMasterMkLst>
          <pc:docMk/>
          <pc:sldMasterMk cId="0" sldId="2147483648"/>
        </pc:sldMasterMkLst>
        <pc:sldLayoutChg chg="addSp modSp mod">
          <pc:chgData name="Rahul Mohandas (RMd)" userId="cdc53f0a-00cb-4490-8a90-22675af5e74d" providerId="ADAL" clId="{EFBBB9C9-DBB9-F240-8E02-755CD3E2253C}" dt="2025-02-09T05:48:12.677" v="6" actId="1076"/>
          <pc:sldLayoutMkLst>
            <pc:docMk/>
            <pc:sldMasterMk cId="0" sldId="2147483648"/>
            <pc:sldLayoutMk cId="975937277" sldId="2147483719"/>
          </pc:sldLayoutMkLst>
        </pc:sldLayoutChg>
        <pc:sldLayoutChg chg="addSp modSp">
          <pc:chgData name="Rahul Mohandas (RMd)" userId="cdc53f0a-00cb-4490-8a90-22675af5e74d" providerId="ADAL" clId="{EFBBB9C9-DBB9-F240-8E02-755CD3E2253C}" dt="2025-02-09T05:48:16.458" v="7"/>
          <pc:sldLayoutMkLst>
            <pc:docMk/>
            <pc:sldMasterMk cId="0" sldId="2147483648"/>
            <pc:sldLayoutMk cId="1409962327" sldId="2147483720"/>
          </pc:sldLayoutMkLst>
        </pc:sldLayoutChg>
        <pc:sldLayoutChg chg="addSp modSp">
          <pc:chgData name="Rahul Mohandas (RMd)" userId="cdc53f0a-00cb-4490-8a90-22675af5e74d" providerId="ADAL" clId="{EFBBB9C9-DBB9-F240-8E02-755CD3E2253C}" dt="2025-02-09T05:48:19.532" v="8"/>
          <pc:sldLayoutMkLst>
            <pc:docMk/>
            <pc:sldMasterMk cId="0" sldId="2147483648"/>
            <pc:sldLayoutMk cId="3232453031" sldId="2147483721"/>
          </pc:sldLayoutMkLst>
        </pc:sldLayoutChg>
        <pc:sldLayoutChg chg="addSp modSp">
          <pc:chgData name="Rahul Mohandas (RMd)" userId="cdc53f0a-00cb-4490-8a90-22675af5e74d" providerId="ADAL" clId="{EFBBB9C9-DBB9-F240-8E02-755CD3E2253C}" dt="2025-02-09T05:48:21.117" v="9"/>
          <pc:sldLayoutMkLst>
            <pc:docMk/>
            <pc:sldMasterMk cId="0" sldId="2147483648"/>
            <pc:sldLayoutMk cId="3056628485" sldId="2147483722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4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25.png"/><Relationship Id="rId4" Type="http://schemas.openxmlformats.org/officeDocument/2006/relationships/image" Target="../media/image4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4" Type="http://schemas.openxmlformats.org/officeDocument/2006/relationships/image" Target="../media/image6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4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25.png"/><Relationship Id="rId4" Type="http://schemas.openxmlformats.org/officeDocument/2006/relationships/image" Target="../media/image4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4" Type="http://schemas.openxmlformats.org/officeDocument/2006/relationships/image" Target="../media/image6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73F33C-195E-4484-8F56-FE06F44E62D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4C11B3-8F5B-46EC-84DD-E3F9BE4910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Value Exchange</a:t>
          </a:r>
        </a:p>
      </dgm:t>
    </dgm:pt>
    <dgm:pt modelId="{0BA3AB31-B94D-4CC2-832E-2BDC0966DFFD}" type="parTrans" cxnId="{FF136BA5-EA40-47D3-9564-223748497D22}">
      <dgm:prSet/>
      <dgm:spPr/>
      <dgm:t>
        <a:bodyPr/>
        <a:lstStyle/>
        <a:p>
          <a:endParaRPr lang="en-US"/>
        </a:p>
      </dgm:t>
    </dgm:pt>
    <dgm:pt modelId="{B51A7521-B48B-4948-A182-A1211C93D155}" type="sibTrans" cxnId="{FF136BA5-EA40-47D3-9564-223748497D22}">
      <dgm:prSet/>
      <dgm:spPr/>
      <dgm:t>
        <a:bodyPr/>
        <a:lstStyle/>
        <a:p>
          <a:endParaRPr lang="en-US"/>
        </a:p>
      </dgm:t>
    </dgm:pt>
    <dgm:pt modelId="{D445C1F8-4BDD-4B14-ABBD-E19CE53DEA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Costs</a:t>
          </a:r>
        </a:p>
      </dgm:t>
    </dgm:pt>
    <dgm:pt modelId="{DE6F91C3-4758-4585-BD51-4DAFB05B12D9}" type="parTrans" cxnId="{4BF9C622-D23A-42AC-A997-9544F0AB1940}">
      <dgm:prSet/>
      <dgm:spPr/>
      <dgm:t>
        <a:bodyPr/>
        <a:lstStyle/>
        <a:p>
          <a:endParaRPr lang="en-US"/>
        </a:p>
      </dgm:t>
    </dgm:pt>
    <dgm:pt modelId="{EF523DD9-5A3B-4837-AFC5-16EF1BEF4EA7}" type="sibTrans" cxnId="{4BF9C622-D23A-42AC-A997-9544F0AB1940}">
      <dgm:prSet/>
      <dgm:spPr/>
      <dgm:t>
        <a:bodyPr/>
        <a:lstStyle/>
        <a:p>
          <a:endParaRPr lang="en-US"/>
        </a:p>
      </dgm:t>
    </dgm:pt>
    <dgm:pt modelId="{0769D0D3-21C6-8D49-8D7B-1B92D6DFAC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Product as an investment</a:t>
          </a:r>
        </a:p>
      </dgm:t>
    </dgm:pt>
    <dgm:pt modelId="{13AF4A66-264C-8C47-B37A-A6C4D5EE7F0D}" type="parTrans" cxnId="{52AC39BA-A76B-934D-82B4-3006A7ABF50E}">
      <dgm:prSet/>
      <dgm:spPr/>
      <dgm:t>
        <a:bodyPr/>
        <a:lstStyle/>
        <a:p>
          <a:endParaRPr lang="en-GB"/>
        </a:p>
      </dgm:t>
    </dgm:pt>
    <dgm:pt modelId="{14D16DE0-AFC9-2E4C-9BCB-7019DF7ABC28}" type="sibTrans" cxnId="{52AC39BA-A76B-934D-82B4-3006A7ABF50E}">
      <dgm:prSet/>
      <dgm:spPr/>
      <dgm:t>
        <a:bodyPr/>
        <a:lstStyle/>
        <a:p>
          <a:endParaRPr lang="en-GB"/>
        </a:p>
      </dgm:t>
    </dgm:pt>
    <dgm:pt modelId="{15E33F68-9C06-41EC-8DAF-0204FBE5521D}" type="pres">
      <dgm:prSet presAssocID="{0E73F33C-195E-4484-8F56-FE06F44E62D7}" presName="root" presStyleCnt="0">
        <dgm:presLayoutVars>
          <dgm:dir/>
          <dgm:resizeHandles val="exact"/>
        </dgm:presLayoutVars>
      </dgm:prSet>
      <dgm:spPr/>
    </dgm:pt>
    <dgm:pt modelId="{603501A3-62E6-4CD7-A808-F225B957F140}" type="pres">
      <dgm:prSet presAssocID="{8C4C11B3-8F5B-46EC-84DD-E3F9BE491001}" presName="compNode" presStyleCnt="0"/>
      <dgm:spPr/>
    </dgm:pt>
    <dgm:pt modelId="{749809F9-2300-4D2B-85D9-62A49F93B5D1}" type="pres">
      <dgm:prSet presAssocID="{8C4C11B3-8F5B-46EC-84DD-E3F9BE491001}" presName="bgRect" presStyleLbl="bgShp" presStyleIdx="0" presStyleCnt="3"/>
      <dgm:spPr/>
    </dgm:pt>
    <dgm:pt modelId="{F2FE1EC1-5EE5-4184-8DB3-B423A877EA6E}" type="pres">
      <dgm:prSet presAssocID="{8C4C11B3-8F5B-46EC-84DD-E3F9BE49100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BAC3227A-1AC4-40E9-931B-F9D4D98E424F}" type="pres">
      <dgm:prSet presAssocID="{8C4C11B3-8F5B-46EC-84DD-E3F9BE491001}" presName="spaceRect" presStyleCnt="0"/>
      <dgm:spPr/>
    </dgm:pt>
    <dgm:pt modelId="{E3CFEBCE-F768-4307-BED1-FD498699B2A1}" type="pres">
      <dgm:prSet presAssocID="{8C4C11B3-8F5B-46EC-84DD-E3F9BE491001}" presName="parTx" presStyleLbl="revTx" presStyleIdx="0" presStyleCnt="3">
        <dgm:presLayoutVars>
          <dgm:chMax val="0"/>
          <dgm:chPref val="0"/>
        </dgm:presLayoutVars>
      </dgm:prSet>
      <dgm:spPr/>
    </dgm:pt>
    <dgm:pt modelId="{3D0D5672-AEDB-46D5-9251-AC6040B3E9CC}" type="pres">
      <dgm:prSet presAssocID="{B51A7521-B48B-4948-A182-A1211C93D155}" presName="sibTrans" presStyleCnt="0"/>
      <dgm:spPr/>
    </dgm:pt>
    <dgm:pt modelId="{4A9C9A89-34E9-164D-9403-9C268E58D32F}" type="pres">
      <dgm:prSet presAssocID="{0769D0D3-21C6-8D49-8D7B-1B92D6DFAC7D}" presName="compNode" presStyleCnt="0"/>
      <dgm:spPr/>
    </dgm:pt>
    <dgm:pt modelId="{D5AB1735-7EA3-7141-BBBA-1119DA5C1C48}" type="pres">
      <dgm:prSet presAssocID="{0769D0D3-21C6-8D49-8D7B-1B92D6DFAC7D}" presName="bgRect" presStyleLbl="bgShp" presStyleIdx="1" presStyleCnt="3"/>
      <dgm:spPr/>
    </dgm:pt>
    <dgm:pt modelId="{BCF06E8C-9EFC-0C4F-A2D0-53A66F69C782}" type="pres">
      <dgm:prSet presAssocID="{0769D0D3-21C6-8D49-8D7B-1B92D6DFAC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 with solid fill"/>
        </a:ext>
      </dgm:extLst>
    </dgm:pt>
    <dgm:pt modelId="{81C1A827-D3A9-7647-A5CE-146A978D674C}" type="pres">
      <dgm:prSet presAssocID="{0769D0D3-21C6-8D49-8D7B-1B92D6DFAC7D}" presName="spaceRect" presStyleCnt="0"/>
      <dgm:spPr/>
    </dgm:pt>
    <dgm:pt modelId="{2738AA55-4353-5648-BB9A-F65C15B46C95}" type="pres">
      <dgm:prSet presAssocID="{0769D0D3-21C6-8D49-8D7B-1B92D6DFAC7D}" presName="parTx" presStyleLbl="revTx" presStyleIdx="1" presStyleCnt="3">
        <dgm:presLayoutVars>
          <dgm:chMax val="0"/>
          <dgm:chPref val="0"/>
        </dgm:presLayoutVars>
      </dgm:prSet>
      <dgm:spPr/>
    </dgm:pt>
    <dgm:pt modelId="{D5CAD10D-5346-8245-B562-4F5E715419CB}" type="pres">
      <dgm:prSet presAssocID="{14D16DE0-AFC9-2E4C-9BCB-7019DF7ABC28}" presName="sibTrans" presStyleCnt="0"/>
      <dgm:spPr/>
    </dgm:pt>
    <dgm:pt modelId="{06F85440-102A-4839-A3A0-B2D8142B4F45}" type="pres">
      <dgm:prSet presAssocID="{D445C1F8-4BDD-4B14-ABBD-E19CE53DEA3C}" presName="compNode" presStyleCnt="0"/>
      <dgm:spPr/>
    </dgm:pt>
    <dgm:pt modelId="{184B4437-7344-4AED-9775-31B1B4BD2619}" type="pres">
      <dgm:prSet presAssocID="{D445C1F8-4BDD-4B14-ABBD-E19CE53DEA3C}" presName="bgRect" presStyleLbl="bgShp" presStyleIdx="2" presStyleCnt="3"/>
      <dgm:spPr/>
    </dgm:pt>
    <dgm:pt modelId="{E80C0C63-7EA7-4028-B157-B8045FC8EA73}" type="pres">
      <dgm:prSet presAssocID="{D445C1F8-4BDD-4B14-ABBD-E19CE53DEA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 with solid fill"/>
        </a:ext>
      </dgm:extLst>
    </dgm:pt>
    <dgm:pt modelId="{45966656-59E3-407C-8F37-4A7570B4335A}" type="pres">
      <dgm:prSet presAssocID="{D445C1F8-4BDD-4B14-ABBD-E19CE53DEA3C}" presName="spaceRect" presStyleCnt="0"/>
      <dgm:spPr/>
    </dgm:pt>
    <dgm:pt modelId="{30021F5B-B527-4E89-A782-9593E840A86A}" type="pres">
      <dgm:prSet presAssocID="{D445C1F8-4BDD-4B14-ABBD-E19CE53DEA3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29AC621-415A-4506-B7A3-B20EA959B2B5}" type="presOf" srcId="{0E73F33C-195E-4484-8F56-FE06F44E62D7}" destId="{15E33F68-9C06-41EC-8DAF-0204FBE5521D}" srcOrd="0" destOrd="0" presId="urn:microsoft.com/office/officeart/2018/2/layout/IconVerticalSolidList"/>
    <dgm:cxn modelId="{4BF9C622-D23A-42AC-A997-9544F0AB1940}" srcId="{0E73F33C-195E-4484-8F56-FE06F44E62D7}" destId="{D445C1F8-4BDD-4B14-ABBD-E19CE53DEA3C}" srcOrd="2" destOrd="0" parTransId="{DE6F91C3-4758-4585-BD51-4DAFB05B12D9}" sibTransId="{EF523DD9-5A3B-4837-AFC5-16EF1BEF4EA7}"/>
    <dgm:cxn modelId="{4F95AEA2-EE6C-6045-B0E2-114293A0D226}" type="presOf" srcId="{8C4C11B3-8F5B-46EC-84DD-E3F9BE491001}" destId="{E3CFEBCE-F768-4307-BED1-FD498699B2A1}" srcOrd="0" destOrd="0" presId="urn:microsoft.com/office/officeart/2018/2/layout/IconVerticalSolidList"/>
    <dgm:cxn modelId="{FF136BA5-EA40-47D3-9564-223748497D22}" srcId="{0E73F33C-195E-4484-8F56-FE06F44E62D7}" destId="{8C4C11B3-8F5B-46EC-84DD-E3F9BE491001}" srcOrd="0" destOrd="0" parTransId="{0BA3AB31-B94D-4CC2-832E-2BDC0966DFFD}" sibTransId="{B51A7521-B48B-4948-A182-A1211C93D155}"/>
    <dgm:cxn modelId="{52AC39BA-A76B-934D-82B4-3006A7ABF50E}" srcId="{0E73F33C-195E-4484-8F56-FE06F44E62D7}" destId="{0769D0D3-21C6-8D49-8D7B-1B92D6DFAC7D}" srcOrd="1" destOrd="0" parTransId="{13AF4A66-264C-8C47-B37A-A6C4D5EE7F0D}" sibTransId="{14D16DE0-AFC9-2E4C-9BCB-7019DF7ABC28}"/>
    <dgm:cxn modelId="{4297CFE1-16DB-4148-97E7-9C8588A7702C}" type="presOf" srcId="{0769D0D3-21C6-8D49-8D7B-1B92D6DFAC7D}" destId="{2738AA55-4353-5648-BB9A-F65C15B46C95}" srcOrd="0" destOrd="0" presId="urn:microsoft.com/office/officeart/2018/2/layout/IconVerticalSolidList"/>
    <dgm:cxn modelId="{986F3EE6-E440-0347-902B-7332A97C2FC9}" type="presOf" srcId="{D445C1F8-4BDD-4B14-ABBD-E19CE53DEA3C}" destId="{30021F5B-B527-4E89-A782-9593E840A86A}" srcOrd="0" destOrd="0" presId="urn:microsoft.com/office/officeart/2018/2/layout/IconVerticalSolidList"/>
    <dgm:cxn modelId="{BA95C6BC-6411-E540-8783-719D32CFDF78}" type="presParOf" srcId="{15E33F68-9C06-41EC-8DAF-0204FBE5521D}" destId="{603501A3-62E6-4CD7-A808-F225B957F140}" srcOrd="0" destOrd="0" presId="urn:microsoft.com/office/officeart/2018/2/layout/IconVerticalSolidList"/>
    <dgm:cxn modelId="{03FBE1F5-A56C-3147-8497-244B04B1D7B9}" type="presParOf" srcId="{603501A3-62E6-4CD7-A808-F225B957F140}" destId="{749809F9-2300-4D2B-85D9-62A49F93B5D1}" srcOrd="0" destOrd="0" presId="urn:microsoft.com/office/officeart/2018/2/layout/IconVerticalSolidList"/>
    <dgm:cxn modelId="{B9ECA9A8-6E25-4F43-8C15-B2BB9258A1BD}" type="presParOf" srcId="{603501A3-62E6-4CD7-A808-F225B957F140}" destId="{F2FE1EC1-5EE5-4184-8DB3-B423A877EA6E}" srcOrd="1" destOrd="0" presId="urn:microsoft.com/office/officeart/2018/2/layout/IconVerticalSolidList"/>
    <dgm:cxn modelId="{054E1669-A322-0141-8F95-2517B9DC4102}" type="presParOf" srcId="{603501A3-62E6-4CD7-A808-F225B957F140}" destId="{BAC3227A-1AC4-40E9-931B-F9D4D98E424F}" srcOrd="2" destOrd="0" presId="urn:microsoft.com/office/officeart/2018/2/layout/IconVerticalSolidList"/>
    <dgm:cxn modelId="{5707509B-F485-384C-897B-513B85F10C9A}" type="presParOf" srcId="{603501A3-62E6-4CD7-A808-F225B957F140}" destId="{E3CFEBCE-F768-4307-BED1-FD498699B2A1}" srcOrd="3" destOrd="0" presId="urn:microsoft.com/office/officeart/2018/2/layout/IconVerticalSolidList"/>
    <dgm:cxn modelId="{EC47C536-CC50-9C48-98CF-5E023896D792}" type="presParOf" srcId="{15E33F68-9C06-41EC-8DAF-0204FBE5521D}" destId="{3D0D5672-AEDB-46D5-9251-AC6040B3E9CC}" srcOrd="1" destOrd="0" presId="urn:microsoft.com/office/officeart/2018/2/layout/IconVerticalSolidList"/>
    <dgm:cxn modelId="{99E09891-4281-EE4E-B8DC-41072F40DEF9}" type="presParOf" srcId="{15E33F68-9C06-41EC-8DAF-0204FBE5521D}" destId="{4A9C9A89-34E9-164D-9403-9C268E58D32F}" srcOrd="2" destOrd="0" presId="urn:microsoft.com/office/officeart/2018/2/layout/IconVerticalSolidList"/>
    <dgm:cxn modelId="{D63684DE-990E-444D-99FB-7A3C312475F4}" type="presParOf" srcId="{4A9C9A89-34E9-164D-9403-9C268E58D32F}" destId="{D5AB1735-7EA3-7141-BBBA-1119DA5C1C48}" srcOrd="0" destOrd="0" presId="urn:microsoft.com/office/officeart/2018/2/layout/IconVerticalSolidList"/>
    <dgm:cxn modelId="{0A1F9DF9-1DD2-F14F-A883-F490D7AA4635}" type="presParOf" srcId="{4A9C9A89-34E9-164D-9403-9C268E58D32F}" destId="{BCF06E8C-9EFC-0C4F-A2D0-53A66F69C782}" srcOrd="1" destOrd="0" presId="urn:microsoft.com/office/officeart/2018/2/layout/IconVerticalSolidList"/>
    <dgm:cxn modelId="{DC4F3A32-D314-154E-8069-94EB663A6527}" type="presParOf" srcId="{4A9C9A89-34E9-164D-9403-9C268E58D32F}" destId="{81C1A827-D3A9-7647-A5CE-146A978D674C}" srcOrd="2" destOrd="0" presId="urn:microsoft.com/office/officeart/2018/2/layout/IconVerticalSolidList"/>
    <dgm:cxn modelId="{DE6789E7-D3B8-CE46-8C99-E3DFC5F6864C}" type="presParOf" srcId="{4A9C9A89-34E9-164D-9403-9C268E58D32F}" destId="{2738AA55-4353-5648-BB9A-F65C15B46C95}" srcOrd="3" destOrd="0" presId="urn:microsoft.com/office/officeart/2018/2/layout/IconVerticalSolidList"/>
    <dgm:cxn modelId="{557144B9-4F21-EA4B-B27B-B285FDA334C0}" type="presParOf" srcId="{15E33F68-9C06-41EC-8DAF-0204FBE5521D}" destId="{D5CAD10D-5346-8245-B562-4F5E715419CB}" srcOrd="3" destOrd="0" presId="urn:microsoft.com/office/officeart/2018/2/layout/IconVerticalSolidList"/>
    <dgm:cxn modelId="{FBF9719C-9064-AC4A-AE09-5DE0C56DC772}" type="presParOf" srcId="{15E33F68-9C06-41EC-8DAF-0204FBE5521D}" destId="{06F85440-102A-4839-A3A0-B2D8142B4F45}" srcOrd="4" destOrd="0" presId="urn:microsoft.com/office/officeart/2018/2/layout/IconVerticalSolidList"/>
    <dgm:cxn modelId="{39F07CC9-3EA9-5848-8492-6F7F1A706411}" type="presParOf" srcId="{06F85440-102A-4839-A3A0-B2D8142B4F45}" destId="{184B4437-7344-4AED-9775-31B1B4BD2619}" srcOrd="0" destOrd="0" presId="urn:microsoft.com/office/officeart/2018/2/layout/IconVerticalSolidList"/>
    <dgm:cxn modelId="{C14C5B91-E16A-3348-BFE7-82727C55F803}" type="presParOf" srcId="{06F85440-102A-4839-A3A0-B2D8142B4F45}" destId="{E80C0C63-7EA7-4028-B157-B8045FC8EA73}" srcOrd="1" destOrd="0" presId="urn:microsoft.com/office/officeart/2018/2/layout/IconVerticalSolidList"/>
    <dgm:cxn modelId="{6A81A45C-74BA-BD44-B580-78AC672E67BA}" type="presParOf" srcId="{06F85440-102A-4839-A3A0-B2D8142B4F45}" destId="{45966656-59E3-407C-8F37-4A7570B4335A}" srcOrd="2" destOrd="0" presId="urn:microsoft.com/office/officeart/2018/2/layout/IconVerticalSolidList"/>
    <dgm:cxn modelId="{8FA9FF54-A68E-B04A-A50F-3FAB3BD64B07}" type="presParOf" srcId="{06F85440-102A-4839-A3A0-B2D8142B4F45}" destId="{30021F5B-B527-4E89-A782-9593E840A8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41C76B-7AC8-BB4B-B89B-71F00D0C51E3}" type="doc">
      <dgm:prSet loTypeId="urn:microsoft.com/office/officeart/2005/8/layout/cycle8" loCatId="" qsTypeId="urn:microsoft.com/office/officeart/2005/8/quickstyle/simple1" qsCatId="simple" csTypeId="urn:microsoft.com/office/officeart/2005/8/colors/accent1_2" csCatId="accent1" phldr="1"/>
      <dgm:spPr/>
    </dgm:pt>
    <dgm:pt modelId="{A622274F-8177-8A4D-9069-77FCA296A8E2}">
      <dgm:prSet phldrT="[Text]"/>
      <dgm:spPr/>
      <dgm:t>
        <a:bodyPr/>
        <a:lstStyle/>
        <a:p>
          <a:r>
            <a:rPr lang="en-GB" dirty="0"/>
            <a:t>Functional</a:t>
          </a:r>
        </a:p>
      </dgm:t>
    </dgm:pt>
    <dgm:pt modelId="{519D9D47-ADE4-A447-9B13-48F34D9FB6F9}" type="parTrans" cxnId="{C709920E-DC87-8A45-9C98-74A3A457A602}">
      <dgm:prSet/>
      <dgm:spPr/>
      <dgm:t>
        <a:bodyPr/>
        <a:lstStyle/>
        <a:p>
          <a:endParaRPr lang="en-GB"/>
        </a:p>
      </dgm:t>
    </dgm:pt>
    <dgm:pt modelId="{5045E396-4910-2645-BB22-1FC42B0E7708}" type="sibTrans" cxnId="{C709920E-DC87-8A45-9C98-74A3A457A602}">
      <dgm:prSet/>
      <dgm:spPr/>
      <dgm:t>
        <a:bodyPr/>
        <a:lstStyle/>
        <a:p>
          <a:endParaRPr lang="en-GB"/>
        </a:p>
      </dgm:t>
    </dgm:pt>
    <dgm:pt modelId="{6544ED9C-09FF-5648-8105-E9813E74E324}">
      <dgm:prSet phldrT="[Text]"/>
      <dgm:spPr/>
      <dgm:t>
        <a:bodyPr/>
        <a:lstStyle/>
        <a:p>
          <a:r>
            <a:rPr lang="en-GB" dirty="0"/>
            <a:t>Emotional</a:t>
          </a:r>
        </a:p>
      </dgm:t>
    </dgm:pt>
    <dgm:pt modelId="{F3FBC7F5-291E-0B45-B948-21104BC325B8}" type="parTrans" cxnId="{14ED6B48-2D70-AD43-B3E0-24C91E4AE94D}">
      <dgm:prSet/>
      <dgm:spPr/>
      <dgm:t>
        <a:bodyPr/>
        <a:lstStyle/>
        <a:p>
          <a:endParaRPr lang="en-GB"/>
        </a:p>
      </dgm:t>
    </dgm:pt>
    <dgm:pt modelId="{4877F2D2-5584-4145-82E4-551532329AE9}" type="sibTrans" cxnId="{14ED6B48-2D70-AD43-B3E0-24C91E4AE94D}">
      <dgm:prSet/>
      <dgm:spPr/>
      <dgm:t>
        <a:bodyPr/>
        <a:lstStyle/>
        <a:p>
          <a:endParaRPr lang="en-GB"/>
        </a:p>
      </dgm:t>
    </dgm:pt>
    <dgm:pt modelId="{9B8AEBEC-11AF-F64B-AFB5-807C91173987}">
      <dgm:prSet phldrT="[Text]"/>
      <dgm:spPr/>
      <dgm:t>
        <a:bodyPr/>
        <a:lstStyle/>
        <a:p>
          <a:r>
            <a:rPr lang="en-GB" dirty="0"/>
            <a:t>Economic</a:t>
          </a:r>
        </a:p>
      </dgm:t>
    </dgm:pt>
    <dgm:pt modelId="{7F5A31AC-866F-494A-A267-4C03D5EBD318}" type="parTrans" cxnId="{8231DCEC-6BA2-E74C-8F7C-D9893C273C20}">
      <dgm:prSet/>
      <dgm:spPr/>
      <dgm:t>
        <a:bodyPr/>
        <a:lstStyle/>
        <a:p>
          <a:endParaRPr lang="en-GB"/>
        </a:p>
      </dgm:t>
    </dgm:pt>
    <dgm:pt modelId="{58A4AC13-F444-004D-B5A0-4EBCDF82775B}" type="sibTrans" cxnId="{8231DCEC-6BA2-E74C-8F7C-D9893C273C20}">
      <dgm:prSet/>
      <dgm:spPr/>
      <dgm:t>
        <a:bodyPr/>
        <a:lstStyle/>
        <a:p>
          <a:endParaRPr lang="en-GB"/>
        </a:p>
      </dgm:t>
    </dgm:pt>
    <dgm:pt modelId="{7B75BEF8-6032-F64A-9577-8CDCD3B3F43F}" type="pres">
      <dgm:prSet presAssocID="{0441C76B-7AC8-BB4B-B89B-71F00D0C51E3}" presName="compositeShape" presStyleCnt="0">
        <dgm:presLayoutVars>
          <dgm:chMax val="7"/>
          <dgm:dir/>
          <dgm:resizeHandles val="exact"/>
        </dgm:presLayoutVars>
      </dgm:prSet>
      <dgm:spPr/>
    </dgm:pt>
    <dgm:pt modelId="{FA75D8E9-A192-5740-A8D8-75D7A5062408}" type="pres">
      <dgm:prSet presAssocID="{0441C76B-7AC8-BB4B-B89B-71F00D0C51E3}" presName="wedge1" presStyleLbl="node1" presStyleIdx="0" presStyleCnt="3"/>
      <dgm:spPr/>
    </dgm:pt>
    <dgm:pt modelId="{E4864CD3-4242-C242-9484-F68497C1A311}" type="pres">
      <dgm:prSet presAssocID="{0441C76B-7AC8-BB4B-B89B-71F00D0C51E3}" presName="dummy1a" presStyleCnt="0"/>
      <dgm:spPr/>
    </dgm:pt>
    <dgm:pt modelId="{176211CF-A999-A94B-8C88-3719FC18AA66}" type="pres">
      <dgm:prSet presAssocID="{0441C76B-7AC8-BB4B-B89B-71F00D0C51E3}" presName="dummy1b" presStyleCnt="0"/>
      <dgm:spPr/>
    </dgm:pt>
    <dgm:pt modelId="{9E24A8A6-E191-F14B-93FD-E33C98F8A80F}" type="pres">
      <dgm:prSet presAssocID="{0441C76B-7AC8-BB4B-B89B-71F00D0C51E3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80C2D92-9E28-F345-B89E-C8B640BA67EC}" type="pres">
      <dgm:prSet presAssocID="{0441C76B-7AC8-BB4B-B89B-71F00D0C51E3}" presName="wedge2" presStyleLbl="node1" presStyleIdx="1" presStyleCnt="3"/>
      <dgm:spPr/>
    </dgm:pt>
    <dgm:pt modelId="{63172D78-0DEE-9240-9F92-46504C2B678F}" type="pres">
      <dgm:prSet presAssocID="{0441C76B-7AC8-BB4B-B89B-71F00D0C51E3}" presName="dummy2a" presStyleCnt="0"/>
      <dgm:spPr/>
    </dgm:pt>
    <dgm:pt modelId="{715278F6-FC26-2141-B952-EFEF910ED1AF}" type="pres">
      <dgm:prSet presAssocID="{0441C76B-7AC8-BB4B-B89B-71F00D0C51E3}" presName="dummy2b" presStyleCnt="0"/>
      <dgm:spPr/>
    </dgm:pt>
    <dgm:pt modelId="{7591196D-7026-6D44-981C-956093554E88}" type="pres">
      <dgm:prSet presAssocID="{0441C76B-7AC8-BB4B-B89B-71F00D0C51E3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C82F963C-EAA9-2E46-ACF5-6D8E2BEC75D9}" type="pres">
      <dgm:prSet presAssocID="{0441C76B-7AC8-BB4B-B89B-71F00D0C51E3}" presName="wedge3" presStyleLbl="node1" presStyleIdx="2" presStyleCnt="3"/>
      <dgm:spPr/>
    </dgm:pt>
    <dgm:pt modelId="{E87D81DC-CADF-2E46-96DD-6B2446F14B48}" type="pres">
      <dgm:prSet presAssocID="{0441C76B-7AC8-BB4B-B89B-71F00D0C51E3}" presName="dummy3a" presStyleCnt="0"/>
      <dgm:spPr/>
    </dgm:pt>
    <dgm:pt modelId="{2448EB9F-4AEC-D149-A751-02A2F71E0738}" type="pres">
      <dgm:prSet presAssocID="{0441C76B-7AC8-BB4B-B89B-71F00D0C51E3}" presName="dummy3b" presStyleCnt="0"/>
      <dgm:spPr/>
    </dgm:pt>
    <dgm:pt modelId="{E17A8111-B27B-974C-9174-261F76D145F1}" type="pres">
      <dgm:prSet presAssocID="{0441C76B-7AC8-BB4B-B89B-71F00D0C51E3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4FD4D3D9-CF72-2C41-970B-D972A1C478B1}" type="pres">
      <dgm:prSet presAssocID="{5045E396-4910-2645-BB22-1FC42B0E7708}" presName="arrowWedge1" presStyleLbl="fgSibTrans2D1" presStyleIdx="0" presStyleCnt="3"/>
      <dgm:spPr>
        <a:noFill/>
      </dgm:spPr>
    </dgm:pt>
    <dgm:pt modelId="{196E1B04-B985-CC4B-9406-822197B87528}" type="pres">
      <dgm:prSet presAssocID="{4877F2D2-5584-4145-82E4-551532329AE9}" presName="arrowWedge2" presStyleLbl="fgSibTrans2D1" presStyleIdx="1" presStyleCnt="3"/>
      <dgm:spPr>
        <a:noFill/>
      </dgm:spPr>
    </dgm:pt>
    <dgm:pt modelId="{B699BCA0-B485-4C4F-BFEC-0D954A625547}" type="pres">
      <dgm:prSet presAssocID="{58A4AC13-F444-004D-B5A0-4EBCDF82775B}" presName="arrowWedge3" presStyleLbl="fgSibTrans2D1" presStyleIdx="2" presStyleCnt="3"/>
      <dgm:spPr>
        <a:noFill/>
      </dgm:spPr>
    </dgm:pt>
  </dgm:ptLst>
  <dgm:cxnLst>
    <dgm:cxn modelId="{C709920E-DC87-8A45-9C98-74A3A457A602}" srcId="{0441C76B-7AC8-BB4B-B89B-71F00D0C51E3}" destId="{A622274F-8177-8A4D-9069-77FCA296A8E2}" srcOrd="0" destOrd="0" parTransId="{519D9D47-ADE4-A447-9B13-48F34D9FB6F9}" sibTransId="{5045E396-4910-2645-BB22-1FC42B0E7708}"/>
    <dgm:cxn modelId="{84B9A616-F5A9-DD45-B973-35C015C06F19}" type="presOf" srcId="{9B8AEBEC-11AF-F64B-AFB5-807C91173987}" destId="{C82F963C-EAA9-2E46-ACF5-6D8E2BEC75D9}" srcOrd="0" destOrd="0" presId="urn:microsoft.com/office/officeart/2005/8/layout/cycle8"/>
    <dgm:cxn modelId="{D0C05F1D-35BE-A24E-B10A-236E818EA32E}" type="presOf" srcId="{9B8AEBEC-11AF-F64B-AFB5-807C91173987}" destId="{E17A8111-B27B-974C-9174-261F76D145F1}" srcOrd="1" destOrd="0" presId="urn:microsoft.com/office/officeart/2005/8/layout/cycle8"/>
    <dgm:cxn modelId="{48E62729-E6F7-E446-A027-43835067EE31}" type="presOf" srcId="{0441C76B-7AC8-BB4B-B89B-71F00D0C51E3}" destId="{7B75BEF8-6032-F64A-9577-8CDCD3B3F43F}" srcOrd="0" destOrd="0" presId="urn:microsoft.com/office/officeart/2005/8/layout/cycle8"/>
    <dgm:cxn modelId="{95FD4F34-0867-A64F-9578-025A617F0232}" type="presOf" srcId="{A622274F-8177-8A4D-9069-77FCA296A8E2}" destId="{FA75D8E9-A192-5740-A8D8-75D7A5062408}" srcOrd="0" destOrd="0" presId="urn:microsoft.com/office/officeart/2005/8/layout/cycle8"/>
    <dgm:cxn modelId="{14ED6B48-2D70-AD43-B3E0-24C91E4AE94D}" srcId="{0441C76B-7AC8-BB4B-B89B-71F00D0C51E3}" destId="{6544ED9C-09FF-5648-8105-E9813E74E324}" srcOrd="1" destOrd="0" parTransId="{F3FBC7F5-291E-0B45-B948-21104BC325B8}" sibTransId="{4877F2D2-5584-4145-82E4-551532329AE9}"/>
    <dgm:cxn modelId="{E8926C6C-24CB-DD45-BE84-C9F2C08E6428}" type="presOf" srcId="{6544ED9C-09FF-5648-8105-E9813E74E324}" destId="{E80C2D92-9E28-F345-B89E-C8B640BA67EC}" srcOrd="0" destOrd="0" presId="urn:microsoft.com/office/officeart/2005/8/layout/cycle8"/>
    <dgm:cxn modelId="{18531A84-8CD9-B54B-B608-A6C97A6E1250}" type="presOf" srcId="{6544ED9C-09FF-5648-8105-E9813E74E324}" destId="{7591196D-7026-6D44-981C-956093554E88}" srcOrd="1" destOrd="0" presId="urn:microsoft.com/office/officeart/2005/8/layout/cycle8"/>
    <dgm:cxn modelId="{8231DCEC-6BA2-E74C-8F7C-D9893C273C20}" srcId="{0441C76B-7AC8-BB4B-B89B-71F00D0C51E3}" destId="{9B8AEBEC-11AF-F64B-AFB5-807C91173987}" srcOrd="2" destOrd="0" parTransId="{7F5A31AC-866F-494A-A267-4C03D5EBD318}" sibTransId="{58A4AC13-F444-004D-B5A0-4EBCDF82775B}"/>
    <dgm:cxn modelId="{7D2147FF-71C8-D34B-AD0D-41D31381D85F}" type="presOf" srcId="{A622274F-8177-8A4D-9069-77FCA296A8E2}" destId="{9E24A8A6-E191-F14B-93FD-E33C98F8A80F}" srcOrd="1" destOrd="0" presId="urn:microsoft.com/office/officeart/2005/8/layout/cycle8"/>
    <dgm:cxn modelId="{38303F0F-115D-CD4B-B6B8-07273306C36D}" type="presParOf" srcId="{7B75BEF8-6032-F64A-9577-8CDCD3B3F43F}" destId="{FA75D8E9-A192-5740-A8D8-75D7A5062408}" srcOrd="0" destOrd="0" presId="urn:microsoft.com/office/officeart/2005/8/layout/cycle8"/>
    <dgm:cxn modelId="{22D6CE9C-7555-3449-90D3-42D0067F7EA6}" type="presParOf" srcId="{7B75BEF8-6032-F64A-9577-8CDCD3B3F43F}" destId="{E4864CD3-4242-C242-9484-F68497C1A311}" srcOrd="1" destOrd="0" presId="urn:microsoft.com/office/officeart/2005/8/layout/cycle8"/>
    <dgm:cxn modelId="{41BB563E-BEB0-774A-B121-49DC17C774B6}" type="presParOf" srcId="{7B75BEF8-6032-F64A-9577-8CDCD3B3F43F}" destId="{176211CF-A999-A94B-8C88-3719FC18AA66}" srcOrd="2" destOrd="0" presId="urn:microsoft.com/office/officeart/2005/8/layout/cycle8"/>
    <dgm:cxn modelId="{4852D339-D35E-2A47-B570-3185402B0663}" type="presParOf" srcId="{7B75BEF8-6032-F64A-9577-8CDCD3B3F43F}" destId="{9E24A8A6-E191-F14B-93FD-E33C98F8A80F}" srcOrd="3" destOrd="0" presId="urn:microsoft.com/office/officeart/2005/8/layout/cycle8"/>
    <dgm:cxn modelId="{B9E2B231-E8DF-7F48-9315-D83451B9AD13}" type="presParOf" srcId="{7B75BEF8-6032-F64A-9577-8CDCD3B3F43F}" destId="{E80C2D92-9E28-F345-B89E-C8B640BA67EC}" srcOrd="4" destOrd="0" presId="urn:microsoft.com/office/officeart/2005/8/layout/cycle8"/>
    <dgm:cxn modelId="{0CC92B30-5D42-1E48-9D56-A5BC4BE8AC29}" type="presParOf" srcId="{7B75BEF8-6032-F64A-9577-8CDCD3B3F43F}" destId="{63172D78-0DEE-9240-9F92-46504C2B678F}" srcOrd="5" destOrd="0" presId="urn:microsoft.com/office/officeart/2005/8/layout/cycle8"/>
    <dgm:cxn modelId="{DEEF175C-2160-5740-A03A-59422A415F5F}" type="presParOf" srcId="{7B75BEF8-6032-F64A-9577-8CDCD3B3F43F}" destId="{715278F6-FC26-2141-B952-EFEF910ED1AF}" srcOrd="6" destOrd="0" presId="urn:microsoft.com/office/officeart/2005/8/layout/cycle8"/>
    <dgm:cxn modelId="{EC81ACAC-DFDC-A546-9377-F754A345E0AD}" type="presParOf" srcId="{7B75BEF8-6032-F64A-9577-8CDCD3B3F43F}" destId="{7591196D-7026-6D44-981C-956093554E88}" srcOrd="7" destOrd="0" presId="urn:microsoft.com/office/officeart/2005/8/layout/cycle8"/>
    <dgm:cxn modelId="{20B7F4F6-2585-4C41-BF63-C45F2E48E160}" type="presParOf" srcId="{7B75BEF8-6032-F64A-9577-8CDCD3B3F43F}" destId="{C82F963C-EAA9-2E46-ACF5-6D8E2BEC75D9}" srcOrd="8" destOrd="0" presId="urn:microsoft.com/office/officeart/2005/8/layout/cycle8"/>
    <dgm:cxn modelId="{414D9B50-0C21-D749-830F-A990AEA94ADD}" type="presParOf" srcId="{7B75BEF8-6032-F64A-9577-8CDCD3B3F43F}" destId="{E87D81DC-CADF-2E46-96DD-6B2446F14B48}" srcOrd="9" destOrd="0" presId="urn:microsoft.com/office/officeart/2005/8/layout/cycle8"/>
    <dgm:cxn modelId="{5C667A1F-9EE0-A34D-9180-E6200ED79F02}" type="presParOf" srcId="{7B75BEF8-6032-F64A-9577-8CDCD3B3F43F}" destId="{2448EB9F-4AEC-D149-A751-02A2F71E0738}" srcOrd="10" destOrd="0" presId="urn:microsoft.com/office/officeart/2005/8/layout/cycle8"/>
    <dgm:cxn modelId="{95BAD963-B369-614F-9C90-A3ECCEBCA032}" type="presParOf" srcId="{7B75BEF8-6032-F64A-9577-8CDCD3B3F43F}" destId="{E17A8111-B27B-974C-9174-261F76D145F1}" srcOrd="11" destOrd="0" presId="urn:microsoft.com/office/officeart/2005/8/layout/cycle8"/>
    <dgm:cxn modelId="{C21E86F2-02E2-F24D-AA24-31FF9D89D34A}" type="presParOf" srcId="{7B75BEF8-6032-F64A-9577-8CDCD3B3F43F}" destId="{4FD4D3D9-CF72-2C41-970B-D972A1C478B1}" srcOrd="12" destOrd="0" presId="urn:microsoft.com/office/officeart/2005/8/layout/cycle8"/>
    <dgm:cxn modelId="{C06BEDF7-B850-6845-911D-1CCCD1018E89}" type="presParOf" srcId="{7B75BEF8-6032-F64A-9577-8CDCD3B3F43F}" destId="{196E1B04-B985-CC4B-9406-822197B87528}" srcOrd="13" destOrd="0" presId="urn:microsoft.com/office/officeart/2005/8/layout/cycle8"/>
    <dgm:cxn modelId="{AB2FF080-9B04-1646-A14F-26A544EC61EC}" type="presParOf" srcId="{7B75BEF8-6032-F64A-9577-8CDCD3B3F43F}" destId="{B699BCA0-B485-4C4F-BFEC-0D954A625547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E96F27-E244-4E5D-BE8B-970241AC87C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CA2727D-41A3-4874-9C35-FCD2314C90B7}">
      <dgm:prSet/>
      <dgm:spPr/>
      <dgm:t>
        <a:bodyPr/>
        <a:lstStyle/>
        <a:p>
          <a:r>
            <a:rPr lang="en-US" dirty="0"/>
            <a:t>Objective – Focus on a specific niche segment</a:t>
          </a:r>
        </a:p>
      </dgm:t>
    </dgm:pt>
    <dgm:pt modelId="{4B11A3F7-1E73-485C-9AF8-ECD04F189E98}" type="parTrans" cxnId="{FFA362A9-B0B8-4B69-AAE0-4969AAF66CA3}">
      <dgm:prSet/>
      <dgm:spPr/>
      <dgm:t>
        <a:bodyPr/>
        <a:lstStyle/>
        <a:p>
          <a:endParaRPr lang="en-US"/>
        </a:p>
      </dgm:t>
    </dgm:pt>
    <dgm:pt modelId="{9D5CBA9A-1E71-4B9A-91EB-48B946684E3C}" type="sibTrans" cxnId="{FFA362A9-B0B8-4B69-AAE0-4969AAF66CA3}">
      <dgm:prSet/>
      <dgm:spPr/>
      <dgm:t>
        <a:bodyPr/>
        <a:lstStyle/>
        <a:p>
          <a:endParaRPr lang="en-US"/>
        </a:p>
      </dgm:t>
    </dgm:pt>
    <dgm:pt modelId="{72954A77-CDE0-47EA-9A1D-C19B462BAD88}">
      <dgm:prSet/>
      <dgm:spPr/>
      <dgm:t>
        <a:bodyPr/>
        <a:lstStyle/>
        <a:p>
          <a:r>
            <a:rPr lang="en-US" dirty="0"/>
            <a:t>Benefits – Meet the unique needs better than anyone else</a:t>
          </a:r>
        </a:p>
      </dgm:t>
    </dgm:pt>
    <dgm:pt modelId="{DB223682-58FB-48CD-83D6-AFA5826159AA}" type="parTrans" cxnId="{F74FE3CE-290D-45F5-BD87-F0416EE1F388}">
      <dgm:prSet/>
      <dgm:spPr/>
      <dgm:t>
        <a:bodyPr/>
        <a:lstStyle/>
        <a:p>
          <a:endParaRPr lang="en-US"/>
        </a:p>
      </dgm:t>
    </dgm:pt>
    <dgm:pt modelId="{C0D70F61-B6D5-4AE0-82AC-79BCE6EA211D}" type="sibTrans" cxnId="{F74FE3CE-290D-45F5-BD87-F0416EE1F388}">
      <dgm:prSet/>
      <dgm:spPr/>
      <dgm:t>
        <a:bodyPr/>
        <a:lstStyle/>
        <a:p>
          <a:endParaRPr lang="en-US"/>
        </a:p>
      </dgm:t>
    </dgm:pt>
    <dgm:pt modelId="{79E7D8A1-7888-423D-BC30-624D95004933}" type="pres">
      <dgm:prSet presAssocID="{FCE96F27-E244-4E5D-BE8B-970241AC87C3}" presName="root" presStyleCnt="0">
        <dgm:presLayoutVars>
          <dgm:dir/>
          <dgm:resizeHandles val="exact"/>
        </dgm:presLayoutVars>
      </dgm:prSet>
      <dgm:spPr/>
    </dgm:pt>
    <dgm:pt modelId="{3AB84F83-7376-4BA8-9893-D26CFBA4E23E}" type="pres">
      <dgm:prSet presAssocID="{0CA2727D-41A3-4874-9C35-FCD2314C90B7}" presName="compNode" presStyleCnt="0"/>
      <dgm:spPr/>
    </dgm:pt>
    <dgm:pt modelId="{78118A08-B005-43B6-864B-0A1E101DE46C}" type="pres">
      <dgm:prSet presAssocID="{0CA2727D-41A3-4874-9C35-FCD2314C90B7}" presName="bgRect" presStyleLbl="bgShp" presStyleIdx="0" presStyleCnt="2"/>
      <dgm:spPr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</dgm:spPr>
    </dgm:pt>
    <dgm:pt modelId="{38AF387C-4844-4164-AF3B-170FABEB2211}" type="pres">
      <dgm:prSet presAssocID="{0CA2727D-41A3-4874-9C35-FCD2314C90B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B631773-9AF6-489B-AC7C-DAA2AF4E9CF0}" type="pres">
      <dgm:prSet presAssocID="{0CA2727D-41A3-4874-9C35-FCD2314C90B7}" presName="spaceRect" presStyleCnt="0"/>
      <dgm:spPr/>
    </dgm:pt>
    <dgm:pt modelId="{BDA00272-19D3-4FD4-BCDF-71525CCFE20C}" type="pres">
      <dgm:prSet presAssocID="{0CA2727D-41A3-4874-9C35-FCD2314C90B7}" presName="parTx" presStyleLbl="revTx" presStyleIdx="0" presStyleCnt="2">
        <dgm:presLayoutVars>
          <dgm:chMax val="0"/>
          <dgm:chPref val="0"/>
        </dgm:presLayoutVars>
      </dgm:prSet>
      <dgm:spPr/>
    </dgm:pt>
    <dgm:pt modelId="{B7DDF253-A8E3-4048-8CD9-BA25097FB488}" type="pres">
      <dgm:prSet presAssocID="{9D5CBA9A-1E71-4B9A-91EB-48B946684E3C}" presName="sibTrans" presStyleCnt="0"/>
      <dgm:spPr/>
    </dgm:pt>
    <dgm:pt modelId="{F6C5A3DA-AC92-4423-92AA-620FCBD496A1}" type="pres">
      <dgm:prSet presAssocID="{72954A77-CDE0-47EA-9A1D-C19B462BAD88}" presName="compNode" presStyleCnt="0"/>
      <dgm:spPr/>
    </dgm:pt>
    <dgm:pt modelId="{76AFE6EF-657A-45AE-BA2F-347B01EFB565}" type="pres">
      <dgm:prSet presAssocID="{72954A77-CDE0-47EA-9A1D-C19B462BAD88}" presName="bgRect" presStyleLbl="bgShp" presStyleIdx="1" presStyleCnt="2"/>
      <dgm:spPr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</dgm:spPr>
    </dgm:pt>
    <dgm:pt modelId="{E4F9CDB9-2449-4FB6-A65B-D8C8FC727A12}" type="pres">
      <dgm:prSet presAssocID="{72954A77-CDE0-47EA-9A1D-C19B462BAD8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 with solid fill"/>
        </a:ext>
      </dgm:extLst>
    </dgm:pt>
    <dgm:pt modelId="{07AFE0D3-395F-4A9F-BDB4-A904CC433B2B}" type="pres">
      <dgm:prSet presAssocID="{72954A77-CDE0-47EA-9A1D-C19B462BAD88}" presName="spaceRect" presStyleCnt="0"/>
      <dgm:spPr/>
    </dgm:pt>
    <dgm:pt modelId="{8FFEA4B8-4E9E-4D0A-BA4F-E09B49DEF8C8}" type="pres">
      <dgm:prSet presAssocID="{72954A77-CDE0-47EA-9A1D-C19B462BAD8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EC88A5C-ECF2-4B3B-9B49-DDC1D1823E32}" type="presOf" srcId="{72954A77-CDE0-47EA-9A1D-C19B462BAD88}" destId="{8FFEA4B8-4E9E-4D0A-BA4F-E09B49DEF8C8}" srcOrd="0" destOrd="0" presId="urn:microsoft.com/office/officeart/2018/2/layout/IconVerticalSolidList"/>
    <dgm:cxn modelId="{BEF3DB6F-4115-46C9-8819-4EC808A82C23}" type="presOf" srcId="{FCE96F27-E244-4E5D-BE8B-970241AC87C3}" destId="{79E7D8A1-7888-423D-BC30-624D95004933}" srcOrd="0" destOrd="0" presId="urn:microsoft.com/office/officeart/2018/2/layout/IconVerticalSolidList"/>
    <dgm:cxn modelId="{FFA362A9-B0B8-4B69-AAE0-4969AAF66CA3}" srcId="{FCE96F27-E244-4E5D-BE8B-970241AC87C3}" destId="{0CA2727D-41A3-4874-9C35-FCD2314C90B7}" srcOrd="0" destOrd="0" parTransId="{4B11A3F7-1E73-485C-9AF8-ECD04F189E98}" sibTransId="{9D5CBA9A-1E71-4B9A-91EB-48B946684E3C}"/>
    <dgm:cxn modelId="{47F1DFBE-72AC-4DDF-A0F2-27B821144583}" type="presOf" srcId="{0CA2727D-41A3-4874-9C35-FCD2314C90B7}" destId="{BDA00272-19D3-4FD4-BCDF-71525CCFE20C}" srcOrd="0" destOrd="0" presId="urn:microsoft.com/office/officeart/2018/2/layout/IconVerticalSolidList"/>
    <dgm:cxn modelId="{F74FE3CE-290D-45F5-BD87-F0416EE1F388}" srcId="{FCE96F27-E244-4E5D-BE8B-970241AC87C3}" destId="{72954A77-CDE0-47EA-9A1D-C19B462BAD88}" srcOrd="1" destOrd="0" parTransId="{DB223682-58FB-48CD-83D6-AFA5826159AA}" sibTransId="{C0D70F61-B6D5-4AE0-82AC-79BCE6EA211D}"/>
    <dgm:cxn modelId="{60068348-D3B6-4B1E-96D2-A08135CBD6A3}" type="presParOf" srcId="{79E7D8A1-7888-423D-BC30-624D95004933}" destId="{3AB84F83-7376-4BA8-9893-D26CFBA4E23E}" srcOrd="0" destOrd="0" presId="urn:microsoft.com/office/officeart/2018/2/layout/IconVerticalSolidList"/>
    <dgm:cxn modelId="{239A5527-0E1B-495B-A370-61B202D9BE49}" type="presParOf" srcId="{3AB84F83-7376-4BA8-9893-D26CFBA4E23E}" destId="{78118A08-B005-43B6-864B-0A1E101DE46C}" srcOrd="0" destOrd="0" presId="urn:microsoft.com/office/officeart/2018/2/layout/IconVerticalSolidList"/>
    <dgm:cxn modelId="{73AD5CE3-726C-4C00-BDAB-A568F6D4B5F5}" type="presParOf" srcId="{3AB84F83-7376-4BA8-9893-D26CFBA4E23E}" destId="{38AF387C-4844-4164-AF3B-170FABEB2211}" srcOrd="1" destOrd="0" presId="urn:microsoft.com/office/officeart/2018/2/layout/IconVerticalSolidList"/>
    <dgm:cxn modelId="{84F8FC61-0CC7-4036-B2F6-47883381FAB8}" type="presParOf" srcId="{3AB84F83-7376-4BA8-9893-D26CFBA4E23E}" destId="{BB631773-9AF6-489B-AC7C-DAA2AF4E9CF0}" srcOrd="2" destOrd="0" presId="urn:microsoft.com/office/officeart/2018/2/layout/IconVerticalSolidList"/>
    <dgm:cxn modelId="{3B92DF3D-30BE-4164-AC00-36ACBF3A4519}" type="presParOf" srcId="{3AB84F83-7376-4BA8-9893-D26CFBA4E23E}" destId="{BDA00272-19D3-4FD4-BCDF-71525CCFE20C}" srcOrd="3" destOrd="0" presId="urn:microsoft.com/office/officeart/2018/2/layout/IconVerticalSolidList"/>
    <dgm:cxn modelId="{80CF3BD1-ACF2-468D-8484-F29899D3DE26}" type="presParOf" srcId="{79E7D8A1-7888-423D-BC30-624D95004933}" destId="{B7DDF253-A8E3-4048-8CD9-BA25097FB488}" srcOrd="1" destOrd="0" presId="urn:microsoft.com/office/officeart/2018/2/layout/IconVerticalSolidList"/>
    <dgm:cxn modelId="{14FFB226-350C-4E16-B346-7229E1A61749}" type="presParOf" srcId="{79E7D8A1-7888-423D-BC30-624D95004933}" destId="{F6C5A3DA-AC92-4423-92AA-620FCBD496A1}" srcOrd="2" destOrd="0" presId="urn:microsoft.com/office/officeart/2018/2/layout/IconVerticalSolidList"/>
    <dgm:cxn modelId="{FC1CA28E-7F65-49BC-8FE6-E95BBD86767B}" type="presParOf" srcId="{F6C5A3DA-AC92-4423-92AA-620FCBD496A1}" destId="{76AFE6EF-657A-45AE-BA2F-347B01EFB565}" srcOrd="0" destOrd="0" presId="urn:microsoft.com/office/officeart/2018/2/layout/IconVerticalSolidList"/>
    <dgm:cxn modelId="{F04A9A23-EEF4-4D17-9AD9-21356F0C3AD0}" type="presParOf" srcId="{F6C5A3DA-AC92-4423-92AA-620FCBD496A1}" destId="{E4F9CDB9-2449-4FB6-A65B-D8C8FC727A12}" srcOrd="1" destOrd="0" presId="urn:microsoft.com/office/officeart/2018/2/layout/IconVerticalSolidList"/>
    <dgm:cxn modelId="{26290D3A-06CE-424E-BF1B-9F13D69785E6}" type="presParOf" srcId="{F6C5A3DA-AC92-4423-92AA-620FCBD496A1}" destId="{07AFE0D3-395F-4A9F-BDB4-A904CC433B2B}" srcOrd="2" destOrd="0" presId="urn:microsoft.com/office/officeart/2018/2/layout/IconVerticalSolidList"/>
    <dgm:cxn modelId="{C318AFCD-C74D-4BB0-84E4-F97BA02F2CEF}" type="presParOf" srcId="{F6C5A3DA-AC92-4423-92AA-620FCBD496A1}" destId="{8FFEA4B8-4E9E-4D0A-BA4F-E09B49DEF8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E96F27-E244-4E5D-BE8B-970241AC87C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CA2727D-41A3-4874-9C35-FCD2314C90B7}">
      <dgm:prSet/>
      <dgm:spPr/>
      <dgm:t>
        <a:bodyPr/>
        <a:lstStyle/>
        <a:p>
          <a:r>
            <a:rPr lang="en-US"/>
            <a:t>Objective – To offer a unique product or service</a:t>
          </a:r>
        </a:p>
      </dgm:t>
    </dgm:pt>
    <dgm:pt modelId="{4B11A3F7-1E73-485C-9AF8-ECD04F189E98}" type="parTrans" cxnId="{FFA362A9-B0B8-4B69-AAE0-4969AAF66CA3}">
      <dgm:prSet/>
      <dgm:spPr/>
      <dgm:t>
        <a:bodyPr/>
        <a:lstStyle/>
        <a:p>
          <a:endParaRPr lang="en-US"/>
        </a:p>
      </dgm:t>
    </dgm:pt>
    <dgm:pt modelId="{9D5CBA9A-1E71-4B9A-91EB-48B946684E3C}" type="sibTrans" cxnId="{FFA362A9-B0B8-4B69-AAE0-4969AAF66CA3}">
      <dgm:prSet/>
      <dgm:spPr/>
      <dgm:t>
        <a:bodyPr/>
        <a:lstStyle/>
        <a:p>
          <a:endParaRPr lang="en-US"/>
        </a:p>
      </dgm:t>
    </dgm:pt>
    <dgm:pt modelId="{72954A77-CDE0-47EA-9A1D-C19B462BAD88}">
      <dgm:prSet/>
      <dgm:spPr/>
      <dgm:t>
        <a:bodyPr/>
        <a:lstStyle/>
        <a:p>
          <a:r>
            <a:rPr lang="en-US" dirty="0"/>
            <a:t>Benefits – Makes it hard to copy</a:t>
          </a:r>
        </a:p>
      </dgm:t>
    </dgm:pt>
    <dgm:pt modelId="{DB223682-58FB-48CD-83D6-AFA5826159AA}" type="parTrans" cxnId="{F74FE3CE-290D-45F5-BD87-F0416EE1F388}">
      <dgm:prSet/>
      <dgm:spPr/>
      <dgm:t>
        <a:bodyPr/>
        <a:lstStyle/>
        <a:p>
          <a:endParaRPr lang="en-US"/>
        </a:p>
      </dgm:t>
    </dgm:pt>
    <dgm:pt modelId="{C0D70F61-B6D5-4AE0-82AC-79BCE6EA211D}" type="sibTrans" cxnId="{F74FE3CE-290D-45F5-BD87-F0416EE1F388}">
      <dgm:prSet/>
      <dgm:spPr/>
      <dgm:t>
        <a:bodyPr/>
        <a:lstStyle/>
        <a:p>
          <a:endParaRPr lang="en-US"/>
        </a:p>
      </dgm:t>
    </dgm:pt>
    <dgm:pt modelId="{79E7D8A1-7888-423D-BC30-624D95004933}" type="pres">
      <dgm:prSet presAssocID="{FCE96F27-E244-4E5D-BE8B-970241AC87C3}" presName="root" presStyleCnt="0">
        <dgm:presLayoutVars>
          <dgm:dir/>
          <dgm:resizeHandles val="exact"/>
        </dgm:presLayoutVars>
      </dgm:prSet>
      <dgm:spPr/>
    </dgm:pt>
    <dgm:pt modelId="{3AB84F83-7376-4BA8-9893-D26CFBA4E23E}" type="pres">
      <dgm:prSet presAssocID="{0CA2727D-41A3-4874-9C35-FCD2314C90B7}" presName="compNode" presStyleCnt="0"/>
      <dgm:spPr/>
    </dgm:pt>
    <dgm:pt modelId="{78118A08-B005-43B6-864B-0A1E101DE46C}" type="pres">
      <dgm:prSet presAssocID="{0CA2727D-41A3-4874-9C35-FCD2314C90B7}" presName="bgRect" presStyleLbl="bgShp" presStyleIdx="0" presStyleCnt="2"/>
      <dgm:spPr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</dgm:spPr>
    </dgm:pt>
    <dgm:pt modelId="{38AF387C-4844-4164-AF3B-170FABEB2211}" type="pres">
      <dgm:prSet presAssocID="{0CA2727D-41A3-4874-9C35-FCD2314C90B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B631773-9AF6-489B-AC7C-DAA2AF4E9CF0}" type="pres">
      <dgm:prSet presAssocID="{0CA2727D-41A3-4874-9C35-FCD2314C90B7}" presName="spaceRect" presStyleCnt="0"/>
      <dgm:spPr/>
    </dgm:pt>
    <dgm:pt modelId="{BDA00272-19D3-4FD4-BCDF-71525CCFE20C}" type="pres">
      <dgm:prSet presAssocID="{0CA2727D-41A3-4874-9C35-FCD2314C90B7}" presName="parTx" presStyleLbl="revTx" presStyleIdx="0" presStyleCnt="2">
        <dgm:presLayoutVars>
          <dgm:chMax val="0"/>
          <dgm:chPref val="0"/>
        </dgm:presLayoutVars>
      </dgm:prSet>
      <dgm:spPr/>
    </dgm:pt>
    <dgm:pt modelId="{B7DDF253-A8E3-4048-8CD9-BA25097FB488}" type="pres">
      <dgm:prSet presAssocID="{9D5CBA9A-1E71-4B9A-91EB-48B946684E3C}" presName="sibTrans" presStyleCnt="0"/>
      <dgm:spPr/>
    </dgm:pt>
    <dgm:pt modelId="{F6C5A3DA-AC92-4423-92AA-620FCBD496A1}" type="pres">
      <dgm:prSet presAssocID="{72954A77-CDE0-47EA-9A1D-C19B462BAD88}" presName="compNode" presStyleCnt="0"/>
      <dgm:spPr/>
    </dgm:pt>
    <dgm:pt modelId="{76AFE6EF-657A-45AE-BA2F-347B01EFB565}" type="pres">
      <dgm:prSet presAssocID="{72954A77-CDE0-47EA-9A1D-C19B462BAD88}" presName="bgRect" presStyleLbl="bgShp" presStyleIdx="1" presStyleCnt="2"/>
      <dgm:spPr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</dgm:spPr>
    </dgm:pt>
    <dgm:pt modelId="{E4F9CDB9-2449-4FB6-A65B-D8C8FC727A12}" type="pres">
      <dgm:prSet presAssocID="{72954A77-CDE0-47EA-9A1D-C19B462BAD8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07AFE0D3-395F-4A9F-BDB4-A904CC433B2B}" type="pres">
      <dgm:prSet presAssocID="{72954A77-CDE0-47EA-9A1D-C19B462BAD88}" presName="spaceRect" presStyleCnt="0"/>
      <dgm:spPr/>
    </dgm:pt>
    <dgm:pt modelId="{8FFEA4B8-4E9E-4D0A-BA4F-E09B49DEF8C8}" type="pres">
      <dgm:prSet presAssocID="{72954A77-CDE0-47EA-9A1D-C19B462BAD8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EC88A5C-ECF2-4B3B-9B49-DDC1D1823E32}" type="presOf" srcId="{72954A77-CDE0-47EA-9A1D-C19B462BAD88}" destId="{8FFEA4B8-4E9E-4D0A-BA4F-E09B49DEF8C8}" srcOrd="0" destOrd="0" presId="urn:microsoft.com/office/officeart/2018/2/layout/IconVerticalSolidList"/>
    <dgm:cxn modelId="{BEF3DB6F-4115-46C9-8819-4EC808A82C23}" type="presOf" srcId="{FCE96F27-E244-4E5D-BE8B-970241AC87C3}" destId="{79E7D8A1-7888-423D-BC30-624D95004933}" srcOrd="0" destOrd="0" presId="urn:microsoft.com/office/officeart/2018/2/layout/IconVerticalSolidList"/>
    <dgm:cxn modelId="{FFA362A9-B0B8-4B69-AAE0-4969AAF66CA3}" srcId="{FCE96F27-E244-4E5D-BE8B-970241AC87C3}" destId="{0CA2727D-41A3-4874-9C35-FCD2314C90B7}" srcOrd="0" destOrd="0" parTransId="{4B11A3F7-1E73-485C-9AF8-ECD04F189E98}" sibTransId="{9D5CBA9A-1E71-4B9A-91EB-48B946684E3C}"/>
    <dgm:cxn modelId="{47F1DFBE-72AC-4DDF-A0F2-27B821144583}" type="presOf" srcId="{0CA2727D-41A3-4874-9C35-FCD2314C90B7}" destId="{BDA00272-19D3-4FD4-BCDF-71525CCFE20C}" srcOrd="0" destOrd="0" presId="urn:microsoft.com/office/officeart/2018/2/layout/IconVerticalSolidList"/>
    <dgm:cxn modelId="{F74FE3CE-290D-45F5-BD87-F0416EE1F388}" srcId="{FCE96F27-E244-4E5D-BE8B-970241AC87C3}" destId="{72954A77-CDE0-47EA-9A1D-C19B462BAD88}" srcOrd="1" destOrd="0" parTransId="{DB223682-58FB-48CD-83D6-AFA5826159AA}" sibTransId="{C0D70F61-B6D5-4AE0-82AC-79BCE6EA211D}"/>
    <dgm:cxn modelId="{60068348-D3B6-4B1E-96D2-A08135CBD6A3}" type="presParOf" srcId="{79E7D8A1-7888-423D-BC30-624D95004933}" destId="{3AB84F83-7376-4BA8-9893-D26CFBA4E23E}" srcOrd="0" destOrd="0" presId="urn:microsoft.com/office/officeart/2018/2/layout/IconVerticalSolidList"/>
    <dgm:cxn modelId="{239A5527-0E1B-495B-A370-61B202D9BE49}" type="presParOf" srcId="{3AB84F83-7376-4BA8-9893-D26CFBA4E23E}" destId="{78118A08-B005-43B6-864B-0A1E101DE46C}" srcOrd="0" destOrd="0" presId="urn:microsoft.com/office/officeart/2018/2/layout/IconVerticalSolidList"/>
    <dgm:cxn modelId="{73AD5CE3-726C-4C00-BDAB-A568F6D4B5F5}" type="presParOf" srcId="{3AB84F83-7376-4BA8-9893-D26CFBA4E23E}" destId="{38AF387C-4844-4164-AF3B-170FABEB2211}" srcOrd="1" destOrd="0" presId="urn:microsoft.com/office/officeart/2018/2/layout/IconVerticalSolidList"/>
    <dgm:cxn modelId="{84F8FC61-0CC7-4036-B2F6-47883381FAB8}" type="presParOf" srcId="{3AB84F83-7376-4BA8-9893-D26CFBA4E23E}" destId="{BB631773-9AF6-489B-AC7C-DAA2AF4E9CF0}" srcOrd="2" destOrd="0" presId="urn:microsoft.com/office/officeart/2018/2/layout/IconVerticalSolidList"/>
    <dgm:cxn modelId="{3B92DF3D-30BE-4164-AC00-36ACBF3A4519}" type="presParOf" srcId="{3AB84F83-7376-4BA8-9893-D26CFBA4E23E}" destId="{BDA00272-19D3-4FD4-BCDF-71525CCFE20C}" srcOrd="3" destOrd="0" presId="urn:microsoft.com/office/officeart/2018/2/layout/IconVerticalSolidList"/>
    <dgm:cxn modelId="{80CF3BD1-ACF2-468D-8484-F29899D3DE26}" type="presParOf" srcId="{79E7D8A1-7888-423D-BC30-624D95004933}" destId="{B7DDF253-A8E3-4048-8CD9-BA25097FB488}" srcOrd="1" destOrd="0" presId="urn:microsoft.com/office/officeart/2018/2/layout/IconVerticalSolidList"/>
    <dgm:cxn modelId="{14FFB226-350C-4E16-B346-7229E1A61749}" type="presParOf" srcId="{79E7D8A1-7888-423D-BC30-624D95004933}" destId="{F6C5A3DA-AC92-4423-92AA-620FCBD496A1}" srcOrd="2" destOrd="0" presId="urn:microsoft.com/office/officeart/2018/2/layout/IconVerticalSolidList"/>
    <dgm:cxn modelId="{FC1CA28E-7F65-49BC-8FE6-E95BBD86767B}" type="presParOf" srcId="{F6C5A3DA-AC92-4423-92AA-620FCBD496A1}" destId="{76AFE6EF-657A-45AE-BA2F-347B01EFB565}" srcOrd="0" destOrd="0" presId="urn:microsoft.com/office/officeart/2018/2/layout/IconVerticalSolidList"/>
    <dgm:cxn modelId="{F04A9A23-EEF4-4D17-9AD9-21356F0C3AD0}" type="presParOf" srcId="{F6C5A3DA-AC92-4423-92AA-620FCBD496A1}" destId="{E4F9CDB9-2449-4FB6-A65B-D8C8FC727A12}" srcOrd="1" destOrd="0" presId="urn:microsoft.com/office/officeart/2018/2/layout/IconVerticalSolidList"/>
    <dgm:cxn modelId="{26290D3A-06CE-424E-BF1B-9F13D69785E6}" type="presParOf" srcId="{F6C5A3DA-AC92-4423-92AA-620FCBD496A1}" destId="{07AFE0D3-395F-4A9F-BDB4-A904CC433B2B}" srcOrd="2" destOrd="0" presId="urn:microsoft.com/office/officeart/2018/2/layout/IconVerticalSolidList"/>
    <dgm:cxn modelId="{C318AFCD-C74D-4BB0-84E4-F97BA02F2CEF}" type="presParOf" srcId="{F6C5A3DA-AC92-4423-92AA-620FCBD496A1}" destId="{8FFEA4B8-4E9E-4D0A-BA4F-E09B49DEF8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940ECA-9D10-4F57-914D-74A633690EA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D863083-8489-40D4-8AEC-66FF08BE5564}">
      <dgm:prSet/>
      <dgm:spPr/>
      <dgm:t>
        <a:bodyPr/>
        <a:lstStyle/>
        <a:p>
          <a:r>
            <a:rPr lang="en-US"/>
            <a:t>Objective: To be the lowest cost producer in the industry</a:t>
          </a:r>
        </a:p>
      </dgm:t>
    </dgm:pt>
    <dgm:pt modelId="{C77C1362-6C04-40A7-AC1A-9B12A278A706}" type="parTrans" cxnId="{5EB5245B-F5F3-41CA-ADC1-4A0C75CB9B04}">
      <dgm:prSet/>
      <dgm:spPr/>
      <dgm:t>
        <a:bodyPr/>
        <a:lstStyle/>
        <a:p>
          <a:endParaRPr lang="en-US"/>
        </a:p>
      </dgm:t>
    </dgm:pt>
    <dgm:pt modelId="{D5FABCFF-9E2C-419D-ADA4-92F1B1D534DE}" type="sibTrans" cxnId="{5EB5245B-F5F3-41CA-ADC1-4A0C75CB9B04}">
      <dgm:prSet/>
      <dgm:spPr/>
      <dgm:t>
        <a:bodyPr/>
        <a:lstStyle/>
        <a:p>
          <a:endParaRPr lang="en-US"/>
        </a:p>
      </dgm:t>
    </dgm:pt>
    <dgm:pt modelId="{6B06439D-EE5F-4600-8544-A2D076E4895D}">
      <dgm:prSet/>
      <dgm:spPr/>
      <dgm:t>
        <a:bodyPr/>
        <a:lstStyle/>
        <a:p>
          <a:r>
            <a:rPr lang="en-US"/>
            <a:t>Benefits: low cost can </a:t>
          </a:r>
          <a:r>
            <a:rPr lang="en-US" u="sng"/>
            <a:t>improve margins</a:t>
          </a:r>
          <a:r>
            <a:rPr lang="en-US"/>
            <a:t> or help </a:t>
          </a:r>
          <a:r>
            <a:rPr lang="en-US" u="sng"/>
            <a:t>offer lower prices</a:t>
          </a:r>
          <a:endParaRPr lang="en-US"/>
        </a:p>
      </dgm:t>
    </dgm:pt>
    <dgm:pt modelId="{7F846E3A-E235-4135-8642-21B818F9314A}" type="parTrans" cxnId="{23C618ED-7F2F-4664-B365-0019F2F3B096}">
      <dgm:prSet/>
      <dgm:spPr/>
      <dgm:t>
        <a:bodyPr/>
        <a:lstStyle/>
        <a:p>
          <a:endParaRPr lang="en-US"/>
        </a:p>
      </dgm:t>
    </dgm:pt>
    <dgm:pt modelId="{A323C098-458F-40EC-98CF-09CEE8532AC4}" type="sibTrans" cxnId="{23C618ED-7F2F-4664-B365-0019F2F3B096}">
      <dgm:prSet/>
      <dgm:spPr/>
      <dgm:t>
        <a:bodyPr/>
        <a:lstStyle/>
        <a:p>
          <a:endParaRPr lang="en-US"/>
        </a:p>
      </dgm:t>
    </dgm:pt>
    <dgm:pt modelId="{F90347AF-79FD-489A-B14A-0EB812947DC0}" type="pres">
      <dgm:prSet presAssocID="{5F940ECA-9D10-4F57-914D-74A633690EA4}" presName="root" presStyleCnt="0">
        <dgm:presLayoutVars>
          <dgm:dir/>
          <dgm:resizeHandles val="exact"/>
        </dgm:presLayoutVars>
      </dgm:prSet>
      <dgm:spPr/>
    </dgm:pt>
    <dgm:pt modelId="{4E1F8E21-8BA8-48D2-BE70-FDEC406D2122}" type="pres">
      <dgm:prSet presAssocID="{0D863083-8489-40D4-8AEC-66FF08BE5564}" presName="compNode" presStyleCnt="0"/>
      <dgm:spPr/>
    </dgm:pt>
    <dgm:pt modelId="{0CDA1907-B8F2-41A8-A96B-F35BA1CBFC99}" type="pres">
      <dgm:prSet presAssocID="{0D863083-8489-40D4-8AEC-66FF08BE5564}" presName="bgRect" presStyleLbl="bgShp" presStyleIdx="0" presStyleCnt="2"/>
      <dgm:spPr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</dgm:spPr>
    </dgm:pt>
    <dgm:pt modelId="{EF3DF3BA-092F-4908-BB2D-9D859C07D0AF}" type="pres">
      <dgm:prSet presAssocID="{0D863083-8489-40D4-8AEC-66FF08BE556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C848E61-6A67-4FBB-BBC8-B547820C0155}" type="pres">
      <dgm:prSet presAssocID="{0D863083-8489-40D4-8AEC-66FF08BE5564}" presName="spaceRect" presStyleCnt="0"/>
      <dgm:spPr/>
    </dgm:pt>
    <dgm:pt modelId="{8C0366D4-A994-443B-90E9-D5B61750D2E9}" type="pres">
      <dgm:prSet presAssocID="{0D863083-8489-40D4-8AEC-66FF08BE5564}" presName="parTx" presStyleLbl="revTx" presStyleIdx="0" presStyleCnt="2">
        <dgm:presLayoutVars>
          <dgm:chMax val="0"/>
          <dgm:chPref val="0"/>
        </dgm:presLayoutVars>
      </dgm:prSet>
      <dgm:spPr/>
    </dgm:pt>
    <dgm:pt modelId="{08001292-7332-45DC-B2E8-AE1F9F8D0261}" type="pres">
      <dgm:prSet presAssocID="{D5FABCFF-9E2C-419D-ADA4-92F1B1D534DE}" presName="sibTrans" presStyleCnt="0"/>
      <dgm:spPr/>
    </dgm:pt>
    <dgm:pt modelId="{7E6D4CE6-BF80-4EC6-92A4-FB85689D0E84}" type="pres">
      <dgm:prSet presAssocID="{6B06439D-EE5F-4600-8544-A2D076E4895D}" presName="compNode" presStyleCnt="0"/>
      <dgm:spPr/>
    </dgm:pt>
    <dgm:pt modelId="{01C3A6EC-C185-48C0-919C-9F45735D5074}" type="pres">
      <dgm:prSet presAssocID="{6B06439D-EE5F-4600-8544-A2D076E4895D}" presName="bgRect" presStyleLbl="bgShp" presStyleIdx="1" presStyleCnt="2"/>
      <dgm:spPr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</dgm:spPr>
    </dgm:pt>
    <dgm:pt modelId="{76942C8D-0103-4625-A169-4001DA349B99}" type="pres">
      <dgm:prSet presAssocID="{6B06439D-EE5F-4600-8544-A2D076E4895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86C7053-8284-4133-8F38-F505A340EEF2}" type="pres">
      <dgm:prSet presAssocID="{6B06439D-EE5F-4600-8544-A2D076E4895D}" presName="spaceRect" presStyleCnt="0"/>
      <dgm:spPr/>
    </dgm:pt>
    <dgm:pt modelId="{4EFC8AAF-0C46-4DB9-9ADB-9EC1DC960A0B}" type="pres">
      <dgm:prSet presAssocID="{6B06439D-EE5F-4600-8544-A2D076E4895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099D33B-1CE6-4A65-8F07-2EE8D4196B1E}" type="presOf" srcId="{5F940ECA-9D10-4F57-914D-74A633690EA4}" destId="{F90347AF-79FD-489A-B14A-0EB812947DC0}" srcOrd="0" destOrd="0" presId="urn:microsoft.com/office/officeart/2018/2/layout/IconVerticalSolidList"/>
    <dgm:cxn modelId="{5A3EB257-C080-4BDD-8E26-F890631A0694}" type="presOf" srcId="{0D863083-8489-40D4-8AEC-66FF08BE5564}" destId="{8C0366D4-A994-443B-90E9-D5B61750D2E9}" srcOrd="0" destOrd="0" presId="urn:microsoft.com/office/officeart/2018/2/layout/IconVerticalSolidList"/>
    <dgm:cxn modelId="{5EB5245B-F5F3-41CA-ADC1-4A0C75CB9B04}" srcId="{5F940ECA-9D10-4F57-914D-74A633690EA4}" destId="{0D863083-8489-40D4-8AEC-66FF08BE5564}" srcOrd="0" destOrd="0" parTransId="{C77C1362-6C04-40A7-AC1A-9B12A278A706}" sibTransId="{D5FABCFF-9E2C-419D-ADA4-92F1B1D534DE}"/>
    <dgm:cxn modelId="{351533B1-E741-4AD0-9656-7E9AC5645754}" type="presOf" srcId="{6B06439D-EE5F-4600-8544-A2D076E4895D}" destId="{4EFC8AAF-0C46-4DB9-9ADB-9EC1DC960A0B}" srcOrd="0" destOrd="0" presId="urn:microsoft.com/office/officeart/2018/2/layout/IconVerticalSolidList"/>
    <dgm:cxn modelId="{23C618ED-7F2F-4664-B365-0019F2F3B096}" srcId="{5F940ECA-9D10-4F57-914D-74A633690EA4}" destId="{6B06439D-EE5F-4600-8544-A2D076E4895D}" srcOrd="1" destOrd="0" parTransId="{7F846E3A-E235-4135-8642-21B818F9314A}" sibTransId="{A323C098-458F-40EC-98CF-09CEE8532AC4}"/>
    <dgm:cxn modelId="{7ED12AD9-4918-49F8-8C87-58194C465E5E}" type="presParOf" srcId="{F90347AF-79FD-489A-B14A-0EB812947DC0}" destId="{4E1F8E21-8BA8-48D2-BE70-FDEC406D2122}" srcOrd="0" destOrd="0" presId="urn:microsoft.com/office/officeart/2018/2/layout/IconVerticalSolidList"/>
    <dgm:cxn modelId="{5DF52EAB-694E-4CF9-960D-58E26FD0777D}" type="presParOf" srcId="{4E1F8E21-8BA8-48D2-BE70-FDEC406D2122}" destId="{0CDA1907-B8F2-41A8-A96B-F35BA1CBFC99}" srcOrd="0" destOrd="0" presId="urn:microsoft.com/office/officeart/2018/2/layout/IconVerticalSolidList"/>
    <dgm:cxn modelId="{317A44EE-F979-43B2-911A-5C5E6294C57A}" type="presParOf" srcId="{4E1F8E21-8BA8-48D2-BE70-FDEC406D2122}" destId="{EF3DF3BA-092F-4908-BB2D-9D859C07D0AF}" srcOrd="1" destOrd="0" presId="urn:microsoft.com/office/officeart/2018/2/layout/IconVerticalSolidList"/>
    <dgm:cxn modelId="{1ED785A0-7CC3-4BA5-B4DC-747B54B26296}" type="presParOf" srcId="{4E1F8E21-8BA8-48D2-BE70-FDEC406D2122}" destId="{0C848E61-6A67-4FBB-BBC8-B547820C0155}" srcOrd="2" destOrd="0" presId="urn:microsoft.com/office/officeart/2018/2/layout/IconVerticalSolidList"/>
    <dgm:cxn modelId="{EC25B6C1-657E-4562-BF66-3643756A422F}" type="presParOf" srcId="{4E1F8E21-8BA8-48D2-BE70-FDEC406D2122}" destId="{8C0366D4-A994-443B-90E9-D5B61750D2E9}" srcOrd="3" destOrd="0" presId="urn:microsoft.com/office/officeart/2018/2/layout/IconVerticalSolidList"/>
    <dgm:cxn modelId="{7B400C49-2826-4F89-8414-F17A9EB342A5}" type="presParOf" srcId="{F90347AF-79FD-489A-B14A-0EB812947DC0}" destId="{08001292-7332-45DC-B2E8-AE1F9F8D0261}" srcOrd="1" destOrd="0" presId="urn:microsoft.com/office/officeart/2018/2/layout/IconVerticalSolidList"/>
    <dgm:cxn modelId="{C189D416-D2DD-4FB6-8741-221A909AD10E}" type="presParOf" srcId="{F90347AF-79FD-489A-B14A-0EB812947DC0}" destId="{7E6D4CE6-BF80-4EC6-92A4-FB85689D0E84}" srcOrd="2" destOrd="0" presId="urn:microsoft.com/office/officeart/2018/2/layout/IconVerticalSolidList"/>
    <dgm:cxn modelId="{2C1DFC0E-1960-451D-A25E-11D1B22A2743}" type="presParOf" srcId="{7E6D4CE6-BF80-4EC6-92A4-FB85689D0E84}" destId="{01C3A6EC-C185-48C0-919C-9F45735D5074}" srcOrd="0" destOrd="0" presId="urn:microsoft.com/office/officeart/2018/2/layout/IconVerticalSolidList"/>
    <dgm:cxn modelId="{8A60EAF8-B97C-4BC1-A220-1BCD376D96DA}" type="presParOf" srcId="{7E6D4CE6-BF80-4EC6-92A4-FB85689D0E84}" destId="{76942C8D-0103-4625-A169-4001DA349B99}" srcOrd="1" destOrd="0" presId="urn:microsoft.com/office/officeart/2018/2/layout/IconVerticalSolidList"/>
    <dgm:cxn modelId="{05862D17-62F1-4D28-A303-D1BCACD53610}" type="presParOf" srcId="{7E6D4CE6-BF80-4EC6-92A4-FB85689D0E84}" destId="{F86C7053-8284-4133-8F38-F505A340EEF2}" srcOrd="2" destOrd="0" presId="urn:microsoft.com/office/officeart/2018/2/layout/IconVerticalSolidList"/>
    <dgm:cxn modelId="{7593E434-B48C-4098-B5EB-F0037D1595CB}" type="presParOf" srcId="{7E6D4CE6-BF80-4EC6-92A4-FB85689D0E84}" destId="{4EFC8AAF-0C46-4DB9-9ADB-9EC1DC960A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B5B95A-3305-4DF2-B213-188F6ACCD76C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EE221AF-21CD-42BA-8573-044A372C0699}">
      <dgm:prSet/>
      <dgm:spPr/>
      <dgm:t>
        <a:bodyPr/>
        <a:lstStyle/>
        <a:p>
          <a:r>
            <a:rPr lang="en-US"/>
            <a:t>Political</a:t>
          </a:r>
        </a:p>
      </dgm:t>
    </dgm:pt>
    <dgm:pt modelId="{C81D34DD-CFB3-4F20-8E0E-A50277B3D835}" type="parTrans" cxnId="{D4ED5693-5334-42D8-AD9C-F5B5064468A0}">
      <dgm:prSet/>
      <dgm:spPr/>
      <dgm:t>
        <a:bodyPr/>
        <a:lstStyle/>
        <a:p>
          <a:endParaRPr lang="en-US"/>
        </a:p>
      </dgm:t>
    </dgm:pt>
    <dgm:pt modelId="{06DFEEBD-7FD2-4FA3-86F6-6B7C43CA88DB}" type="sibTrans" cxnId="{D4ED5693-5334-42D8-AD9C-F5B5064468A0}">
      <dgm:prSet/>
      <dgm:spPr/>
      <dgm:t>
        <a:bodyPr/>
        <a:lstStyle/>
        <a:p>
          <a:endParaRPr lang="en-US"/>
        </a:p>
      </dgm:t>
    </dgm:pt>
    <dgm:pt modelId="{05AED8C5-EA74-419D-ADE1-A05EBCAB5251}">
      <dgm:prSet/>
      <dgm:spPr/>
      <dgm:t>
        <a:bodyPr/>
        <a:lstStyle/>
        <a:p>
          <a:r>
            <a:rPr lang="en-US"/>
            <a:t>Economic</a:t>
          </a:r>
        </a:p>
      </dgm:t>
    </dgm:pt>
    <dgm:pt modelId="{8A8DC148-D072-4591-B5C9-B9A04A6CACD5}" type="parTrans" cxnId="{4E1326A2-FB00-47F7-8E3E-F87FB0FA1C00}">
      <dgm:prSet/>
      <dgm:spPr/>
      <dgm:t>
        <a:bodyPr/>
        <a:lstStyle/>
        <a:p>
          <a:endParaRPr lang="en-US"/>
        </a:p>
      </dgm:t>
    </dgm:pt>
    <dgm:pt modelId="{DF9426EB-0339-455C-81C7-289B89F25246}" type="sibTrans" cxnId="{4E1326A2-FB00-47F7-8E3E-F87FB0FA1C00}">
      <dgm:prSet/>
      <dgm:spPr/>
      <dgm:t>
        <a:bodyPr/>
        <a:lstStyle/>
        <a:p>
          <a:endParaRPr lang="en-US"/>
        </a:p>
      </dgm:t>
    </dgm:pt>
    <dgm:pt modelId="{B73DAF6B-12D8-435C-BA59-F1570C0DE50A}">
      <dgm:prSet/>
      <dgm:spPr/>
      <dgm:t>
        <a:bodyPr/>
        <a:lstStyle/>
        <a:p>
          <a:r>
            <a:rPr lang="en-US"/>
            <a:t>Social</a:t>
          </a:r>
        </a:p>
      </dgm:t>
    </dgm:pt>
    <dgm:pt modelId="{2D88464C-1CD2-4740-B761-BDEA67C99294}" type="parTrans" cxnId="{5C769B89-D0D3-4B7C-8AB1-0E662FA3AB7D}">
      <dgm:prSet/>
      <dgm:spPr/>
      <dgm:t>
        <a:bodyPr/>
        <a:lstStyle/>
        <a:p>
          <a:endParaRPr lang="en-US"/>
        </a:p>
      </dgm:t>
    </dgm:pt>
    <dgm:pt modelId="{24200929-1045-4B37-A103-23E02340F5F9}" type="sibTrans" cxnId="{5C769B89-D0D3-4B7C-8AB1-0E662FA3AB7D}">
      <dgm:prSet/>
      <dgm:spPr/>
      <dgm:t>
        <a:bodyPr/>
        <a:lstStyle/>
        <a:p>
          <a:endParaRPr lang="en-US"/>
        </a:p>
      </dgm:t>
    </dgm:pt>
    <dgm:pt modelId="{1408B3D0-41D4-48DE-9D25-CD8D580D4E95}">
      <dgm:prSet/>
      <dgm:spPr/>
      <dgm:t>
        <a:bodyPr/>
        <a:lstStyle/>
        <a:p>
          <a:r>
            <a:rPr lang="en-US"/>
            <a:t>Technological</a:t>
          </a:r>
        </a:p>
      </dgm:t>
    </dgm:pt>
    <dgm:pt modelId="{8319832C-48F2-46E8-9EAD-B2D24EB0C092}" type="parTrans" cxnId="{8AC140A1-70FF-4117-88DE-93016665221D}">
      <dgm:prSet/>
      <dgm:spPr/>
      <dgm:t>
        <a:bodyPr/>
        <a:lstStyle/>
        <a:p>
          <a:endParaRPr lang="en-US"/>
        </a:p>
      </dgm:t>
    </dgm:pt>
    <dgm:pt modelId="{3F23780B-EA5E-47D1-A417-71464A265924}" type="sibTrans" cxnId="{8AC140A1-70FF-4117-88DE-93016665221D}">
      <dgm:prSet/>
      <dgm:spPr/>
      <dgm:t>
        <a:bodyPr/>
        <a:lstStyle/>
        <a:p>
          <a:endParaRPr lang="en-US"/>
        </a:p>
      </dgm:t>
    </dgm:pt>
    <dgm:pt modelId="{86D68382-8A83-4A1B-9D94-78D133D02F76}">
      <dgm:prSet/>
      <dgm:spPr/>
      <dgm:t>
        <a:bodyPr/>
        <a:lstStyle/>
        <a:p>
          <a:r>
            <a:rPr lang="en-US"/>
            <a:t>Legal</a:t>
          </a:r>
        </a:p>
      </dgm:t>
    </dgm:pt>
    <dgm:pt modelId="{E1DF4879-453F-4450-8DAF-D0E5F4F9509E}" type="parTrans" cxnId="{1E13C545-E455-436B-8888-0DE6E6322DBE}">
      <dgm:prSet/>
      <dgm:spPr/>
      <dgm:t>
        <a:bodyPr/>
        <a:lstStyle/>
        <a:p>
          <a:endParaRPr lang="en-US"/>
        </a:p>
      </dgm:t>
    </dgm:pt>
    <dgm:pt modelId="{E910E0FA-E2D8-4A46-B803-B24283A3EAB3}" type="sibTrans" cxnId="{1E13C545-E455-436B-8888-0DE6E6322DBE}">
      <dgm:prSet/>
      <dgm:spPr/>
      <dgm:t>
        <a:bodyPr/>
        <a:lstStyle/>
        <a:p>
          <a:endParaRPr lang="en-US"/>
        </a:p>
      </dgm:t>
    </dgm:pt>
    <dgm:pt modelId="{94F88847-2E1D-4751-B144-2F8B7C343F2F}">
      <dgm:prSet/>
      <dgm:spPr/>
      <dgm:t>
        <a:bodyPr/>
        <a:lstStyle/>
        <a:p>
          <a:r>
            <a:rPr lang="en-US"/>
            <a:t>Environmental</a:t>
          </a:r>
        </a:p>
      </dgm:t>
    </dgm:pt>
    <dgm:pt modelId="{6027CBBA-2ADF-4CCC-9277-E0CB60BF7D5B}" type="parTrans" cxnId="{EE6B3434-73F0-43E1-8054-AE1DAEBC12A9}">
      <dgm:prSet/>
      <dgm:spPr/>
      <dgm:t>
        <a:bodyPr/>
        <a:lstStyle/>
        <a:p>
          <a:endParaRPr lang="en-US"/>
        </a:p>
      </dgm:t>
    </dgm:pt>
    <dgm:pt modelId="{E53BC3E9-5608-453D-AFBE-5A38C759A58A}" type="sibTrans" cxnId="{EE6B3434-73F0-43E1-8054-AE1DAEBC12A9}">
      <dgm:prSet/>
      <dgm:spPr/>
      <dgm:t>
        <a:bodyPr/>
        <a:lstStyle/>
        <a:p>
          <a:endParaRPr lang="en-US"/>
        </a:p>
      </dgm:t>
    </dgm:pt>
    <dgm:pt modelId="{0D5E0A3E-9E40-4108-A9F9-4B34FF8083ED}" type="pres">
      <dgm:prSet presAssocID="{8BB5B95A-3305-4DF2-B213-188F6ACCD76C}" presName="root" presStyleCnt="0">
        <dgm:presLayoutVars>
          <dgm:dir/>
          <dgm:resizeHandles val="exact"/>
        </dgm:presLayoutVars>
      </dgm:prSet>
      <dgm:spPr/>
    </dgm:pt>
    <dgm:pt modelId="{A04599C2-7036-469F-944A-A64DD2B1AB4B}" type="pres">
      <dgm:prSet presAssocID="{8EE221AF-21CD-42BA-8573-044A372C0699}" presName="compNode" presStyleCnt="0"/>
      <dgm:spPr/>
    </dgm:pt>
    <dgm:pt modelId="{B273B342-C009-4327-9142-03F2C0806435}" type="pres">
      <dgm:prSet presAssocID="{8EE221AF-21CD-42BA-8573-044A372C069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06BCD7E-310F-4313-9E74-FDA83C8C7349}" type="pres">
      <dgm:prSet presAssocID="{8EE221AF-21CD-42BA-8573-044A372C0699}" presName="spaceRect" presStyleCnt="0"/>
      <dgm:spPr/>
    </dgm:pt>
    <dgm:pt modelId="{E984C492-9860-49EE-B7D1-77FF772764D6}" type="pres">
      <dgm:prSet presAssocID="{8EE221AF-21CD-42BA-8573-044A372C0699}" presName="textRect" presStyleLbl="revTx" presStyleIdx="0" presStyleCnt="6">
        <dgm:presLayoutVars>
          <dgm:chMax val="1"/>
          <dgm:chPref val="1"/>
        </dgm:presLayoutVars>
      </dgm:prSet>
      <dgm:spPr/>
    </dgm:pt>
    <dgm:pt modelId="{B044D726-462D-4F31-B458-6C589AF3D1D0}" type="pres">
      <dgm:prSet presAssocID="{06DFEEBD-7FD2-4FA3-86F6-6B7C43CA88DB}" presName="sibTrans" presStyleCnt="0"/>
      <dgm:spPr/>
    </dgm:pt>
    <dgm:pt modelId="{5F4590A9-D032-4944-B14B-CC5189E1A33D}" type="pres">
      <dgm:prSet presAssocID="{05AED8C5-EA74-419D-ADE1-A05EBCAB5251}" presName="compNode" presStyleCnt="0"/>
      <dgm:spPr/>
    </dgm:pt>
    <dgm:pt modelId="{5FE47F36-D82E-4D73-9634-54C46D598D16}" type="pres">
      <dgm:prSet presAssocID="{05AED8C5-EA74-419D-ADE1-A05EBCAB525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4661779F-683D-41D1-B635-39DA5B9B869A}" type="pres">
      <dgm:prSet presAssocID="{05AED8C5-EA74-419D-ADE1-A05EBCAB5251}" presName="spaceRect" presStyleCnt="0"/>
      <dgm:spPr/>
    </dgm:pt>
    <dgm:pt modelId="{9AF39B0F-5661-4810-AE85-87C637C25AC8}" type="pres">
      <dgm:prSet presAssocID="{05AED8C5-EA74-419D-ADE1-A05EBCAB5251}" presName="textRect" presStyleLbl="revTx" presStyleIdx="1" presStyleCnt="6">
        <dgm:presLayoutVars>
          <dgm:chMax val="1"/>
          <dgm:chPref val="1"/>
        </dgm:presLayoutVars>
      </dgm:prSet>
      <dgm:spPr/>
    </dgm:pt>
    <dgm:pt modelId="{9989485F-6F05-4135-ACC4-3A2130CC856D}" type="pres">
      <dgm:prSet presAssocID="{DF9426EB-0339-455C-81C7-289B89F25246}" presName="sibTrans" presStyleCnt="0"/>
      <dgm:spPr/>
    </dgm:pt>
    <dgm:pt modelId="{CD47197D-9663-4796-B19D-778EF89E30FD}" type="pres">
      <dgm:prSet presAssocID="{B73DAF6B-12D8-435C-BA59-F1570C0DE50A}" presName="compNode" presStyleCnt="0"/>
      <dgm:spPr/>
    </dgm:pt>
    <dgm:pt modelId="{8A1C8243-A28C-49D5-851F-96155EBA8F45}" type="pres">
      <dgm:prSet presAssocID="{B73DAF6B-12D8-435C-BA59-F1570C0DE50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372834E0-A706-467D-9283-82519B3B19E8}" type="pres">
      <dgm:prSet presAssocID="{B73DAF6B-12D8-435C-BA59-F1570C0DE50A}" presName="spaceRect" presStyleCnt="0"/>
      <dgm:spPr/>
    </dgm:pt>
    <dgm:pt modelId="{FAD0D0BC-9805-4CFB-B151-65870E709BEF}" type="pres">
      <dgm:prSet presAssocID="{B73DAF6B-12D8-435C-BA59-F1570C0DE50A}" presName="textRect" presStyleLbl="revTx" presStyleIdx="2" presStyleCnt="6">
        <dgm:presLayoutVars>
          <dgm:chMax val="1"/>
          <dgm:chPref val="1"/>
        </dgm:presLayoutVars>
      </dgm:prSet>
      <dgm:spPr/>
    </dgm:pt>
    <dgm:pt modelId="{3FA4A889-55EA-4D75-AFF6-5F84E6273B32}" type="pres">
      <dgm:prSet presAssocID="{24200929-1045-4B37-A103-23E02340F5F9}" presName="sibTrans" presStyleCnt="0"/>
      <dgm:spPr/>
    </dgm:pt>
    <dgm:pt modelId="{F078936D-26A1-45D8-811F-82B538590504}" type="pres">
      <dgm:prSet presAssocID="{1408B3D0-41D4-48DE-9D25-CD8D580D4E95}" presName="compNode" presStyleCnt="0"/>
      <dgm:spPr/>
    </dgm:pt>
    <dgm:pt modelId="{97737656-9D5B-4E4A-A0CF-8578D5A7046F}" type="pres">
      <dgm:prSet presAssocID="{1408B3D0-41D4-48DE-9D25-CD8D580D4E9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B564DE2-C87F-4889-B5A3-7F99109D684C}" type="pres">
      <dgm:prSet presAssocID="{1408B3D0-41D4-48DE-9D25-CD8D580D4E95}" presName="spaceRect" presStyleCnt="0"/>
      <dgm:spPr/>
    </dgm:pt>
    <dgm:pt modelId="{09505835-84B8-4344-A05D-20E803C05FA9}" type="pres">
      <dgm:prSet presAssocID="{1408B3D0-41D4-48DE-9D25-CD8D580D4E95}" presName="textRect" presStyleLbl="revTx" presStyleIdx="3" presStyleCnt="6">
        <dgm:presLayoutVars>
          <dgm:chMax val="1"/>
          <dgm:chPref val="1"/>
        </dgm:presLayoutVars>
      </dgm:prSet>
      <dgm:spPr/>
    </dgm:pt>
    <dgm:pt modelId="{0BA6B19E-DD6D-4C4E-8FCE-6E292A4FD34E}" type="pres">
      <dgm:prSet presAssocID="{3F23780B-EA5E-47D1-A417-71464A265924}" presName="sibTrans" presStyleCnt="0"/>
      <dgm:spPr/>
    </dgm:pt>
    <dgm:pt modelId="{9857761B-087E-4930-946F-D420EE050237}" type="pres">
      <dgm:prSet presAssocID="{86D68382-8A83-4A1B-9D94-78D133D02F76}" presName="compNode" presStyleCnt="0"/>
      <dgm:spPr/>
    </dgm:pt>
    <dgm:pt modelId="{F02A5BB6-13BE-452E-94BF-9FFA313CCF11}" type="pres">
      <dgm:prSet presAssocID="{86D68382-8A83-4A1B-9D94-78D133D02F7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A920A135-72B7-4F71-BC65-27E050FBEF0F}" type="pres">
      <dgm:prSet presAssocID="{86D68382-8A83-4A1B-9D94-78D133D02F76}" presName="spaceRect" presStyleCnt="0"/>
      <dgm:spPr/>
    </dgm:pt>
    <dgm:pt modelId="{A17987C0-0D6C-439A-BF73-A3C696CAF9DD}" type="pres">
      <dgm:prSet presAssocID="{86D68382-8A83-4A1B-9D94-78D133D02F76}" presName="textRect" presStyleLbl="revTx" presStyleIdx="4" presStyleCnt="6">
        <dgm:presLayoutVars>
          <dgm:chMax val="1"/>
          <dgm:chPref val="1"/>
        </dgm:presLayoutVars>
      </dgm:prSet>
      <dgm:spPr/>
    </dgm:pt>
    <dgm:pt modelId="{73CC2B5B-70A0-4EEF-B02C-5246FCCF977B}" type="pres">
      <dgm:prSet presAssocID="{E910E0FA-E2D8-4A46-B803-B24283A3EAB3}" presName="sibTrans" presStyleCnt="0"/>
      <dgm:spPr/>
    </dgm:pt>
    <dgm:pt modelId="{C6AFCB9D-6116-4073-91DB-31558B7216F0}" type="pres">
      <dgm:prSet presAssocID="{94F88847-2E1D-4751-B144-2F8B7C343F2F}" presName="compNode" presStyleCnt="0"/>
      <dgm:spPr/>
    </dgm:pt>
    <dgm:pt modelId="{79A1C257-2413-4CD5-A47B-94EEA3CABF2C}" type="pres">
      <dgm:prSet presAssocID="{94F88847-2E1D-4751-B144-2F8B7C343F2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A4644103-F4B1-4206-8C6D-38A6E9BBDB33}" type="pres">
      <dgm:prSet presAssocID="{94F88847-2E1D-4751-B144-2F8B7C343F2F}" presName="spaceRect" presStyleCnt="0"/>
      <dgm:spPr/>
    </dgm:pt>
    <dgm:pt modelId="{29A9B2AB-1F5E-4F1F-8C5B-262A0472479C}" type="pres">
      <dgm:prSet presAssocID="{94F88847-2E1D-4751-B144-2F8B7C343F2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4A54926-F4D5-4CCE-B1DF-F6372B87451F}" type="presOf" srcId="{05AED8C5-EA74-419D-ADE1-A05EBCAB5251}" destId="{9AF39B0F-5661-4810-AE85-87C637C25AC8}" srcOrd="0" destOrd="0" presId="urn:microsoft.com/office/officeart/2018/2/layout/IconLabelList"/>
    <dgm:cxn modelId="{EE6B3434-73F0-43E1-8054-AE1DAEBC12A9}" srcId="{8BB5B95A-3305-4DF2-B213-188F6ACCD76C}" destId="{94F88847-2E1D-4751-B144-2F8B7C343F2F}" srcOrd="5" destOrd="0" parTransId="{6027CBBA-2ADF-4CCC-9277-E0CB60BF7D5B}" sibTransId="{E53BC3E9-5608-453D-AFBE-5A38C759A58A}"/>
    <dgm:cxn modelId="{1E13C545-E455-436B-8888-0DE6E6322DBE}" srcId="{8BB5B95A-3305-4DF2-B213-188F6ACCD76C}" destId="{86D68382-8A83-4A1B-9D94-78D133D02F76}" srcOrd="4" destOrd="0" parTransId="{E1DF4879-453F-4450-8DAF-D0E5F4F9509E}" sibTransId="{E910E0FA-E2D8-4A46-B803-B24283A3EAB3}"/>
    <dgm:cxn modelId="{B7F0404A-A46C-4A5C-8194-5B172B7EFCF7}" type="presOf" srcId="{94F88847-2E1D-4751-B144-2F8B7C343F2F}" destId="{29A9B2AB-1F5E-4F1F-8C5B-262A0472479C}" srcOrd="0" destOrd="0" presId="urn:microsoft.com/office/officeart/2018/2/layout/IconLabelList"/>
    <dgm:cxn modelId="{18662C58-50DE-437B-B0C1-1BD6DEC9283D}" type="presOf" srcId="{8EE221AF-21CD-42BA-8573-044A372C0699}" destId="{E984C492-9860-49EE-B7D1-77FF772764D6}" srcOrd="0" destOrd="0" presId="urn:microsoft.com/office/officeart/2018/2/layout/IconLabelList"/>
    <dgm:cxn modelId="{F8C3CC7A-D1AF-4648-B028-A18B8FCE6965}" type="presOf" srcId="{1408B3D0-41D4-48DE-9D25-CD8D580D4E95}" destId="{09505835-84B8-4344-A05D-20E803C05FA9}" srcOrd="0" destOrd="0" presId="urn:microsoft.com/office/officeart/2018/2/layout/IconLabelList"/>
    <dgm:cxn modelId="{6391107B-072F-4738-83D0-B013995E94C7}" type="presOf" srcId="{B73DAF6B-12D8-435C-BA59-F1570C0DE50A}" destId="{FAD0D0BC-9805-4CFB-B151-65870E709BEF}" srcOrd="0" destOrd="0" presId="urn:microsoft.com/office/officeart/2018/2/layout/IconLabelList"/>
    <dgm:cxn modelId="{5C769B89-D0D3-4B7C-8AB1-0E662FA3AB7D}" srcId="{8BB5B95A-3305-4DF2-B213-188F6ACCD76C}" destId="{B73DAF6B-12D8-435C-BA59-F1570C0DE50A}" srcOrd="2" destOrd="0" parTransId="{2D88464C-1CD2-4740-B761-BDEA67C99294}" sibTransId="{24200929-1045-4B37-A103-23E02340F5F9}"/>
    <dgm:cxn modelId="{D4ED5693-5334-42D8-AD9C-F5B5064468A0}" srcId="{8BB5B95A-3305-4DF2-B213-188F6ACCD76C}" destId="{8EE221AF-21CD-42BA-8573-044A372C0699}" srcOrd="0" destOrd="0" parTransId="{C81D34DD-CFB3-4F20-8E0E-A50277B3D835}" sibTransId="{06DFEEBD-7FD2-4FA3-86F6-6B7C43CA88DB}"/>
    <dgm:cxn modelId="{C85E4C9F-9C65-447F-823D-69A247496FDB}" type="presOf" srcId="{86D68382-8A83-4A1B-9D94-78D133D02F76}" destId="{A17987C0-0D6C-439A-BF73-A3C696CAF9DD}" srcOrd="0" destOrd="0" presId="urn:microsoft.com/office/officeart/2018/2/layout/IconLabelList"/>
    <dgm:cxn modelId="{8AC140A1-70FF-4117-88DE-93016665221D}" srcId="{8BB5B95A-3305-4DF2-B213-188F6ACCD76C}" destId="{1408B3D0-41D4-48DE-9D25-CD8D580D4E95}" srcOrd="3" destOrd="0" parTransId="{8319832C-48F2-46E8-9EAD-B2D24EB0C092}" sibTransId="{3F23780B-EA5E-47D1-A417-71464A265924}"/>
    <dgm:cxn modelId="{4E1326A2-FB00-47F7-8E3E-F87FB0FA1C00}" srcId="{8BB5B95A-3305-4DF2-B213-188F6ACCD76C}" destId="{05AED8C5-EA74-419D-ADE1-A05EBCAB5251}" srcOrd="1" destOrd="0" parTransId="{8A8DC148-D072-4591-B5C9-B9A04A6CACD5}" sibTransId="{DF9426EB-0339-455C-81C7-289B89F25246}"/>
    <dgm:cxn modelId="{425DA1EA-7789-4A29-83BA-AD3C685B3774}" type="presOf" srcId="{8BB5B95A-3305-4DF2-B213-188F6ACCD76C}" destId="{0D5E0A3E-9E40-4108-A9F9-4B34FF8083ED}" srcOrd="0" destOrd="0" presId="urn:microsoft.com/office/officeart/2018/2/layout/IconLabelList"/>
    <dgm:cxn modelId="{04E3325B-1AE8-4D7B-98C1-8A395625A6DD}" type="presParOf" srcId="{0D5E0A3E-9E40-4108-A9F9-4B34FF8083ED}" destId="{A04599C2-7036-469F-944A-A64DD2B1AB4B}" srcOrd="0" destOrd="0" presId="urn:microsoft.com/office/officeart/2018/2/layout/IconLabelList"/>
    <dgm:cxn modelId="{A2385F0E-965C-4773-A1B2-1D97A4041D68}" type="presParOf" srcId="{A04599C2-7036-469F-944A-A64DD2B1AB4B}" destId="{B273B342-C009-4327-9142-03F2C0806435}" srcOrd="0" destOrd="0" presId="urn:microsoft.com/office/officeart/2018/2/layout/IconLabelList"/>
    <dgm:cxn modelId="{B9F26773-6D0C-4395-81E7-6A03C5D29A4C}" type="presParOf" srcId="{A04599C2-7036-469F-944A-A64DD2B1AB4B}" destId="{506BCD7E-310F-4313-9E74-FDA83C8C7349}" srcOrd="1" destOrd="0" presId="urn:microsoft.com/office/officeart/2018/2/layout/IconLabelList"/>
    <dgm:cxn modelId="{A97C3198-1022-4A94-B6BD-06C4E2F3B31D}" type="presParOf" srcId="{A04599C2-7036-469F-944A-A64DD2B1AB4B}" destId="{E984C492-9860-49EE-B7D1-77FF772764D6}" srcOrd="2" destOrd="0" presId="urn:microsoft.com/office/officeart/2018/2/layout/IconLabelList"/>
    <dgm:cxn modelId="{026B37E5-A716-4A8B-A203-3C7D113F81C6}" type="presParOf" srcId="{0D5E0A3E-9E40-4108-A9F9-4B34FF8083ED}" destId="{B044D726-462D-4F31-B458-6C589AF3D1D0}" srcOrd="1" destOrd="0" presId="urn:microsoft.com/office/officeart/2018/2/layout/IconLabelList"/>
    <dgm:cxn modelId="{368E44F1-F9BA-456E-BBC3-2B04E2F9C63C}" type="presParOf" srcId="{0D5E0A3E-9E40-4108-A9F9-4B34FF8083ED}" destId="{5F4590A9-D032-4944-B14B-CC5189E1A33D}" srcOrd="2" destOrd="0" presId="urn:microsoft.com/office/officeart/2018/2/layout/IconLabelList"/>
    <dgm:cxn modelId="{D6413435-AC5D-4785-9260-2D394A1B38FD}" type="presParOf" srcId="{5F4590A9-D032-4944-B14B-CC5189E1A33D}" destId="{5FE47F36-D82E-4D73-9634-54C46D598D16}" srcOrd="0" destOrd="0" presId="urn:microsoft.com/office/officeart/2018/2/layout/IconLabelList"/>
    <dgm:cxn modelId="{4D69A1F7-8825-4948-9CF2-C26801D74801}" type="presParOf" srcId="{5F4590A9-D032-4944-B14B-CC5189E1A33D}" destId="{4661779F-683D-41D1-B635-39DA5B9B869A}" srcOrd="1" destOrd="0" presId="urn:microsoft.com/office/officeart/2018/2/layout/IconLabelList"/>
    <dgm:cxn modelId="{E505D10E-A1B0-419C-B040-8B90CCEEB529}" type="presParOf" srcId="{5F4590A9-D032-4944-B14B-CC5189E1A33D}" destId="{9AF39B0F-5661-4810-AE85-87C637C25AC8}" srcOrd="2" destOrd="0" presId="urn:microsoft.com/office/officeart/2018/2/layout/IconLabelList"/>
    <dgm:cxn modelId="{87213C82-AC31-4501-BB1D-4E46BB1B840F}" type="presParOf" srcId="{0D5E0A3E-9E40-4108-A9F9-4B34FF8083ED}" destId="{9989485F-6F05-4135-ACC4-3A2130CC856D}" srcOrd="3" destOrd="0" presId="urn:microsoft.com/office/officeart/2018/2/layout/IconLabelList"/>
    <dgm:cxn modelId="{2946A78C-A543-4744-92AB-C03B552D1092}" type="presParOf" srcId="{0D5E0A3E-9E40-4108-A9F9-4B34FF8083ED}" destId="{CD47197D-9663-4796-B19D-778EF89E30FD}" srcOrd="4" destOrd="0" presId="urn:microsoft.com/office/officeart/2018/2/layout/IconLabelList"/>
    <dgm:cxn modelId="{392599FE-4DFA-4C69-9B2F-5CD1238BC6FC}" type="presParOf" srcId="{CD47197D-9663-4796-B19D-778EF89E30FD}" destId="{8A1C8243-A28C-49D5-851F-96155EBA8F45}" srcOrd="0" destOrd="0" presId="urn:microsoft.com/office/officeart/2018/2/layout/IconLabelList"/>
    <dgm:cxn modelId="{CFB67311-FCB7-49F9-96D9-9197CE4FCE04}" type="presParOf" srcId="{CD47197D-9663-4796-B19D-778EF89E30FD}" destId="{372834E0-A706-467D-9283-82519B3B19E8}" srcOrd="1" destOrd="0" presId="urn:microsoft.com/office/officeart/2018/2/layout/IconLabelList"/>
    <dgm:cxn modelId="{56970966-CBB6-437D-BD9E-CF93E71A8797}" type="presParOf" srcId="{CD47197D-9663-4796-B19D-778EF89E30FD}" destId="{FAD0D0BC-9805-4CFB-B151-65870E709BEF}" srcOrd="2" destOrd="0" presId="urn:microsoft.com/office/officeart/2018/2/layout/IconLabelList"/>
    <dgm:cxn modelId="{CC03713C-D8CD-4BCB-ADA9-230306AFDC41}" type="presParOf" srcId="{0D5E0A3E-9E40-4108-A9F9-4B34FF8083ED}" destId="{3FA4A889-55EA-4D75-AFF6-5F84E6273B32}" srcOrd="5" destOrd="0" presId="urn:microsoft.com/office/officeart/2018/2/layout/IconLabelList"/>
    <dgm:cxn modelId="{FB5D06D5-DD9F-4E9D-875F-465DC0D79069}" type="presParOf" srcId="{0D5E0A3E-9E40-4108-A9F9-4B34FF8083ED}" destId="{F078936D-26A1-45D8-811F-82B538590504}" srcOrd="6" destOrd="0" presId="urn:microsoft.com/office/officeart/2018/2/layout/IconLabelList"/>
    <dgm:cxn modelId="{CAA987D1-6287-4D47-955A-92B7B161C8EE}" type="presParOf" srcId="{F078936D-26A1-45D8-811F-82B538590504}" destId="{97737656-9D5B-4E4A-A0CF-8578D5A7046F}" srcOrd="0" destOrd="0" presId="urn:microsoft.com/office/officeart/2018/2/layout/IconLabelList"/>
    <dgm:cxn modelId="{5BB416C6-95EB-4855-AEB7-BF66C69B6C98}" type="presParOf" srcId="{F078936D-26A1-45D8-811F-82B538590504}" destId="{6B564DE2-C87F-4889-B5A3-7F99109D684C}" srcOrd="1" destOrd="0" presId="urn:microsoft.com/office/officeart/2018/2/layout/IconLabelList"/>
    <dgm:cxn modelId="{97F88076-5A64-4611-8D0A-03BA9188C41D}" type="presParOf" srcId="{F078936D-26A1-45D8-811F-82B538590504}" destId="{09505835-84B8-4344-A05D-20E803C05FA9}" srcOrd="2" destOrd="0" presId="urn:microsoft.com/office/officeart/2018/2/layout/IconLabelList"/>
    <dgm:cxn modelId="{DD856633-B41E-4F5E-85F8-E12A488BEA32}" type="presParOf" srcId="{0D5E0A3E-9E40-4108-A9F9-4B34FF8083ED}" destId="{0BA6B19E-DD6D-4C4E-8FCE-6E292A4FD34E}" srcOrd="7" destOrd="0" presId="urn:microsoft.com/office/officeart/2018/2/layout/IconLabelList"/>
    <dgm:cxn modelId="{36A0AF2F-8723-4E23-9CB7-4412855243D4}" type="presParOf" srcId="{0D5E0A3E-9E40-4108-A9F9-4B34FF8083ED}" destId="{9857761B-087E-4930-946F-D420EE050237}" srcOrd="8" destOrd="0" presId="urn:microsoft.com/office/officeart/2018/2/layout/IconLabelList"/>
    <dgm:cxn modelId="{519D7105-4B6A-40F1-B49F-09D3036FD392}" type="presParOf" srcId="{9857761B-087E-4930-946F-D420EE050237}" destId="{F02A5BB6-13BE-452E-94BF-9FFA313CCF11}" srcOrd="0" destOrd="0" presId="urn:microsoft.com/office/officeart/2018/2/layout/IconLabelList"/>
    <dgm:cxn modelId="{55D2EE97-9129-4A6F-BB38-4A643C090867}" type="presParOf" srcId="{9857761B-087E-4930-946F-D420EE050237}" destId="{A920A135-72B7-4F71-BC65-27E050FBEF0F}" srcOrd="1" destOrd="0" presId="urn:microsoft.com/office/officeart/2018/2/layout/IconLabelList"/>
    <dgm:cxn modelId="{FC8E682B-F1BA-4D94-B41C-D1FCF6E61484}" type="presParOf" srcId="{9857761B-087E-4930-946F-D420EE050237}" destId="{A17987C0-0D6C-439A-BF73-A3C696CAF9DD}" srcOrd="2" destOrd="0" presId="urn:microsoft.com/office/officeart/2018/2/layout/IconLabelList"/>
    <dgm:cxn modelId="{F6ED68C9-4704-4BCD-95EB-1846BA852D4F}" type="presParOf" srcId="{0D5E0A3E-9E40-4108-A9F9-4B34FF8083ED}" destId="{73CC2B5B-70A0-4EEF-B02C-5246FCCF977B}" srcOrd="9" destOrd="0" presId="urn:microsoft.com/office/officeart/2018/2/layout/IconLabelList"/>
    <dgm:cxn modelId="{72C33444-C2D4-4082-AC0F-AE7AC70E8185}" type="presParOf" srcId="{0D5E0A3E-9E40-4108-A9F9-4B34FF8083ED}" destId="{C6AFCB9D-6116-4073-91DB-31558B7216F0}" srcOrd="10" destOrd="0" presId="urn:microsoft.com/office/officeart/2018/2/layout/IconLabelList"/>
    <dgm:cxn modelId="{758CD086-311E-43DD-BBEF-466588192655}" type="presParOf" srcId="{C6AFCB9D-6116-4073-91DB-31558B7216F0}" destId="{79A1C257-2413-4CD5-A47B-94EEA3CABF2C}" srcOrd="0" destOrd="0" presId="urn:microsoft.com/office/officeart/2018/2/layout/IconLabelList"/>
    <dgm:cxn modelId="{73D29174-BC54-493C-9D73-04605BBD2C33}" type="presParOf" srcId="{C6AFCB9D-6116-4073-91DB-31558B7216F0}" destId="{A4644103-F4B1-4206-8C6D-38A6E9BBDB33}" srcOrd="1" destOrd="0" presId="urn:microsoft.com/office/officeart/2018/2/layout/IconLabelList"/>
    <dgm:cxn modelId="{CA63C21C-7D7C-4F24-917C-C911251A5C37}" type="presParOf" srcId="{C6AFCB9D-6116-4073-91DB-31558B7216F0}" destId="{29A9B2AB-1F5E-4F1F-8C5B-262A047247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D40A9B-E1CB-4E32-93EC-51670DA80373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398144-7FD2-40D2-B169-22B4B24AFD72}">
      <dgm:prSet/>
      <dgm:spPr/>
      <dgm:t>
        <a:bodyPr/>
        <a:lstStyle/>
        <a:p>
          <a:r>
            <a:rPr lang="en-US" dirty="0"/>
            <a:t>Geopolitics</a:t>
          </a:r>
        </a:p>
      </dgm:t>
    </dgm:pt>
    <dgm:pt modelId="{EC46EE9A-D90F-4C83-A368-96D2322A9A68}" type="parTrans" cxnId="{7B9ED691-9190-47ED-B7D7-E7E6339EB499}">
      <dgm:prSet/>
      <dgm:spPr/>
      <dgm:t>
        <a:bodyPr/>
        <a:lstStyle/>
        <a:p>
          <a:endParaRPr lang="en-US"/>
        </a:p>
      </dgm:t>
    </dgm:pt>
    <dgm:pt modelId="{F6B337A6-40C1-4664-89FF-C209A701A6E1}" type="sibTrans" cxnId="{7B9ED691-9190-47ED-B7D7-E7E6339EB499}">
      <dgm:prSet/>
      <dgm:spPr/>
      <dgm:t>
        <a:bodyPr/>
        <a:lstStyle/>
        <a:p>
          <a:endParaRPr lang="en-US"/>
        </a:p>
      </dgm:t>
    </dgm:pt>
    <dgm:pt modelId="{D914128C-F18B-499D-A335-39AC02FE5EE2}">
      <dgm:prSet/>
      <dgm:spPr/>
      <dgm:t>
        <a:bodyPr/>
        <a:lstStyle/>
        <a:p>
          <a:r>
            <a:rPr lang="en-US"/>
            <a:t>Political divides</a:t>
          </a:r>
        </a:p>
      </dgm:t>
    </dgm:pt>
    <dgm:pt modelId="{4807D70C-1613-49C9-8A4D-AAB326A1D8A0}" type="parTrans" cxnId="{F49565C0-3F80-4507-9C1F-3DD78342D16B}">
      <dgm:prSet/>
      <dgm:spPr/>
      <dgm:t>
        <a:bodyPr/>
        <a:lstStyle/>
        <a:p>
          <a:endParaRPr lang="en-US"/>
        </a:p>
      </dgm:t>
    </dgm:pt>
    <dgm:pt modelId="{FCBEA9AE-D84F-4BE8-A999-03BDF962E3BB}" type="sibTrans" cxnId="{F49565C0-3F80-4507-9C1F-3DD78342D16B}">
      <dgm:prSet/>
      <dgm:spPr/>
      <dgm:t>
        <a:bodyPr/>
        <a:lstStyle/>
        <a:p>
          <a:endParaRPr lang="en-US"/>
        </a:p>
      </dgm:t>
    </dgm:pt>
    <dgm:pt modelId="{46ECD3D1-4873-4719-ADA9-9BAAC68E43A2}">
      <dgm:prSet/>
      <dgm:spPr/>
      <dgm:t>
        <a:bodyPr/>
        <a:lstStyle/>
        <a:p>
          <a:r>
            <a:rPr lang="en-US"/>
            <a:t>Policies</a:t>
          </a:r>
        </a:p>
      </dgm:t>
    </dgm:pt>
    <dgm:pt modelId="{E60F4C52-2E1E-4BE6-AEE1-EBC9170B0FC3}" type="parTrans" cxnId="{6993898D-55BA-4035-BB94-B69F8E70AE70}">
      <dgm:prSet/>
      <dgm:spPr/>
      <dgm:t>
        <a:bodyPr/>
        <a:lstStyle/>
        <a:p>
          <a:endParaRPr lang="en-US"/>
        </a:p>
      </dgm:t>
    </dgm:pt>
    <dgm:pt modelId="{3E32925B-9618-4F0C-B6D5-FC9DB6F5DAF7}" type="sibTrans" cxnId="{6993898D-55BA-4035-BB94-B69F8E70AE70}">
      <dgm:prSet/>
      <dgm:spPr/>
      <dgm:t>
        <a:bodyPr/>
        <a:lstStyle/>
        <a:p>
          <a:endParaRPr lang="en-US"/>
        </a:p>
      </dgm:t>
    </dgm:pt>
    <dgm:pt modelId="{07C0275D-359F-46B0-9762-B3AE2DA53396}" type="pres">
      <dgm:prSet presAssocID="{73D40A9B-E1CB-4E32-93EC-51670DA80373}" presName="root" presStyleCnt="0">
        <dgm:presLayoutVars>
          <dgm:dir/>
          <dgm:resizeHandles val="exact"/>
        </dgm:presLayoutVars>
      </dgm:prSet>
      <dgm:spPr/>
    </dgm:pt>
    <dgm:pt modelId="{D814F940-FFF4-4128-8937-0F4F06E929F5}" type="pres">
      <dgm:prSet presAssocID="{CA398144-7FD2-40D2-B169-22B4B24AFD72}" presName="compNode" presStyleCnt="0"/>
      <dgm:spPr/>
    </dgm:pt>
    <dgm:pt modelId="{B0230604-6CA9-426B-9712-2FC1561A333E}" type="pres">
      <dgm:prSet presAssocID="{CA398144-7FD2-40D2-B169-22B4B24AFD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obe outline"/>
        </a:ext>
      </dgm:extLst>
    </dgm:pt>
    <dgm:pt modelId="{6301428C-20E7-4B56-8A88-3CBBDBB16A57}" type="pres">
      <dgm:prSet presAssocID="{CA398144-7FD2-40D2-B169-22B4B24AFD72}" presName="spaceRect" presStyleCnt="0"/>
      <dgm:spPr/>
    </dgm:pt>
    <dgm:pt modelId="{010428F9-4F7D-4995-8558-3A9DEB152699}" type="pres">
      <dgm:prSet presAssocID="{CA398144-7FD2-40D2-B169-22B4B24AFD72}" presName="textRect" presStyleLbl="revTx" presStyleIdx="0" presStyleCnt="3">
        <dgm:presLayoutVars>
          <dgm:chMax val="1"/>
          <dgm:chPref val="1"/>
        </dgm:presLayoutVars>
      </dgm:prSet>
      <dgm:spPr/>
    </dgm:pt>
    <dgm:pt modelId="{4A872BCD-B524-4D1A-8A62-CEBCC217EF27}" type="pres">
      <dgm:prSet presAssocID="{F6B337A6-40C1-4664-89FF-C209A701A6E1}" presName="sibTrans" presStyleCnt="0"/>
      <dgm:spPr/>
    </dgm:pt>
    <dgm:pt modelId="{FD15B5A2-E79D-4A20-B625-1ACEAF0B3334}" type="pres">
      <dgm:prSet presAssocID="{D914128C-F18B-499D-A335-39AC02FE5EE2}" presName="compNode" presStyleCnt="0"/>
      <dgm:spPr/>
    </dgm:pt>
    <dgm:pt modelId="{5B586A3D-8F82-4E28-85E9-3826D1C5A681}" type="pres">
      <dgm:prSet presAssocID="{D914128C-F18B-499D-A335-39AC02FE5EE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491C030C-8ACF-4FC9-8E02-DE329CF2569A}" type="pres">
      <dgm:prSet presAssocID="{D914128C-F18B-499D-A335-39AC02FE5EE2}" presName="spaceRect" presStyleCnt="0"/>
      <dgm:spPr/>
    </dgm:pt>
    <dgm:pt modelId="{ED2728AB-A831-4C3A-9B72-64CA70A5F961}" type="pres">
      <dgm:prSet presAssocID="{D914128C-F18B-499D-A335-39AC02FE5EE2}" presName="textRect" presStyleLbl="revTx" presStyleIdx="1" presStyleCnt="3">
        <dgm:presLayoutVars>
          <dgm:chMax val="1"/>
          <dgm:chPref val="1"/>
        </dgm:presLayoutVars>
      </dgm:prSet>
      <dgm:spPr/>
    </dgm:pt>
    <dgm:pt modelId="{10A2DD96-7EEB-4813-BD95-5BCD1E886745}" type="pres">
      <dgm:prSet presAssocID="{FCBEA9AE-D84F-4BE8-A999-03BDF962E3BB}" presName="sibTrans" presStyleCnt="0"/>
      <dgm:spPr/>
    </dgm:pt>
    <dgm:pt modelId="{4BA60AE0-A4C4-404E-922C-45DAFE0E6B7F}" type="pres">
      <dgm:prSet presAssocID="{46ECD3D1-4873-4719-ADA9-9BAAC68E43A2}" presName="compNode" presStyleCnt="0"/>
      <dgm:spPr/>
    </dgm:pt>
    <dgm:pt modelId="{EFE5B866-C3C1-4CA5-95B6-CC332ECAC3A5}" type="pres">
      <dgm:prSet presAssocID="{46ECD3D1-4873-4719-ADA9-9BAAC68E43A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B898D1C7-3C89-4B1C-BE26-4943B79F05EC}" type="pres">
      <dgm:prSet presAssocID="{46ECD3D1-4873-4719-ADA9-9BAAC68E43A2}" presName="spaceRect" presStyleCnt="0"/>
      <dgm:spPr/>
    </dgm:pt>
    <dgm:pt modelId="{7CA1CC31-0F0F-40C0-B09A-02C62BA54351}" type="pres">
      <dgm:prSet presAssocID="{46ECD3D1-4873-4719-ADA9-9BAAC68E43A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F548E2B-8E96-414F-858E-501F1E185C91}" type="presOf" srcId="{CA398144-7FD2-40D2-B169-22B4B24AFD72}" destId="{010428F9-4F7D-4995-8558-3A9DEB152699}" srcOrd="0" destOrd="0" presId="urn:microsoft.com/office/officeart/2018/2/layout/IconLabelList"/>
    <dgm:cxn modelId="{8DBF2A4B-B8A8-4C40-A11A-471E1051B307}" type="presOf" srcId="{D914128C-F18B-499D-A335-39AC02FE5EE2}" destId="{ED2728AB-A831-4C3A-9B72-64CA70A5F961}" srcOrd="0" destOrd="0" presId="urn:microsoft.com/office/officeart/2018/2/layout/IconLabelList"/>
    <dgm:cxn modelId="{EDA0944D-F73A-41F9-8B6F-1308E0E898F3}" type="presOf" srcId="{46ECD3D1-4873-4719-ADA9-9BAAC68E43A2}" destId="{7CA1CC31-0F0F-40C0-B09A-02C62BA54351}" srcOrd="0" destOrd="0" presId="urn:microsoft.com/office/officeart/2018/2/layout/IconLabelList"/>
    <dgm:cxn modelId="{48531B50-4431-47D4-8967-977479907CAE}" type="presOf" srcId="{73D40A9B-E1CB-4E32-93EC-51670DA80373}" destId="{07C0275D-359F-46B0-9762-B3AE2DA53396}" srcOrd="0" destOrd="0" presId="urn:microsoft.com/office/officeart/2018/2/layout/IconLabelList"/>
    <dgm:cxn modelId="{6993898D-55BA-4035-BB94-B69F8E70AE70}" srcId="{73D40A9B-E1CB-4E32-93EC-51670DA80373}" destId="{46ECD3D1-4873-4719-ADA9-9BAAC68E43A2}" srcOrd="2" destOrd="0" parTransId="{E60F4C52-2E1E-4BE6-AEE1-EBC9170B0FC3}" sibTransId="{3E32925B-9618-4F0C-B6D5-FC9DB6F5DAF7}"/>
    <dgm:cxn modelId="{7B9ED691-9190-47ED-B7D7-E7E6339EB499}" srcId="{73D40A9B-E1CB-4E32-93EC-51670DA80373}" destId="{CA398144-7FD2-40D2-B169-22B4B24AFD72}" srcOrd="0" destOrd="0" parTransId="{EC46EE9A-D90F-4C83-A368-96D2322A9A68}" sibTransId="{F6B337A6-40C1-4664-89FF-C209A701A6E1}"/>
    <dgm:cxn modelId="{F49565C0-3F80-4507-9C1F-3DD78342D16B}" srcId="{73D40A9B-E1CB-4E32-93EC-51670DA80373}" destId="{D914128C-F18B-499D-A335-39AC02FE5EE2}" srcOrd="1" destOrd="0" parTransId="{4807D70C-1613-49C9-8A4D-AAB326A1D8A0}" sibTransId="{FCBEA9AE-D84F-4BE8-A999-03BDF962E3BB}"/>
    <dgm:cxn modelId="{8502F853-279E-46B1-9D8C-D4AD8BF6EF72}" type="presParOf" srcId="{07C0275D-359F-46B0-9762-B3AE2DA53396}" destId="{D814F940-FFF4-4128-8937-0F4F06E929F5}" srcOrd="0" destOrd="0" presId="urn:microsoft.com/office/officeart/2018/2/layout/IconLabelList"/>
    <dgm:cxn modelId="{72FAEB55-A285-46E7-B4FF-3CAA68E7F72B}" type="presParOf" srcId="{D814F940-FFF4-4128-8937-0F4F06E929F5}" destId="{B0230604-6CA9-426B-9712-2FC1561A333E}" srcOrd="0" destOrd="0" presId="urn:microsoft.com/office/officeart/2018/2/layout/IconLabelList"/>
    <dgm:cxn modelId="{1B95C00D-0601-4798-BF55-485B0209830E}" type="presParOf" srcId="{D814F940-FFF4-4128-8937-0F4F06E929F5}" destId="{6301428C-20E7-4B56-8A88-3CBBDBB16A57}" srcOrd="1" destOrd="0" presId="urn:microsoft.com/office/officeart/2018/2/layout/IconLabelList"/>
    <dgm:cxn modelId="{F24E3AF4-DF4C-4256-BE6E-DCE4465D1B6F}" type="presParOf" srcId="{D814F940-FFF4-4128-8937-0F4F06E929F5}" destId="{010428F9-4F7D-4995-8558-3A9DEB152699}" srcOrd="2" destOrd="0" presId="urn:microsoft.com/office/officeart/2018/2/layout/IconLabelList"/>
    <dgm:cxn modelId="{4DCB4E0C-3897-4630-AC95-0E8DB34FA6DB}" type="presParOf" srcId="{07C0275D-359F-46B0-9762-B3AE2DA53396}" destId="{4A872BCD-B524-4D1A-8A62-CEBCC217EF27}" srcOrd="1" destOrd="0" presId="urn:microsoft.com/office/officeart/2018/2/layout/IconLabelList"/>
    <dgm:cxn modelId="{30C3C5ED-C056-44FD-90C0-6268A42F880F}" type="presParOf" srcId="{07C0275D-359F-46B0-9762-B3AE2DA53396}" destId="{FD15B5A2-E79D-4A20-B625-1ACEAF0B3334}" srcOrd="2" destOrd="0" presId="urn:microsoft.com/office/officeart/2018/2/layout/IconLabelList"/>
    <dgm:cxn modelId="{33542957-5839-41D7-8F75-0B30510DA655}" type="presParOf" srcId="{FD15B5A2-E79D-4A20-B625-1ACEAF0B3334}" destId="{5B586A3D-8F82-4E28-85E9-3826D1C5A681}" srcOrd="0" destOrd="0" presId="urn:microsoft.com/office/officeart/2018/2/layout/IconLabelList"/>
    <dgm:cxn modelId="{3BEC556E-D1B1-475C-B28C-CCFD66C2CB12}" type="presParOf" srcId="{FD15B5A2-E79D-4A20-B625-1ACEAF0B3334}" destId="{491C030C-8ACF-4FC9-8E02-DE329CF2569A}" srcOrd="1" destOrd="0" presId="urn:microsoft.com/office/officeart/2018/2/layout/IconLabelList"/>
    <dgm:cxn modelId="{5B9AA949-DFD1-4371-841B-53DEFD38E600}" type="presParOf" srcId="{FD15B5A2-E79D-4A20-B625-1ACEAF0B3334}" destId="{ED2728AB-A831-4C3A-9B72-64CA70A5F961}" srcOrd="2" destOrd="0" presId="urn:microsoft.com/office/officeart/2018/2/layout/IconLabelList"/>
    <dgm:cxn modelId="{66D9DD1C-EEB4-400D-A956-530E5F46AAC1}" type="presParOf" srcId="{07C0275D-359F-46B0-9762-B3AE2DA53396}" destId="{10A2DD96-7EEB-4813-BD95-5BCD1E886745}" srcOrd="3" destOrd="0" presId="urn:microsoft.com/office/officeart/2018/2/layout/IconLabelList"/>
    <dgm:cxn modelId="{BD8DE1FC-D509-4E1E-AE12-527DD48DC322}" type="presParOf" srcId="{07C0275D-359F-46B0-9762-B3AE2DA53396}" destId="{4BA60AE0-A4C4-404E-922C-45DAFE0E6B7F}" srcOrd="4" destOrd="0" presId="urn:microsoft.com/office/officeart/2018/2/layout/IconLabelList"/>
    <dgm:cxn modelId="{F4B55D01-882A-4508-B7D1-E075782533AD}" type="presParOf" srcId="{4BA60AE0-A4C4-404E-922C-45DAFE0E6B7F}" destId="{EFE5B866-C3C1-4CA5-95B6-CC332ECAC3A5}" srcOrd="0" destOrd="0" presId="urn:microsoft.com/office/officeart/2018/2/layout/IconLabelList"/>
    <dgm:cxn modelId="{4590093C-4529-4FCB-B6F0-5DE8511CC395}" type="presParOf" srcId="{4BA60AE0-A4C4-404E-922C-45DAFE0E6B7F}" destId="{B898D1C7-3C89-4B1C-BE26-4943B79F05EC}" srcOrd="1" destOrd="0" presId="urn:microsoft.com/office/officeart/2018/2/layout/IconLabelList"/>
    <dgm:cxn modelId="{89B67D1F-CB76-487D-A2DF-E1F868286F2D}" type="presParOf" srcId="{4BA60AE0-A4C4-404E-922C-45DAFE0E6B7F}" destId="{7CA1CC31-0F0F-40C0-B09A-02C62BA5435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0C775DB-E3B6-434C-9495-5947E5265F56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C483B68-77C6-4EAD-A3E2-6CCD16210014}">
      <dgm:prSet/>
      <dgm:spPr/>
      <dgm:t>
        <a:bodyPr/>
        <a:lstStyle/>
        <a:p>
          <a:r>
            <a:rPr lang="en-US" dirty="0"/>
            <a:t>Economic Growth</a:t>
          </a:r>
        </a:p>
      </dgm:t>
    </dgm:pt>
    <dgm:pt modelId="{81B19E87-CEE2-4BCA-97BC-6C9662AD79D8}" type="parTrans" cxnId="{BBDC11F0-4124-4469-8A46-87875186C998}">
      <dgm:prSet/>
      <dgm:spPr/>
      <dgm:t>
        <a:bodyPr/>
        <a:lstStyle/>
        <a:p>
          <a:endParaRPr lang="en-US"/>
        </a:p>
      </dgm:t>
    </dgm:pt>
    <dgm:pt modelId="{4E21E3EA-44F4-431C-B763-1E9772F2372E}" type="sibTrans" cxnId="{BBDC11F0-4124-4469-8A46-87875186C998}">
      <dgm:prSet/>
      <dgm:spPr/>
      <dgm:t>
        <a:bodyPr/>
        <a:lstStyle/>
        <a:p>
          <a:endParaRPr lang="en-US"/>
        </a:p>
      </dgm:t>
    </dgm:pt>
    <dgm:pt modelId="{165D9132-1F95-4FBA-8FE7-4F8CF86E767F}">
      <dgm:prSet/>
      <dgm:spPr/>
      <dgm:t>
        <a:bodyPr/>
        <a:lstStyle/>
        <a:p>
          <a:r>
            <a:rPr lang="en-US"/>
            <a:t>Inflation</a:t>
          </a:r>
        </a:p>
      </dgm:t>
    </dgm:pt>
    <dgm:pt modelId="{3E7327ED-CDD1-4FAA-BC98-1AEDE82D98F9}" type="parTrans" cxnId="{A34BCEF5-CD8A-45AC-B57A-5A0E8DD6AACA}">
      <dgm:prSet/>
      <dgm:spPr/>
      <dgm:t>
        <a:bodyPr/>
        <a:lstStyle/>
        <a:p>
          <a:endParaRPr lang="en-US"/>
        </a:p>
      </dgm:t>
    </dgm:pt>
    <dgm:pt modelId="{4C713E9B-1879-4A7D-B812-6D2542191488}" type="sibTrans" cxnId="{A34BCEF5-CD8A-45AC-B57A-5A0E8DD6AACA}">
      <dgm:prSet/>
      <dgm:spPr/>
      <dgm:t>
        <a:bodyPr/>
        <a:lstStyle/>
        <a:p>
          <a:endParaRPr lang="en-US"/>
        </a:p>
      </dgm:t>
    </dgm:pt>
    <dgm:pt modelId="{02ADA5A5-98C7-45B9-854B-C50B3E157B89}">
      <dgm:prSet/>
      <dgm:spPr/>
      <dgm:t>
        <a:bodyPr/>
        <a:lstStyle/>
        <a:p>
          <a:r>
            <a:rPr lang="en-US"/>
            <a:t>Interest Rates</a:t>
          </a:r>
        </a:p>
      </dgm:t>
    </dgm:pt>
    <dgm:pt modelId="{1E7009E0-E456-4F8A-8232-670B530D086F}" type="parTrans" cxnId="{8D94E02D-CDF0-47EA-A114-0A6AAC7DDD01}">
      <dgm:prSet/>
      <dgm:spPr/>
      <dgm:t>
        <a:bodyPr/>
        <a:lstStyle/>
        <a:p>
          <a:endParaRPr lang="en-US"/>
        </a:p>
      </dgm:t>
    </dgm:pt>
    <dgm:pt modelId="{F332D8B7-FC23-4509-AF4D-2F89A28330A2}" type="sibTrans" cxnId="{8D94E02D-CDF0-47EA-A114-0A6AAC7DDD01}">
      <dgm:prSet/>
      <dgm:spPr/>
      <dgm:t>
        <a:bodyPr/>
        <a:lstStyle/>
        <a:p>
          <a:endParaRPr lang="en-US"/>
        </a:p>
      </dgm:t>
    </dgm:pt>
    <dgm:pt modelId="{C97056A3-568A-4A5E-BE62-325844DC613C}">
      <dgm:prSet/>
      <dgm:spPr/>
      <dgm:t>
        <a:bodyPr/>
        <a:lstStyle/>
        <a:p>
          <a:r>
            <a:rPr lang="en-US"/>
            <a:t>Disposable Income</a:t>
          </a:r>
        </a:p>
      </dgm:t>
    </dgm:pt>
    <dgm:pt modelId="{A048B605-CACE-46C7-BC32-986B54250555}" type="parTrans" cxnId="{0F5DAEA7-62C2-423F-AEC2-103FF4C1E2B9}">
      <dgm:prSet/>
      <dgm:spPr/>
      <dgm:t>
        <a:bodyPr/>
        <a:lstStyle/>
        <a:p>
          <a:endParaRPr lang="en-US"/>
        </a:p>
      </dgm:t>
    </dgm:pt>
    <dgm:pt modelId="{5FB6ACCC-E02B-43C7-AA9B-2A9AF6CF82B3}" type="sibTrans" cxnId="{0F5DAEA7-62C2-423F-AEC2-103FF4C1E2B9}">
      <dgm:prSet/>
      <dgm:spPr/>
      <dgm:t>
        <a:bodyPr/>
        <a:lstStyle/>
        <a:p>
          <a:endParaRPr lang="en-US"/>
        </a:p>
      </dgm:t>
    </dgm:pt>
    <dgm:pt modelId="{7B9E048D-9375-45B1-9000-884F88C63E67}" type="pres">
      <dgm:prSet presAssocID="{40C775DB-E3B6-434C-9495-5947E5265F56}" presName="root" presStyleCnt="0">
        <dgm:presLayoutVars>
          <dgm:dir/>
          <dgm:resizeHandles val="exact"/>
        </dgm:presLayoutVars>
      </dgm:prSet>
      <dgm:spPr/>
    </dgm:pt>
    <dgm:pt modelId="{4569A862-FFA9-419F-98B4-E6E0FE70102B}" type="pres">
      <dgm:prSet presAssocID="{EC483B68-77C6-4EAD-A3E2-6CCD16210014}" presName="compNode" presStyleCnt="0"/>
      <dgm:spPr/>
    </dgm:pt>
    <dgm:pt modelId="{BF916205-09D4-499F-B874-3B4193C79B25}" type="pres">
      <dgm:prSet presAssocID="{EC483B68-77C6-4EAD-A3E2-6CCD1621001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C1FC76C-FD52-4608-9657-34A782009478}" type="pres">
      <dgm:prSet presAssocID="{EC483B68-77C6-4EAD-A3E2-6CCD16210014}" presName="spaceRect" presStyleCnt="0"/>
      <dgm:spPr/>
    </dgm:pt>
    <dgm:pt modelId="{E1D4DFDF-DF5E-46A1-979B-F0682DA3B342}" type="pres">
      <dgm:prSet presAssocID="{EC483B68-77C6-4EAD-A3E2-6CCD16210014}" presName="textRect" presStyleLbl="revTx" presStyleIdx="0" presStyleCnt="4">
        <dgm:presLayoutVars>
          <dgm:chMax val="1"/>
          <dgm:chPref val="1"/>
        </dgm:presLayoutVars>
      </dgm:prSet>
      <dgm:spPr/>
    </dgm:pt>
    <dgm:pt modelId="{FE760C8D-148A-4F66-9EC3-1270A6995524}" type="pres">
      <dgm:prSet presAssocID="{4E21E3EA-44F4-431C-B763-1E9772F2372E}" presName="sibTrans" presStyleCnt="0"/>
      <dgm:spPr/>
    </dgm:pt>
    <dgm:pt modelId="{62262753-E737-45A7-AEF0-D5D8167AB1E6}" type="pres">
      <dgm:prSet presAssocID="{165D9132-1F95-4FBA-8FE7-4F8CF86E767F}" presName="compNode" presStyleCnt="0"/>
      <dgm:spPr/>
    </dgm:pt>
    <dgm:pt modelId="{B65BFA25-8666-4B4A-8352-89CC3904DE5D}" type="pres">
      <dgm:prSet presAssocID="{165D9132-1F95-4FBA-8FE7-4F8CF86E767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238B12EF-FF0E-42A6-9E96-FC93C8420B4A}" type="pres">
      <dgm:prSet presAssocID="{165D9132-1F95-4FBA-8FE7-4F8CF86E767F}" presName="spaceRect" presStyleCnt="0"/>
      <dgm:spPr/>
    </dgm:pt>
    <dgm:pt modelId="{E4A63196-5D6A-4167-87DD-0DED1EF42A7B}" type="pres">
      <dgm:prSet presAssocID="{165D9132-1F95-4FBA-8FE7-4F8CF86E767F}" presName="textRect" presStyleLbl="revTx" presStyleIdx="1" presStyleCnt="4">
        <dgm:presLayoutVars>
          <dgm:chMax val="1"/>
          <dgm:chPref val="1"/>
        </dgm:presLayoutVars>
      </dgm:prSet>
      <dgm:spPr/>
    </dgm:pt>
    <dgm:pt modelId="{A55F6DEF-2918-4FC3-BB5F-E89A0AAE880A}" type="pres">
      <dgm:prSet presAssocID="{4C713E9B-1879-4A7D-B812-6D2542191488}" presName="sibTrans" presStyleCnt="0"/>
      <dgm:spPr/>
    </dgm:pt>
    <dgm:pt modelId="{FBB2F642-EB17-433C-903C-1BD534218B4E}" type="pres">
      <dgm:prSet presAssocID="{02ADA5A5-98C7-45B9-854B-C50B3E157B89}" presName="compNode" presStyleCnt="0"/>
      <dgm:spPr/>
    </dgm:pt>
    <dgm:pt modelId="{34FB6610-48E5-44F2-8E1D-3E054AE9B90D}" type="pres">
      <dgm:prSet presAssocID="{02ADA5A5-98C7-45B9-854B-C50B3E157B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E091A70-8B38-47C2-BD28-4774CAE06F80}" type="pres">
      <dgm:prSet presAssocID="{02ADA5A5-98C7-45B9-854B-C50B3E157B89}" presName="spaceRect" presStyleCnt="0"/>
      <dgm:spPr/>
    </dgm:pt>
    <dgm:pt modelId="{BB0C70BA-2631-49E3-AC1C-D3AEFED20174}" type="pres">
      <dgm:prSet presAssocID="{02ADA5A5-98C7-45B9-854B-C50B3E157B89}" presName="textRect" presStyleLbl="revTx" presStyleIdx="2" presStyleCnt="4">
        <dgm:presLayoutVars>
          <dgm:chMax val="1"/>
          <dgm:chPref val="1"/>
        </dgm:presLayoutVars>
      </dgm:prSet>
      <dgm:spPr/>
    </dgm:pt>
    <dgm:pt modelId="{787749A6-253E-492C-92E0-2201071A2AF3}" type="pres">
      <dgm:prSet presAssocID="{F332D8B7-FC23-4509-AF4D-2F89A28330A2}" presName="sibTrans" presStyleCnt="0"/>
      <dgm:spPr/>
    </dgm:pt>
    <dgm:pt modelId="{AC717AC8-EBEE-4D4F-907F-E716B64CE37A}" type="pres">
      <dgm:prSet presAssocID="{C97056A3-568A-4A5E-BE62-325844DC613C}" presName="compNode" presStyleCnt="0"/>
      <dgm:spPr/>
    </dgm:pt>
    <dgm:pt modelId="{07DD62F1-0AA0-4293-B8E9-6D5F40A3A425}" type="pres">
      <dgm:prSet presAssocID="{C97056A3-568A-4A5E-BE62-325844DC61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und"/>
        </a:ext>
      </dgm:extLst>
    </dgm:pt>
    <dgm:pt modelId="{7961EC36-79F7-4200-B5E0-086AA8BAC04B}" type="pres">
      <dgm:prSet presAssocID="{C97056A3-568A-4A5E-BE62-325844DC613C}" presName="spaceRect" presStyleCnt="0"/>
      <dgm:spPr/>
    </dgm:pt>
    <dgm:pt modelId="{467C62FD-B1E6-4FCF-93CD-E8392E7877B4}" type="pres">
      <dgm:prSet presAssocID="{C97056A3-568A-4A5E-BE62-325844DC613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503503-E142-41F4-AEBE-1DCE124C122F}" type="presOf" srcId="{C97056A3-568A-4A5E-BE62-325844DC613C}" destId="{467C62FD-B1E6-4FCF-93CD-E8392E7877B4}" srcOrd="0" destOrd="0" presId="urn:microsoft.com/office/officeart/2018/2/layout/IconLabelList"/>
    <dgm:cxn modelId="{37DEC208-7321-4C8D-B8C5-B2E84F193D65}" type="presOf" srcId="{40C775DB-E3B6-434C-9495-5947E5265F56}" destId="{7B9E048D-9375-45B1-9000-884F88C63E67}" srcOrd="0" destOrd="0" presId="urn:microsoft.com/office/officeart/2018/2/layout/IconLabelList"/>
    <dgm:cxn modelId="{8D94E02D-CDF0-47EA-A114-0A6AAC7DDD01}" srcId="{40C775DB-E3B6-434C-9495-5947E5265F56}" destId="{02ADA5A5-98C7-45B9-854B-C50B3E157B89}" srcOrd="2" destOrd="0" parTransId="{1E7009E0-E456-4F8A-8232-670B530D086F}" sibTransId="{F332D8B7-FC23-4509-AF4D-2F89A28330A2}"/>
    <dgm:cxn modelId="{AB860B34-7360-4136-AB39-38EA62E6F11D}" type="presOf" srcId="{02ADA5A5-98C7-45B9-854B-C50B3E157B89}" destId="{BB0C70BA-2631-49E3-AC1C-D3AEFED20174}" srcOrd="0" destOrd="0" presId="urn:microsoft.com/office/officeart/2018/2/layout/IconLabelList"/>
    <dgm:cxn modelId="{98C61A91-0277-4CF0-948B-921F4EC4FF5C}" type="presOf" srcId="{165D9132-1F95-4FBA-8FE7-4F8CF86E767F}" destId="{E4A63196-5D6A-4167-87DD-0DED1EF42A7B}" srcOrd="0" destOrd="0" presId="urn:microsoft.com/office/officeart/2018/2/layout/IconLabelList"/>
    <dgm:cxn modelId="{0F5DAEA7-62C2-423F-AEC2-103FF4C1E2B9}" srcId="{40C775DB-E3B6-434C-9495-5947E5265F56}" destId="{C97056A3-568A-4A5E-BE62-325844DC613C}" srcOrd="3" destOrd="0" parTransId="{A048B605-CACE-46C7-BC32-986B54250555}" sibTransId="{5FB6ACCC-E02B-43C7-AA9B-2A9AF6CF82B3}"/>
    <dgm:cxn modelId="{8C9D42B7-2CC6-4166-98BC-80C3E40A7B2B}" type="presOf" srcId="{EC483B68-77C6-4EAD-A3E2-6CCD16210014}" destId="{E1D4DFDF-DF5E-46A1-979B-F0682DA3B342}" srcOrd="0" destOrd="0" presId="urn:microsoft.com/office/officeart/2018/2/layout/IconLabelList"/>
    <dgm:cxn modelId="{BBDC11F0-4124-4469-8A46-87875186C998}" srcId="{40C775DB-E3B6-434C-9495-5947E5265F56}" destId="{EC483B68-77C6-4EAD-A3E2-6CCD16210014}" srcOrd="0" destOrd="0" parTransId="{81B19E87-CEE2-4BCA-97BC-6C9662AD79D8}" sibTransId="{4E21E3EA-44F4-431C-B763-1E9772F2372E}"/>
    <dgm:cxn modelId="{A34BCEF5-CD8A-45AC-B57A-5A0E8DD6AACA}" srcId="{40C775DB-E3B6-434C-9495-5947E5265F56}" destId="{165D9132-1F95-4FBA-8FE7-4F8CF86E767F}" srcOrd="1" destOrd="0" parTransId="{3E7327ED-CDD1-4FAA-BC98-1AEDE82D98F9}" sibTransId="{4C713E9B-1879-4A7D-B812-6D2542191488}"/>
    <dgm:cxn modelId="{CD261559-6079-4E8F-A58E-F791490087D7}" type="presParOf" srcId="{7B9E048D-9375-45B1-9000-884F88C63E67}" destId="{4569A862-FFA9-419F-98B4-E6E0FE70102B}" srcOrd="0" destOrd="0" presId="urn:microsoft.com/office/officeart/2018/2/layout/IconLabelList"/>
    <dgm:cxn modelId="{E83920E6-1CA9-49E0-B3B1-ECABA4539320}" type="presParOf" srcId="{4569A862-FFA9-419F-98B4-E6E0FE70102B}" destId="{BF916205-09D4-499F-B874-3B4193C79B25}" srcOrd="0" destOrd="0" presId="urn:microsoft.com/office/officeart/2018/2/layout/IconLabelList"/>
    <dgm:cxn modelId="{C604BF23-C2D2-4BC5-A79F-31EF444B6165}" type="presParOf" srcId="{4569A862-FFA9-419F-98B4-E6E0FE70102B}" destId="{5C1FC76C-FD52-4608-9657-34A782009478}" srcOrd="1" destOrd="0" presId="urn:microsoft.com/office/officeart/2018/2/layout/IconLabelList"/>
    <dgm:cxn modelId="{24018331-847D-47FC-8681-00A86B4FA647}" type="presParOf" srcId="{4569A862-FFA9-419F-98B4-E6E0FE70102B}" destId="{E1D4DFDF-DF5E-46A1-979B-F0682DA3B342}" srcOrd="2" destOrd="0" presId="urn:microsoft.com/office/officeart/2018/2/layout/IconLabelList"/>
    <dgm:cxn modelId="{88FAB5A1-23A5-4E0F-872A-7D4136B078A7}" type="presParOf" srcId="{7B9E048D-9375-45B1-9000-884F88C63E67}" destId="{FE760C8D-148A-4F66-9EC3-1270A6995524}" srcOrd="1" destOrd="0" presId="urn:microsoft.com/office/officeart/2018/2/layout/IconLabelList"/>
    <dgm:cxn modelId="{F1B63786-8A72-4A98-8184-D9699E492B45}" type="presParOf" srcId="{7B9E048D-9375-45B1-9000-884F88C63E67}" destId="{62262753-E737-45A7-AEF0-D5D8167AB1E6}" srcOrd="2" destOrd="0" presId="urn:microsoft.com/office/officeart/2018/2/layout/IconLabelList"/>
    <dgm:cxn modelId="{7979C1D3-C3B0-4A80-9BF0-76997CFF132B}" type="presParOf" srcId="{62262753-E737-45A7-AEF0-D5D8167AB1E6}" destId="{B65BFA25-8666-4B4A-8352-89CC3904DE5D}" srcOrd="0" destOrd="0" presId="urn:microsoft.com/office/officeart/2018/2/layout/IconLabelList"/>
    <dgm:cxn modelId="{FBDB68DC-DDA2-429F-BBAB-A05465E47A81}" type="presParOf" srcId="{62262753-E737-45A7-AEF0-D5D8167AB1E6}" destId="{238B12EF-FF0E-42A6-9E96-FC93C8420B4A}" srcOrd="1" destOrd="0" presId="urn:microsoft.com/office/officeart/2018/2/layout/IconLabelList"/>
    <dgm:cxn modelId="{0DB8C972-D789-4C49-A94E-86DF3B1E945D}" type="presParOf" srcId="{62262753-E737-45A7-AEF0-D5D8167AB1E6}" destId="{E4A63196-5D6A-4167-87DD-0DED1EF42A7B}" srcOrd="2" destOrd="0" presId="urn:microsoft.com/office/officeart/2018/2/layout/IconLabelList"/>
    <dgm:cxn modelId="{C7261062-76F3-43AB-929D-5A3781871A57}" type="presParOf" srcId="{7B9E048D-9375-45B1-9000-884F88C63E67}" destId="{A55F6DEF-2918-4FC3-BB5F-E89A0AAE880A}" srcOrd="3" destOrd="0" presId="urn:microsoft.com/office/officeart/2018/2/layout/IconLabelList"/>
    <dgm:cxn modelId="{037AE50F-4518-4CD3-8566-5913BEB7BF9A}" type="presParOf" srcId="{7B9E048D-9375-45B1-9000-884F88C63E67}" destId="{FBB2F642-EB17-433C-903C-1BD534218B4E}" srcOrd="4" destOrd="0" presId="urn:microsoft.com/office/officeart/2018/2/layout/IconLabelList"/>
    <dgm:cxn modelId="{0DFAA951-B1E5-4B4C-9DD9-382EE65B1D31}" type="presParOf" srcId="{FBB2F642-EB17-433C-903C-1BD534218B4E}" destId="{34FB6610-48E5-44F2-8E1D-3E054AE9B90D}" srcOrd="0" destOrd="0" presId="urn:microsoft.com/office/officeart/2018/2/layout/IconLabelList"/>
    <dgm:cxn modelId="{F042EA78-5F14-4F8D-9BE1-0CB461D98320}" type="presParOf" srcId="{FBB2F642-EB17-433C-903C-1BD534218B4E}" destId="{5E091A70-8B38-47C2-BD28-4774CAE06F80}" srcOrd="1" destOrd="0" presId="urn:microsoft.com/office/officeart/2018/2/layout/IconLabelList"/>
    <dgm:cxn modelId="{87B98351-C166-4556-9CD5-E040AA5686D7}" type="presParOf" srcId="{FBB2F642-EB17-433C-903C-1BD534218B4E}" destId="{BB0C70BA-2631-49E3-AC1C-D3AEFED20174}" srcOrd="2" destOrd="0" presId="urn:microsoft.com/office/officeart/2018/2/layout/IconLabelList"/>
    <dgm:cxn modelId="{5969642D-B8E7-4614-97BD-8017C962F71D}" type="presParOf" srcId="{7B9E048D-9375-45B1-9000-884F88C63E67}" destId="{787749A6-253E-492C-92E0-2201071A2AF3}" srcOrd="5" destOrd="0" presId="urn:microsoft.com/office/officeart/2018/2/layout/IconLabelList"/>
    <dgm:cxn modelId="{384FCF47-BAE9-45D8-A230-FB9480AEAB84}" type="presParOf" srcId="{7B9E048D-9375-45B1-9000-884F88C63E67}" destId="{AC717AC8-EBEE-4D4F-907F-E716B64CE37A}" srcOrd="6" destOrd="0" presId="urn:microsoft.com/office/officeart/2018/2/layout/IconLabelList"/>
    <dgm:cxn modelId="{90D38652-967E-4366-BF55-A44F41AEF39C}" type="presParOf" srcId="{AC717AC8-EBEE-4D4F-907F-E716B64CE37A}" destId="{07DD62F1-0AA0-4293-B8E9-6D5F40A3A425}" srcOrd="0" destOrd="0" presId="urn:microsoft.com/office/officeart/2018/2/layout/IconLabelList"/>
    <dgm:cxn modelId="{598AE365-5D24-42CA-A527-4E802FA00BF0}" type="presParOf" srcId="{AC717AC8-EBEE-4D4F-907F-E716B64CE37A}" destId="{7961EC36-79F7-4200-B5E0-086AA8BAC04B}" srcOrd="1" destOrd="0" presId="urn:microsoft.com/office/officeart/2018/2/layout/IconLabelList"/>
    <dgm:cxn modelId="{E3F97E9E-AA39-4316-AF52-1BAC6A15D2A0}" type="presParOf" srcId="{AC717AC8-EBEE-4D4F-907F-E716B64CE37A}" destId="{467C62FD-B1E6-4FCF-93CD-E8392E7877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0C775DB-E3B6-434C-9495-5947E5265F56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C483B68-77C6-4EAD-A3E2-6CCD162100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Cultural Trends</a:t>
          </a:r>
        </a:p>
      </dgm:t>
    </dgm:pt>
    <dgm:pt modelId="{81B19E87-CEE2-4BCA-97BC-6C9662AD79D8}" type="parTrans" cxnId="{BBDC11F0-4124-4469-8A46-87875186C998}">
      <dgm:prSet/>
      <dgm:spPr/>
      <dgm:t>
        <a:bodyPr/>
        <a:lstStyle/>
        <a:p>
          <a:endParaRPr lang="en-US"/>
        </a:p>
      </dgm:t>
    </dgm:pt>
    <dgm:pt modelId="{4E21E3EA-44F4-431C-B763-1E9772F2372E}" type="sibTrans" cxnId="{BBDC11F0-4124-4469-8A46-87875186C998}">
      <dgm:prSet/>
      <dgm:spPr/>
      <dgm:t>
        <a:bodyPr/>
        <a:lstStyle/>
        <a:p>
          <a:endParaRPr lang="en-US"/>
        </a:p>
      </dgm:t>
    </dgm:pt>
    <dgm:pt modelId="{165D9132-1F95-4FBA-8FE7-4F8CF86E76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Demographics</a:t>
          </a:r>
        </a:p>
      </dgm:t>
    </dgm:pt>
    <dgm:pt modelId="{3E7327ED-CDD1-4FAA-BC98-1AEDE82D98F9}" type="parTrans" cxnId="{A34BCEF5-CD8A-45AC-B57A-5A0E8DD6AACA}">
      <dgm:prSet/>
      <dgm:spPr/>
      <dgm:t>
        <a:bodyPr/>
        <a:lstStyle/>
        <a:p>
          <a:endParaRPr lang="en-US"/>
        </a:p>
      </dgm:t>
    </dgm:pt>
    <dgm:pt modelId="{4C713E9B-1879-4A7D-B812-6D2542191488}" type="sibTrans" cxnId="{A34BCEF5-CD8A-45AC-B57A-5A0E8DD6AACA}">
      <dgm:prSet/>
      <dgm:spPr/>
      <dgm:t>
        <a:bodyPr/>
        <a:lstStyle/>
        <a:p>
          <a:endParaRPr lang="en-US"/>
        </a:p>
      </dgm:t>
    </dgm:pt>
    <dgm:pt modelId="{7B9E048D-9375-45B1-9000-884F88C63E67}" type="pres">
      <dgm:prSet presAssocID="{40C775DB-E3B6-434C-9495-5947E5265F56}" presName="root" presStyleCnt="0">
        <dgm:presLayoutVars>
          <dgm:dir/>
          <dgm:resizeHandles val="exact"/>
        </dgm:presLayoutVars>
      </dgm:prSet>
      <dgm:spPr/>
    </dgm:pt>
    <dgm:pt modelId="{4569A862-FFA9-419F-98B4-E6E0FE70102B}" type="pres">
      <dgm:prSet presAssocID="{EC483B68-77C6-4EAD-A3E2-6CCD16210014}" presName="compNode" presStyleCnt="0"/>
      <dgm:spPr/>
    </dgm:pt>
    <dgm:pt modelId="{BF916205-09D4-499F-B874-3B4193C79B25}" type="pres">
      <dgm:prSet presAssocID="{EC483B68-77C6-4EAD-A3E2-6CCD1621001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 with solid fill"/>
        </a:ext>
      </dgm:extLst>
    </dgm:pt>
    <dgm:pt modelId="{5C1FC76C-FD52-4608-9657-34A782009478}" type="pres">
      <dgm:prSet presAssocID="{EC483B68-77C6-4EAD-A3E2-6CCD16210014}" presName="spaceRect" presStyleCnt="0"/>
      <dgm:spPr/>
    </dgm:pt>
    <dgm:pt modelId="{E1D4DFDF-DF5E-46A1-979B-F0682DA3B342}" type="pres">
      <dgm:prSet presAssocID="{EC483B68-77C6-4EAD-A3E2-6CCD16210014}" presName="textRect" presStyleLbl="revTx" presStyleIdx="0" presStyleCnt="2">
        <dgm:presLayoutVars>
          <dgm:chMax val="1"/>
          <dgm:chPref val="1"/>
        </dgm:presLayoutVars>
      </dgm:prSet>
      <dgm:spPr/>
    </dgm:pt>
    <dgm:pt modelId="{FE760C8D-148A-4F66-9EC3-1270A6995524}" type="pres">
      <dgm:prSet presAssocID="{4E21E3EA-44F4-431C-B763-1E9772F2372E}" presName="sibTrans" presStyleCnt="0"/>
      <dgm:spPr/>
    </dgm:pt>
    <dgm:pt modelId="{62262753-E737-45A7-AEF0-D5D8167AB1E6}" type="pres">
      <dgm:prSet presAssocID="{165D9132-1F95-4FBA-8FE7-4F8CF86E767F}" presName="compNode" presStyleCnt="0"/>
      <dgm:spPr/>
    </dgm:pt>
    <dgm:pt modelId="{B65BFA25-8666-4B4A-8352-89CC3904DE5D}" type="pres">
      <dgm:prSet presAssocID="{165D9132-1F95-4FBA-8FE7-4F8CF86E767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iversal access with solid fill"/>
        </a:ext>
      </dgm:extLst>
    </dgm:pt>
    <dgm:pt modelId="{238B12EF-FF0E-42A6-9E96-FC93C8420B4A}" type="pres">
      <dgm:prSet presAssocID="{165D9132-1F95-4FBA-8FE7-4F8CF86E767F}" presName="spaceRect" presStyleCnt="0"/>
      <dgm:spPr/>
    </dgm:pt>
    <dgm:pt modelId="{E4A63196-5D6A-4167-87DD-0DED1EF42A7B}" type="pres">
      <dgm:prSet presAssocID="{165D9132-1F95-4FBA-8FE7-4F8CF86E767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7DEC208-7321-4C8D-B8C5-B2E84F193D65}" type="presOf" srcId="{40C775DB-E3B6-434C-9495-5947E5265F56}" destId="{7B9E048D-9375-45B1-9000-884F88C63E67}" srcOrd="0" destOrd="0" presId="urn:microsoft.com/office/officeart/2018/2/layout/IconLabelList"/>
    <dgm:cxn modelId="{98C61A91-0277-4CF0-948B-921F4EC4FF5C}" type="presOf" srcId="{165D9132-1F95-4FBA-8FE7-4F8CF86E767F}" destId="{E4A63196-5D6A-4167-87DD-0DED1EF42A7B}" srcOrd="0" destOrd="0" presId="urn:microsoft.com/office/officeart/2018/2/layout/IconLabelList"/>
    <dgm:cxn modelId="{8C9D42B7-2CC6-4166-98BC-80C3E40A7B2B}" type="presOf" srcId="{EC483B68-77C6-4EAD-A3E2-6CCD16210014}" destId="{E1D4DFDF-DF5E-46A1-979B-F0682DA3B342}" srcOrd="0" destOrd="0" presId="urn:microsoft.com/office/officeart/2018/2/layout/IconLabelList"/>
    <dgm:cxn modelId="{BBDC11F0-4124-4469-8A46-87875186C998}" srcId="{40C775DB-E3B6-434C-9495-5947E5265F56}" destId="{EC483B68-77C6-4EAD-A3E2-6CCD16210014}" srcOrd="0" destOrd="0" parTransId="{81B19E87-CEE2-4BCA-97BC-6C9662AD79D8}" sibTransId="{4E21E3EA-44F4-431C-B763-1E9772F2372E}"/>
    <dgm:cxn modelId="{A34BCEF5-CD8A-45AC-B57A-5A0E8DD6AACA}" srcId="{40C775DB-E3B6-434C-9495-5947E5265F56}" destId="{165D9132-1F95-4FBA-8FE7-4F8CF86E767F}" srcOrd="1" destOrd="0" parTransId="{3E7327ED-CDD1-4FAA-BC98-1AEDE82D98F9}" sibTransId="{4C713E9B-1879-4A7D-B812-6D2542191488}"/>
    <dgm:cxn modelId="{CD261559-6079-4E8F-A58E-F791490087D7}" type="presParOf" srcId="{7B9E048D-9375-45B1-9000-884F88C63E67}" destId="{4569A862-FFA9-419F-98B4-E6E0FE70102B}" srcOrd="0" destOrd="0" presId="urn:microsoft.com/office/officeart/2018/2/layout/IconLabelList"/>
    <dgm:cxn modelId="{E83920E6-1CA9-49E0-B3B1-ECABA4539320}" type="presParOf" srcId="{4569A862-FFA9-419F-98B4-E6E0FE70102B}" destId="{BF916205-09D4-499F-B874-3B4193C79B25}" srcOrd="0" destOrd="0" presId="urn:microsoft.com/office/officeart/2018/2/layout/IconLabelList"/>
    <dgm:cxn modelId="{C604BF23-C2D2-4BC5-A79F-31EF444B6165}" type="presParOf" srcId="{4569A862-FFA9-419F-98B4-E6E0FE70102B}" destId="{5C1FC76C-FD52-4608-9657-34A782009478}" srcOrd="1" destOrd="0" presId="urn:microsoft.com/office/officeart/2018/2/layout/IconLabelList"/>
    <dgm:cxn modelId="{24018331-847D-47FC-8681-00A86B4FA647}" type="presParOf" srcId="{4569A862-FFA9-419F-98B4-E6E0FE70102B}" destId="{E1D4DFDF-DF5E-46A1-979B-F0682DA3B342}" srcOrd="2" destOrd="0" presId="urn:microsoft.com/office/officeart/2018/2/layout/IconLabelList"/>
    <dgm:cxn modelId="{88FAB5A1-23A5-4E0F-872A-7D4136B078A7}" type="presParOf" srcId="{7B9E048D-9375-45B1-9000-884F88C63E67}" destId="{FE760C8D-148A-4F66-9EC3-1270A6995524}" srcOrd="1" destOrd="0" presId="urn:microsoft.com/office/officeart/2018/2/layout/IconLabelList"/>
    <dgm:cxn modelId="{F1B63786-8A72-4A98-8184-D9699E492B45}" type="presParOf" srcId="{7B9E048D-9375-45B1-9000-884F88C63E67}" destId="{62262753-E737-45A7-AEF0-D5D8167AB1E6}" srcOrd="2" destOrd="0" presId="urn:microsoft.com/office/officeart/2018/2/layout/IconLabelList"/>
    <dgm:cxn modelId="{7979C1D3-C3B0-4A80-9BF0-76997CFF132B}" type="presParOf" srcId="{62262753-E737-45A7-AEF0-D5D8167AB1E6}" destId="{B65BFA25-8666-4B4A-8352-89CC3904DE5D}" srcOrd="0" destOrd="0" presId="urn:microsoft.com/office/officeart/2018/2/layout/IconLabelList"/>
    <dgm:cxn modelId="{FBDB68DC-DDA2-429F-BBAB-A05465E47A81}" type="presParOf" srcId="{62262753-E737-45A7-AEF0-D5D8167AB1E6}" destId="{238B12EF-FF0E-42A6-9E96-FC93C8420B4A}" srcOrd="1" destOrd="0" presId="urn:microsoft.com/office/officeart/2018/2/layout/IconLabelList"/>
    <dgm:cxn modelId="{0DB8C972-D789-4C49-A94E-86DF3B1E945D}" type="presParOf" srcId="{62262753-E737-45A7-AEF0-D5D8167AB1E6}" destId="{E4A63196-5D6A-4167-87DD-0DED1EF42A7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0C775DB-E3B6-434C-9495-5947E5265F56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C483B68-77C6-4EAD-A3E2-6CCD162100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Innovation</a:t>
          </a:r>
        </a:p>
      </dgm:t>
    </dgm:pt>
    <dgm:pt modelId="{81B19E87-CEE2-4BCA-97BC-6C9662AD79D8}" type="parTrans" cxnId="{BBDC11F0-4124-4469-8A46-87875186C998}">
      <dgm:prSet/>
      <dgm:spPr/>
      <dgm:t>
        <a:bodyPr/>
        <a:lstStyle/>
        <a:p>
          <a:endParaRPr lang="en-US"/>
        </a:p>
      </dgm:t>
    </dgm:pt>
    <dgm:pt modelId="{4E21E3EA-44F4-431C-B763-1E9772F2372E}" type="sibTrans" cxnId="{BBDC11F0-4124-4469-8A46-87875186C998}">
      <dgm:prSet/>
      <dgm:spPr/>
      <dgm:t>
        <a:bodyPr/>
        <a:lstStyle/>
        <a:p>
          <a:endParaRPr lang="en-US"/>
        </a:p>
      </dgm:t>
    </dgm:pt>
    <dgm:pt modelId="{165D9132-1F95-4FBA-8FE7-4F8CF86E76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Awareness</a:t>
          </a:r>
        </a:p>
      </dgm:t>
    </dgm:pt>
    <dgm:pt modelId="{3E7327ED-CDD1-4FAA-BC98-1AEDE82D98F9}" type="parTrans" cxnId="{A34BCEF5-CD8A-45AC-B57A-5A0E8DD6AACA}">
      <dgm:prSet/>
      <dgm:spPr/>
      <dgm:t>
        <a:bodyPr/>
        <a:lstStyle/>
        <a:p>
          <a:endParaRPr lang="en-US"/>
        </a:p>
      </dgm:t>
    </dgm:pt>
    <dgm:pt modelId="{4C713E9B-1879-4A7D-B812-6D2542191488}" type="sibTrans" cxnId="{A34BCEF5-CD8A-45AC-B57A-5A0E8DD6AACA}">
      <dgm:prSet/>
      <dgm:spPr/>
      <dgm:t>
        <a:bodyPr/>
        <a:lstStyle/>
        <a:p>
          <a:endParaRPr lang="en-US"/>
        </a:p>
      </dgm:t>
    </dgm:pt>
    <dgm:pt modelId="{7B9E048D-9375-45B1-9000-884F88C63E67}" type="pres">
      <dgm:prSet presAssocID="{40C775DB-E3B6-434C-9495-5947E5265F56}" presName="root" presStyleCnt="0">
        <dgm:presLayoutVars>
          <dgm:dir/>
          <dgm:resizeHandles val="exact"/>
        </dgm:presLayoutVars>
      </dgm:prSet>
      <dgm:spPr/>
    </dgm:pt>
    <dgm:pt modelId="{4569A862-FFA9-419F-98B4-E6E0FE70102B}" type="pres">
      <dgm:prSet presAssocID="{EC483B68-77C6-4EAD-A3E2-6CCD16210014}" presName="compNode" presStyleCnt="0"/>
      <dgm:spPr/>
    </dgm:pt>
    <dgm:pt modelId="{BF916205-09D4-499F-B874-3B4193C79B25}" type="pres">
      <dgm:prSet presAssocID="{EC483B68-77C6-4EAD-A3E2-6CCD1621001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 headset with solid fill"/>
        </a:ext>
      </dgm:extLst>
    </dgm:pt>
    <dgm:pt modelId="{5C1FC76C-FD52-4608-9657-34A782009478}" type="pres">
      <dgm:prSet presAssocID="{EC483B68-77C6-4EAD-A3E2-6CCD16210014}" presName="spaceRect" presStyleCnt="0"/>
      <dgm:spPr/>
    </dgm:pt>
    <dgm:pt modelId="{E1D4DFDF-DF5E-46A1-979B-F0682DA3B342}" type="pres">
      <dgm:prSet presAssocID="{EC483B68-77C6-4EAD-A3E2-6CCD16210014}" presName="textRect" presStyleLbl="revTx" presStyleIdx="0" presStyleCnt="2">
        <dgm:presLayoutVars>
          <dgm:chMax val="1"/>
          <dgm:chPref val="1"/>
        </dgm:presLayoutVars>
      </dgm:prSet>
      <dgm:spPr/>
    </dgm:pt>
    <dgm:pt modelId="{FE760C8D-148A-4F66-9EC3-1270A6995524}" type="pres">
      <dgm:prSet presAssocID="{4E21E3EA-44F4-431C-B763-1E9772F2372E}" presName="sibTrans" presStyleCnt="0"/>
      <dgm:spPr/>
    </dgm:pt>
    <dgm:pt modelId="{62262753-E737-45A7-AEF0-D5D8167AB1E6}" type="pres">
      <dgm:prSet presAssocID="{165D9132-1F95-4FBA-8FE7-4F8CF86E767F}" presName="compNode" presStyleCnt="0"/>
      <dgm:spPr/>
    </dgm:pt>
    <dgm:pt modelId="{B65BFA25-8666-4B4A-8352-89CC3904DE5D}" type="pres">
      <dgm:prSet presAssocID="{165D9132-1F95-4FBA-8FE7-4F8CF86E767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 with solid fill"/>
        </a:ext>
      </dgm:extLst>
    </dgm:pt>
    <dgm:pt modelId="{238B12EF-FF0E-42A6-9E96-FC93C8420B4A}" type="pres">
      <dgm:prSet presAssocID="{165D9132-1F95-4FBA-8FE7-4F8CF86E767F}" presName="spaceRect" presStyleCnt="0"/>
      <dgm:spPr/>
    </dgm:pt>
    <dgm:pt modelId="{E4A63196-5D6A-4167-87DD-0DED1EF42A7B}" type="pres">
      <dgm:prSet presAssocID="{165D9132-1F95-4FBA-8FE7-4F8CF86E767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7DEC208-7321-4C8D-B8C5-B2E84F193D65}" type="presOf" srcId="{40C775DB-E3B6-434C-9495-5947E5265F56}" destId="{7B9E048D-9375-45B1-9000-884F88C63E67}" srcOrd="0" destOrd="0" presId="urn:microsoft.com/office/officeart/2018/2/layout/IconLabelList"/>
    <dgm:cxn modelId="{98C61A91-0277-4CF0-948B-921F4EC4FF5C}" type="presOf" srcId="{165D9132-1F95-4FBA-8FE7-4F8CF86E767F}" destId="{E4A63196-5D6A-4167-87DD-0DED1EF42A7B}" srcOrd="0" destOrd="0" presId="urn:microsoft.com/office/officeart/2018/2/layout/IconLabelList"/>
    <dgm:cxn modelId="{8C9D42B7-2CC6-4166-98BC-80C3E40A7B2B}" type="presOf" srcId="{EC483B68-77C6-4EAD-A3E2-6CCD16210014}" destId="{E1D4DFDF-DF5E-46A1-979B-F0682DA3B342}" srcOrd="0" destOrd="0" presId="urn:microsoft.com/office/officeart/2018/2/layout/IconLabelList"/>
    <dgm:cxn modelId="{BBDC11F0-4124-4469-8A46-87875186C998}" srcId="{40C775DB-E3B6-434C-9495-5947E5265F56}" destId="{EC483B68-77C6-4EAD-A3E2-6CCD16210014}" srcOrd="0" destOrd="0" parTransId="{81B19E87-CEE2-4BCA-97BC-6C9662AD79D8}" sibTransId="{4E21E3EA-44F4-431C-B763-1E9772F2372E}"/>
    <dgm:cxn modelId="{A34BCEF5-CD8A-45AC-B57A-5A0E8DD6AACA}" srcId="{40C775DB-E3B6-434C-9495-5947E5265F56}" destId="{165D9132-1F95-4FBA-8FE7-4F8CF86E767F}" srcOrd="1" destOrd="0" parTransId="{3E7327ED-CDD1-4FAA-BC98-1AEDE82D98F9}" sibTransId="{4C713E9B-1879-4A7D-B812-6D2542191488}"/>
    <dgm:cxn modelId="{CD261559-6079-4E8F-A58E-F791490087D7}" type="presParOf" srcId="{7B9E048D-9375-45B1-9000-884F88C63E67}" destId="{4569A862-FFA9-419F-98B4-E6E0FE70102B}" srcOrd="0" destOrd="0" presId="urn:microsoft.com/office/officeart/2018/2/layout/IconLabelList"/>
    <dgm:cxn modelId="{E83920E6-1CA9-49E0-B3B1-ECABA4539320}" type="presParOf" srcId="{4569A862-FFA9-419F-98B4-E6E0FE70102B}" destId="{BF916205-09D4-499F-B874-3B4193C79B25}" srcOrd="0" destOrd="0" presId="urn:microsoft.com/office/officeart/2018/2/layout/IconLabelList"/>
    <dgm:cxn modelId="{C604BF23-C2D2-4BC5-A79F-31EF444B6165}" type="presParOf" srcId="{4569A862-FFA9-419F-98B4-E6E0FE70102B}" destId="{5C1FC76C-FD52-4608-9657-34A782009478}" srcOrd="1" destOrd="0" presId="urn:microsoft.com/office/officeart/2018/2/layout/IconLabelList"/>
    <dgm:cxn modelId="{24018331-847D-47FC-8681-00A86B4FA647}" type="presParOf" srcId="{4569A862-FFA9-419F-98B4-E6E0FE70102B}" destId="{E1D4DFDF-DF5E-46A1-979B-F0682DA3B342}" srcOrd="2" destOrd="0" presId="urn:microsoft.com/office/officeart/2018/2/layout/IconLabelList"/>
    <dgm:cxn modelId="{88FAB5A1-23A5-4E0F-872A-7D4136B078A7}" type="presParOf" srcId="{7B9E048D-9375-45B1-9000-884F88C63E67}" destId="{FE760C8D-148A-4F66-9EC3-1270A6995524}" srcOrd="1" destOrd="0" presId="urn:microsoft.com/office/officeart/2018/2/layout/IconLabelList"/>
    <dgm:cxn modelId="{F1B63786-8A72-4A98-8184-D9699E492B45}" type="presParOf" srcId="{7B9E048D-9375-45B1-9000-884F88C63E67}" destId="{62262753-E737-45A7-AEF0-D5D8167AB1E6}" srcOrd="2" destOrd="0" presId="urn:microsoft.com/office/officeart/2018/2/layout/IconLabelList"/>
    <dgm:cxn modelId="{7979C1D3-C3B0-4A80-9BF0-76997CFF132B}" type="presParOf" srcId="{62262753-E737-45A7-AEF0-D5D8167AB1E6}" destId="{B65BFA25-8666-4B4A-8352-89CC3904DE5D}" srcOrd="0" destOrd="0" presId="urn:microsoft.com/office/officeart/2018/2/layout/IconLabelList"/>
    <dgm:cxn modelId="{FBDB68DC-DDA2-429F-BBAB-A05465E47A81}" type="presParOf" srcId="{62262753-E737-45A7-AEF0-D5D8167AB1E6}" destId="{238B12EF-FF0E-42A6-9E96-FC93C8420B4A}" srcOrd="1" destOrd="0" presId="urn:microsoft.com/office/officeart/2018/2/layout/IconLabelList"/>
    <dgm:cxn modelId="{0DB8C972-D789-4C49-A94E-86DF3B1E945D}" type="presParOf" srcId="{62262753-E737-45A7-AEF0-D5D8167AB1E6}" destId="{E4A63196-5D6A-4167-87DD-0DED1EF42A7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0C775DB-E3B6-434C-9495-5947E5265F56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C0520C0-F7FC-F640-A8A8-C25950ADD53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 err="1"/>
            <a:t>Labor</a:t>
          </a:r>
          <a:endParaRPr lang="en-GB" dirty="0"/>
        </a:p>
      </dgm:t>
    </dgm:pt>
    <dgm:pt modelId="{F1812049-AE43-FC49-9D7A-E41FD3D4F223}" type="parTrans" cxnId="{71D5211B-0F76-0C42-8367-761E5BB18EC7}">
      <dgm:prSet/>
      <dgm:spPr/>
    </dgm:pt>
    <dgm:pt modelId="{D498BACF-9418-304D-B370-7FB440333A51}" type="sibTrans" cxnId="{71D5211B-0F76-0C42-8367-761E5BB18EC7}">
      <dgm:prSet/>
      <dgm:spPr/>
    </dgm:pt>
    <dgm:pt modelId="{02B54C46-DE76-F74C-8CD8-1AD83F0DCC9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Safety</a:t>
          </a:r>
        </a:p>
      </dgm:t>
    </dgm:pt>
    <dgm:pt modelId="{D6255E31-A490-544F-A1DD-92361281C4D9}" type="parTrans" cxnId="{0CC74436-6493-2841-977A-6B196BC9DBFD}">
      <dgm:prSet/>
      <dgm:spPr/>
    </dgm:pt>
    <dgm:pt modelId="{458FED24-5E43-554B-9BC5-76C9D61DF944}" type="sibTrans" cxnId="{0CC74436-6493-2841-977A-6B196BC9DBFD}">
      <dgm:prSet/>
      <dgm:spPr/>
    </dgm:pt>
    <dgm:pt modelId="{D3318C0C-E250-AF4A-BEEB-34833112864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Privacy</a:t>
          </a:r>
        </a:p>
      </dgm:t>
    </dgm:pt>
    <dgm:pt modelId="{07388907-E862-5647-8633-F97D23221DA0}" type="parTrans" cxnId="{1F5E450F-09EF-F346-919E-735D3F00B07E}">
      <dgm:prSet/>
      <dgm:spPr/>
    </dgm:pt>
    <dgm:pt modelId="{D640774E-4253-4441-9E26-0802BF149276}" type="sibTrans" cxnId="{1F5E450F-09EF-F346-919E-735D3F00B07E}">
      <dgm:prSet/>
      <dgm:spPr/>
    </dgm:pt>
    <dgm:pt modelId="{C3FC929C-E57F-7E41-A0D0-9BB0381B1BC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Tax</a:t>
          </a:r>
        </a:p>
      </dgm:t>
    </dgm:pt>
    <dgm:pt modelId="{5E75CFCB-DDE2-A341-A68E-FAEF19868FA6}" type="parTrans" cxnId="{1A5F205C-54DD-8046-8DE5-227198893872}">
      <dgm:prSet/>
      <dgm:spPr/>
    </dgm:pt>
    <dgm:pt modelId="{D37548E0-8C56-4449-86F0-0D5405B601CB}" type="sibTrans" cxnId="{1A5F205C-54DD-8046-8DE5-227198893872}">
      <dgm:prSet/>
      <dgm:spPr/>
    </dgm:pt>
    <dgm:pt modelId="{7B9E048D-9375-45B1-9000-884F88C63E67}" type="pres">
      <dgm:prSet presAssocID="{40C775DB-E3B6-434C-9495-5947E5265F56}" presName="root" presStyleCnt="0">
        <dgm:presLayoutVars>
          <dgm:dir/>
          <dgm:resizeHandles val="exact"/>
        </dgm:presLayoutVars>
      </dgm:prSet>
      <dgm:spPr/>
    </dgm:pt>
    <dgm:pt modelId="{8F18528B-1068-254D-A2F6-22F11EA5FF37}" type="pres">
      <dgm:prSet presAssocID="{BC0520C0-F7FC-F640-A8A8-C25950ADD536}" presName="compNode" presStyleCnt="0"/>
      <dgm:spPr/>
    </dgm:pt>
    <dgm:pt modelId="{7DCFAD0A-815C-CB45-81F3-A24894E53506}" type="pres">
      <dgm:prSet presAssocID="{BC0520C0-F7FC-F640-A8A8-C25950ADD53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struction worker female with solid fill"/>
        </a:ext>
      </dgm:extLst>
    </dgm:pt>
    <dgm:pt modelId="{5FA28368-81FC-CF44-A0B1-FF94570F2278}" type="pres">
      <dgm:prSet presAssocID="{BC0520C0-F7FC-F640-A8A8-C25950ADD536}" presName="spaceRect" presStyleCnt="0"/>
      <dgm:spPr/>
    </dgm:pt>
    <dgm:pt modelId="{2D02115F-2C8D-B240-8D35-0C7E0E704FDA}" type="pres">
      <dgm:prSet presAssocID="{BC0520C0-F7FC-F640-A8A8-C25950ADD536}" presName="textRect" presStyleLbl="revTx" presStyleIdx="0" presStyleCnt="4">
        <dgm:presLayoutVars>
          <dgm:chMax val="1"/>
          <dgm:chPref val="1"/>
        </dgm:presLayoutVars>
      </dgm:prSet>
      <dgm:spPr/>
    </dgm:pt>
    <dgm:pt modelId="{D73C37FD-8601-234D-9656-1F86BB994EF9}" type="pres">
      <dgm:prSet presAssocID="{D498BACF-9418-304D-B370-7FB440333A51}" presName="sibTrans" presStyleCnt="0"/>
      <dgm:spPr/>
    </dgm:pt>
    <dgm:pt modelId="{70964637-8D0B-CB4E-8B3A-CEC5541F46CA}" type="pres">
      <dgm:prSet presAssocID="{02B54C46-DE76-F74C-8CD8-1AD83F0DCC9B}" presName="compNode" presStyleCnt="0"/>
      <dgm:spPr/>
    </dgm:pt>
    <dgm:pt modelId="{108A79CF-AB9C-AE47-8DAA-3CAC58826F56}" type="pres">
      <dgm:prSet presAssocID="{02B54C46-DE76-F74C-8CD8-1AD83F0DCC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lth And Safety with solid fill"/>
        </a:ext>
      </dgm:extLst>
    </dgm:pt>
    <dgm:pt modelId="{B6765DE1-F6E7-2C47-BCC4-7EB33C3A233C}" type="pres">
      <dgm:prSet presAssocID="{02B54C46-DE76-F74C-8CD8-1AD83F0DCC9B}" presName="spaceRect" presStyleCnt="0"/>
      <dgm:spPr/>
    </dgm:pt>
    <dgm:pt modelId="{6E9F55A3-9174-9940-863E-EAD0676DEC4E}" type="pres">
      <dgm:prSet presAssocID="{02B54C46-DE76-F74C-8CD8-1AD83F0DCC9B}" presName="textRect" presStyleLbl="revTx" presStyleIdx="1" presStyleCnt="4">
        <dgm:presLayoutVars>
          <dgm:chMax val="1"/>
          <dgm:chPref val="1"/>
        </dgm:presLayoutVars>
      </dgm:prSet>
      <dgm:spPr/>
    </dgm:pt>
    <dgm:pt modelId="{8FFD2EAD-9DAE-A240-A0AA-E0D9D13CEBBB}" type="pres">
      <dgm:prSet presAssocID="{458FED24-5E43-554B-9BC5-76C9D61DF944}" presName="sibTrans" presStyleCnt="0"/>
      <dgm:spPr/>
    </dgm:pt>
    <dgm:pt modelId="{16E5E906-4218-0944-ADBE-B5213D63869F}" type="pres">
      <dgm:prSet presAssocID="{D3318C0C-E250-AF4A-BEEB-34833112864B}" presName="compNode" presStyleCnt="0"/>
      <dgm:spPr/>
    </dgm:pt>
    <dgm:pt modelId="{17C5F757-A8FB-1844-A4B7-FC55AAB95CC9}" type="pres">
      <dgm:prSet presAssocID="{D3318C0C-E250-AF4A-BEEB-3483311286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with solid fill"/>
        </a:ext>
      </dgm:extLst>
    </dgm:pt>
    <dgm:pt modelId="{51B06BA2-96DE-9B4B-BB52-1991BE375A3F}" type="pres">
      <dgm:prSet presAssocID="{D3318C0C-E250-AF4A-BEEB-34833112864B}" presName="spaceRect" presStyleCnt="0"/>
      <dgm:spPr/>
    </dgm:pt>
    <dgm:pt modelId="{B2F526FC-8277-5A4B-A303-9B2F6280C382}" type="pres">
      <dgm:prSet presAssocID="{D3318C0C-E250-AF4A-BEEB-34833112864B}" presName="textRect" presStyleLbl="revTx" presStyleIdx="2" presStyleCnt="4">
        <dgm:presLayoutVars>
          <dgm:chMax val="1"/>
          <dgm:chPref val="1"/>
        </dgm:presLayoutVars>
      </dgm:prSet>
      <dgm:spPr/>
    </dgm:pt>
    <dgm:pt modelId="{E79F74BC-BC50-3A49-A90D-DA5E32CE69B6}" type="pres">
      <dgm:prSet presAssocID="{D640774E-4253-4441-9E26-0802BF149276}" presName="sibTrans" presStyleCnt="0"/>
      <dgm:spPr/>
    </dgm:pt>
    <dgm:pt modelId="{EF1B8D6F-5925-024B-857A-255BA990373E}" type="pres">
      <dgm:prSet presAssocID="{C3FC929C-E57F-7E41-A0D0-9BB0381B1BCA}" presName="compNode" presStyleCnt="0"/>
      <dgm:spPr/>
    </dgm:pt>
    <dgm:pt modelId="{C48F61FB-DB4E-DB42-9C20-072649832935}" type="pres">
      <dgm:prSet presAssocID="{C3FC929C-E57F-7E41-A0D0-9BB0381B1BC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x with solid fill"/>
        </a:ext>
      </dgm:extLst>
    </dgm:pt>
    <dgm:pt modelId="{24D2801B-CE77-B04C-909A-0B689FF0B9F6}" type="pres">
      <dgm:prSet presAssocID="{C3FC929C-E57F-7E41-A0D0-9BB0381B1BCA}" presName="spaceRect" presStyleCnt="0"/>
      <dgm:spPr/>
    </dgm:pt>
    <dgm:pt modelId="{84BC7A5F-41ED-D44B-B78B-9E21AA3E753E}" type="pres">
      <dgm:prSet presAssocID="{C3FC929C-E57F-7E41-A0D0-9BB0381B1BC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7DEC208-7321-4C8D-B8C5-B2E84F193D65}" type="presOf" srcId="{40C775DB-E3B6-434C-9495-5947E5265F56}" destId="{7B9E048D-9375-45B1-9000-884F88C63E67}" srcOrd="0" destOrd="0" presId="urn:microsoft.com/office/officeart/2018/2/layout/IconLabelList"/>
    <dgm:cxn modelId="{1F5E450F-09EF-F346-919E-735D3F00B07E}" srcId="{40C775DB-E3B6-434C-9495-5947E5265F56}" destId="{D3318C0C-E250-AF4A-BEEB-34833112864B}" srcOrd="2" destOrd="0" parTransId="{07388907-E862-5647-8633-F97D23221DA0}" sibTransId="{D640774E-4253-4441-9E26-0802BF149276}"/>
    <dgm:cxn modelId="{71D5211B-0F76-0C42-8367-761E5BB18EC7}" srcId="{40C775DB-E3B6-434C-9495-5947E5265F56}" destId="{BC0520C0-F7FC-F640-A8A8-C25950ADD536}" srcOrd="0" destOrd="0" parTransId="{F1812049-AE43-FC49-9D7A-E41FD3D4F223}" sibTransId="{D498BACF-9418-304D-B370-7FB440333A51}"/>
    <dgm:cxn modelId="{0CC74436-6493-2841-977A-6B196BC9DBFD}" srcId="{40C775DB-E3B6-434C-9495-5947E5265F56}" destId="{02B54C46-DE76-F74C-8CD8-1AD83F0DCC9B}" srcOrd="1" destOrd="0" parTransId="{D6255E31-A490-544F-A1DD-92361281C4D9}" sibTransId="{458FED24-5E43-554B-9BC5-76C9D61DF944}"/>
    <dgm:cxn modelId="{1A5F205C-54DD-8046-8DE5-227198893872}" srcId="{40C775DB-E3B6-434C-9495-5947E5265F56}" destId="{C3FC929C-E57F-7E41-A0D0-9BB0381B1BCA}" srcOrd="3" destOrd="0" parTransId="{5E75CFCB-DDE2-A341-A68E-FAEF19868FA6}" sibTransId="{D37548E0-8C56-4449-86F0-0D5405B601CB}"/>
    <dgm:cxn modelId="{97E7DE6D-63C9-D640-97CE-4CBD1BBD4A2F}" type="presOf" srcId="{02B54C46-DE76-F74C-8CD8-1AD83F0DCC9B}" destId="{6E9F55A3-9174-9940-863E-EAD0676DEC4E}" srcOrd="0" destOrd="0" presId="urn:microsoft.com/office/officeart/2018/2/layout/IconLabelList"/>
    <dgm:cxn modelId="{7F2CD86F-BBE4-5145-A995-9666E06E5300}" type="presOf" srcId="{BC0520C0-F7FC-F640-A8A8-C25950ADD536}" destId="{2D02115F-2C8D-B240-8D35-0C7E0E704FDA}" srcOrd="0" destOrd="0" presId="urn:microsoft.com/office/officeart/2018/2/layout/IconLabelList"/>
    <dgm:cxn modelId="{395476DE-4D28-A24D-B3FD-EBC8461A7696}" type="presOf" srcId="{D3318C0C-E250-AF4A-BEEB-34833112864B}" destId="{B2F526FC-8277-5A4B-A303-9B2F6280C382}" srcOrd="0" destOrd="0" presId="urn:microsoft.com/office/officeart/2018/2/layout/IconLabelList"/>
    <dgm:cxn modelId="{1FB9A5EB-69D7-9641-B087-721DCFD6F7A2}" type="presOf" srcId="{C3FC929C-E57F-7E41-A0D0-9BB0381B1BCA}" destId="{84BC7A5F-41ED-D44B-B78B-9E21AA3E753E}" srcOrd="0" destOrd="0" presId="urn:microsoft.com/office/officeart/2018/2/layout/IconLabelList"/>
    <dgm:cxn modelId="{C07F73E4-D6D2-6642-807E-4E3A27756758}" type="presParOf" srcId="{7B9E048D-9375-45B1-9000-884F88C63E67}" destId="{8F18528B-1068-254D-A2F6-22F11EA5FF37}" srcOrd="0" destOrd="0" presId="urn:microsoft.com/office/officeart/2018/2/layout/IconLabelList"/>
    <dgm:cxn modelId="{3F838995-59F9-7142-B2F6-03760AB77F18}" type="presParOf" srcId="{8F18528B-1068-254D-A2F6-22F11EA5FF37}" destId="{7DCFAD0A-815C-CB45-81F3-A24894E53506}" srcOrd="0" destOrd="0" presId="urn:microsoft.com/office/officeart/2018/2/layout/IconLabelList"/>
    <dgm:cxn modelId="{F2AC8CD3-DDC0-E94E-8263-72FCE8F98C7D}" type="presParOf" srcId="{8F18528B-1068-254D-A2F6-22F11EA5FF37}" destId="{5FA28368-81FC-CF44-A0B1-FF94570F2278}" srcOrd="1" destOrd="0" presId="urn:microsoft.com/office/officeart/2018/2/layout/IconLabelList"/>
    <dgm:cxn modelId="{A9E91DFC-D822-D04F-8E62-82A037890BA2}" type="presParOf" srcId="{8F18528B-1068-254D-A2F6-22F11EA5FF37}" destId="{2D02115F-2C8D-B240-8D35-0C7E0E704FDA}" srcOrd="2" destOrd="0" presId="urn:microsoft.com/office/officeart/2018/2/layout/IconLabelList"/>
    <dgm:cxn modelId="{3DB8EFE2-73FE-4849-9B90-CA03B7AD71BC}" type="presParOf" srcId="{7B9E048D-9375-45B1-9000-884F88C63E67}" destId="{D73C37FD-8601-234D-9656-1F86BB994EF9}" srcOrd="1" destOrd="0" presId="urn:microsoft.com/office/officeart/2018/2/layout/IconLabelList"/>
    <dgm:cxn modelId="{E89DA150-D1E0-3840-8EB1-A8243BB6C421}" type="presParOf" srcId="{7B9E048D-9375-45B1-9000-884F88C63E67}" destId="{70964637-8D0B-CB4E-8B3A-CEC5541F46CA}" srcOrd="2" destOrd="0" presId="urn:microsoft.com/office/officeart/2018/2/layout/IconLabelList"/>
    <dgm:cxn modelId="{E4F997CC-16EF-894B-A53B-824DA3C4EAA6}" type="presParOf" srcId="{70964637-8D0B-CB4E-8B3A-CEC5541F46CA}" destId="{108A79CF-AB9C-AE47-8DAA-3CAC58826F56}" srcOrd="0" destOrd="0" presId="urn:microsoft.com/office/officeart/2018/2/layout/IconLabelList"/>
    <dgm:cxn modelId="{0CBA632F-BED6-844F-94EF-22C19A188888}" type="presParOf" srcId="{70964637-8D0B-CB4E-8B3A-CEC5541F46CA}" destId="{B6765DE1-F6E7-2C47-BCC4-7EB33C3A233C}" srcOrd="1" destOrd="0" presId="urn:microsoft.com/office/officeart/2018/2/layout/IconLabelList"/>
    <dgm:cxn modelId="{807478CA-E25A-D043-98E9-2A6DCDCF0068}" type="presParOf" srcId="{70964637-8D0B-CB4E-8B3A-CEC5541F46CA}" destId="{6E9F55A3-9174-9940-863E-EAD0676DEC4E}" srcOrd="2" destOrd="0" presId="urn:microsoft.com/office/officeart/2018/2/layout/IconLabelList"/>
    <dgm:cxn modelId="{E43B865C-DA83-9B4B-8ABA-4FB967FE8049}" type="presParOf" srcId="{7B9E048D-9375-45B1-9000-884F88C63E67}" destId="{8FFD2EAD-9DAE-A240-A0AA-E0D9D13CEBBB}" srcOrd="3" destOrd="0" presId="urn:microsoft.com/office/officeart/2018/2/layout/IconLabelList"/>
    <dgm:cxn modelId="{338F0602-D65E-AF48-A889-06A98E3D2AA0}" type="presParOf" srcId="{7B9E048D-9375-45B1-9000-884F88C63E67}" destId="{16E5E906-4218-0944-ADBE-B5213D63869F}" srcOrd="4" destOrd="0" presId="urn:microsoft.com/office/officeart/2018/2/layout/IconLabelList"/>
    <dgm:cxn modelId="{3F67EA8F-E7FF-9049-9E28-19EBB037DE11}" type="presParOf" srcId="{16E5E906-4218-0944-ADBE-B5213D63869F}" destId="{17C5F757-A8FB-1844-A4B7-FC55AAB95CC9}" srcOrd="0" destOrd="0" presId="urn:microsoft.com/office/officeart/2018/2/layout/IconLabelList"/>
    <dgm:cxn modelId="{23A5E5FF-B1F9-8745-AA01-789B506CF1B9}" type="presParOf" srcId="{16E5E906-4218-0944-ADBE-B5213D63869F}" destId="{51B06BA2-96DE-9B4B-BB52-1991BE375A3F}" srcOrd="1" destOrd="0" presId="urn:microsoft.com/office/officeart/2018/2/layout/IconLabelList"/>
    <dgm:cxn modelId="{D6821FD1-9540-634F-95A8-572F17FD2362}" type="presParOf" srcId="{16E5E906-4218-0944-ADBE-B5213D63869F}" destId="{B2F526FC-8277-5A4B-A303-9B2F6280C382}" srcOrd="2" destOrd="0" presId="urn:microsoft.com/office/officeart/2018/2/layout/IconLabelList"/>
    <dgm:cxn modelId="{A0AC2B4C-3C16-7D4F-BF02-A55914D33ACD}" type="presParOf" srcId="{7B9E048D-9375-45B1-9000-884F88C63E67}" destId="{E79F74BC-BC50-3A49-A90D-DA5E32CE69B6}" srcOrd="5" destOrd="0" presId="urn:microsoft.com/office/officeart/2018/2/layout/IconLabelList"/>
    <dgm:cxn modelId="{EB88ED9A-6C77-CD45-AC12-BEBBB51B6FB9}" type="presParOf" srcId="{7B9E048D-9375-45B1-9000-884F88C63E67}" destId="{EF1B8D6F-5925-024B-857A-255BA990373E}" srcOrd="6" destOrd="0" presId="urn:microsoft.com/office/officeart/2018/2/layout/IconLabelList"/>
    <dgm:cxn modelId="{4920E6B0-3ACB-9F40-91E1-2AA13C580B78}" type="presParOf" srcId="{EF1B8D6F-5925-024B-857A-255BA990373E}" destId="{C48F61FB-DB4E-DB42-9C20-072649832935}" srcOrd="0" destOrd="0" presId="urn:microsoft.com/office/officeart/2018/2/layout/IconLabelList"/>
    <dgm:cxn modelId="{1A0D53B7-6212-5242-93D7-DF7188E3CB1E}" type="presParOf" srcId="{EF1B8D6F-5925-024B-857A-255BA990373E}" destId="{24D2801B-CE77-B04C-909A-0B689FF0B9F6}" srcOrd="1" destOrd="0" presId="urn:microsoft.com/office/officeart/2018/2/layout/IconLabelList"/>
    <dgm:cxn modelId="{B91E1D49-8D91-8446-966C-5B107A0D576F}" type="presParOf" srcId="{EF1B8D6F-5925-024B-857A-255BA990373E}" destId="{84BC7A5F-41ED-D44B-B78B-9E21AA3E753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0C775DB-E3B6-434C-9495-5947E5265F56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F82C61-DB18-F940-B4F3-BDE25E64D11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Sustainability</a:t>
          </a:r>
          <a:endParaRPr lang="en-GB" dirty="0"/>
        </a:p>
      </dgm:t>
    </dgm:pt>
    <dgm:pt modelId="{25A0A369-2C9D-E24A-A3C9-C0C5624FB86A}" type="parTrans" cxnId="{4D3C71D5-8156-FA4E-B9EC-D6B399DFDC23}">
      <dgm:prSet/>
      <dgm:spPr/>
      <dgm:t>
        <a:bodyPr/>
        <a:lstStyle/>
        <a:p>
          <a:endParaRPr lang="en-GB"/>
        </a:p>
      </dgm:t>
    </dgm:pt>
    <dgm:pt modelId="{895188BA-6617-6F48-AF56-EA591F7B764F}" type="sibTrans" cxnId="{4D3C71D5-8156-FA4E-B9EC-D6B399DFDC23}">
      <dgm:prSet/>
      <dgm:spPr/>
      <dgm:t>
        <a:bodyPr/>
        <a:lstStyle/>
        <a:p>
          <a:endParaRPr lang="en-GB"/>
        </a:p>
      </dgm:t>
    </dgm:pt>
    <dgm:pt modelId="{69169559-92C6-4840-8885-C207FCC6C6B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Carbon Footprint</a:t>
          </a:r>
        </a:p>
      </dgm:t>
    </dgm:pt>
    <dgm:pt modelId="{CE05A066-3A85-C14C-8AC4-1517B3DA4412}" type="parTrans" cxnId="{88976E44-5454-C04F-A1E6-34F157311D07}">
      <dgm:prSet/>
      <dgm:spPr/>
      <dgm:t>
        <a:bodyPr/>
        <a:lstStyle/>
        <a:p>
          <a:endParaRPr lang="en-GB"/>
        </a:p>
      </dgm:t>
    </dgm:pt>
    <dgm:pt modelId="{BDA46F9F-A6E9-8447-9DA5-B7577789642D}" type="sibTrans" cxnId="{88976E44-5454-C04F-A1E6-34F157311D07}">
      <dgm:prSet/>
      <dgm:spPr/>
      <dgm:t>
        <a:bodyPr/>
        <a:lstStyle/>
        <a:p>
          <a:endParaRPr lang="en-GB"/>
        </a:p>
      </dgm:t>
    </dgm:pt>
    <dgm:pt modelId="{7B9E048D-9375-45B1-9000-884F88C63E67}" type="pres">
      <dgm:prSet presAssocID="{40C775DB-E3B6-434C-9495-5947E5265F56}" presName="root" presStyleCnt="0">
        <dgm:presLayoutVars>
          <dgm:dir/>
          <dgm:resizeHandles val="exact"/>
        </dgm:presLayoutVars>
      </dgm:prSet>
      <dgm:spPr/>
    </dgm:pt>
    <dgm:pt modelId="{02A63821-ABBD-5242-A608-ACC89330D70C}" type="pres">
      <dgm:prSet presAssocID="{4EF82C61-DB18-F940-B4F3-BDE25E64D11B}" presName="compNode" presStyleCnt="0"/>
      <dgm:spPr/>
    </dgm:pt>
    <dgm:pt modelId="{42967333-770E-694A-A17E-0FC49442FE02}" type="pres">
      <dgm:prSet presAssocID="{4EF82C61-DB18-F940-B4F3-BDE25E64D11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 with solid fill"/>
        </a:ext>
      </dgm:extLst>
    </dgm:pt>
    <dgm:pt modelId="{F18F806A-6995-F54B-9DA6-0C16FCD4277D}" type="pres">
      <dgm:prSet presAssocID="{4EF82C61-DB18-F940-B4F3-BDE25E64D11B}" presName="spaceRect" presStyleCnt="0"/>
      <dgm:spPr/>
    </dgm:pt>
    <dgm:pt modelId="{BBE2AC1B-245B-A647-8FE8-D168467B1E9B}" type="pres">
      <dgm:prSet presAssocID="{4EF82C61-DB18-F940-B4F3-BDE25E64D11B}" presName="textRect" presStyleLbl="revTx" presStyleIdx="0" presStyleCnt="2">
        <dgm:presLayoutVars>
          <dgm:chMax val="1"/>
          <dgm:chPref val="1"/>
        </dgm:presLayoutVars>
      </dgm:prSet>
      <dgm:spPr/>
    </dgm:pt>
    <dgm:pt modelId="{9E845F73-BBC7-604A-9A91-EF2CEAFB7397}" type="pres">
      <dgm:prSet presAssocID="{895188BA-6617-6F48-AF56-EA591F7B764F}" presName="sibTrans" presStyleCnt="0"/>
      <dgm:spPr/>
    </dgm:pt>
    <dgm:pt modelId="{39F3398F-EE72-6A43-B195-9F3FD4587544}" type="pres">
      <dgm:prSet presAssocID="{69169559-92C6-4840-8885-C207FCC6C6B4}" presName="compNode" presStyleCnt="0"/>
      <dgm:spPr/>
    </dgm:pt>
    <dgm:pt modelId="{A16AAD08-43B0-1E43-BAF0-12A15A9AC79F}" type="pres">
      <dgm:prSet presAssocID="{69169559-92C6-4840-8885-C207FCC6C6B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wer Plant with solid fill"/>
        </a:ext>
      </dgm:extLst>
    </dgm:pt>
    <dgm:pt modelId="{A44AE112-D453-0444-9E9F-029055C0843A}" type="pres">
      <dgm:prSet presAssocID="{69169559-92C6-4840-8885-C207FCC6C6B4}" presName="spaceRect" presStyleCnt="0"/>
      <dgm:spPr/>
    </dgm:pt>
    <dgm:pt modelId="{13A91EE7-C609-694A-ACAC-5854D0F18A69}" type="pres">
      <dgm:prSet presAssocID="{69169559-92C6-4840-8885-C207FCC6C6B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7DEC208-7321-4C8D-B8C5-B2E84F193D65}" type="presOf" srcId="{40C775DB-E3B6-434C-9495-5947E5265F56}" destId="{7B9E048D-9375-45B1-9000-884F88C63E67}" srcOrd="0" destOrd="0" presId="urn:microsoft.com/office/officeart/2018/2/layout/IconLabelList"/>
    <dgm:cxn modelId="{AB5F6D20-7753-A946-938D-1DFAF6A21BF8}" type="presOf" srcId="{4EF82C61-DB18-F940-B4F3-BDE25E64D11B}" destId="{BBE2AC1B-245B-A647-8FE8-D168467B1E9B}" srcOrd="0" destOrd="0" presId="urn:microsoft.com/office/officeart/2018/2/layout/IconLabelList"/>
    <dgm:cxn modelId="{88976E44-5454-C04F-A1E6-34F157311D07}" srcId="{40C775DB-E3B6-434C-9495-5947E5265F56}" destId="{69169559-92C6-4840-8885-C207FCC6C6B4}" srcOrd="1" destOrd="0" parTransId="{CE05A066-3A85-C14C-8AC4-1517B3DA4412}" sibTransId="{BDA46F9F-A6E9-8447-9DA5-B7577789642D}"/>
    <dgm:cxn modelId="{146F3273-FEFC-BD49-B707-501AA2E80A56}" type="presOf" srcId="{69169559-92C6-4840-8885-C207FCC6C6B4}" destId="{13A91EE7-C609-694A-ACAC-5854D0F18A69}" srcOrd="0" destOrd="0" presId="urn:microsoft.com/office/officeart/2018/2/layout/IconLabelList"/>
    <dgm:cxn modelId="{4D3C71D5-8156-FA4E-B9EC-D6B399DFDC23}" srcId="{40C775DB-E3B6-434C-9495-5947E5265F56}" destId="{4EF82C61-DB18-F940-B4F3-BDE25E64D11B}" srcOrd="0" destOrd="0" parTransId="{25A0A369-2C9D-E24A-A3C9-C0C5624FB86A}" sibTransId="{895188BA-6617-6F48-AF56-EA591F7B764F}"/>
    <dgm:cxn modelId="{2641BD44-AE9A-F749-AD2C-69A5631B0D34}" type="presParOf" srcId="{7B9E048D-9375-45B1-9000-884F88C63E67}" destId="{02A63821-ABBD-5242-A608-ACC89330D70C}" srcOrd="0" destOrd="0" presId="urn:microsoft.com/office/officeart/2018/2/layout/IconLabelList"/>
    <dgm:cxn modelId="{5E6CEAFC-7BC8-8C42-AC54-D516C39059EC}" type="presParOf" srcId="{02A63821-ABBD-5242-A608-ACC89330D70C}" destId="{42967333-770E-694A-A17E-0FC49442FE02}" srcOrd="0" destOrd="0" presId="urn:microsoft.com/office/officeart/2018/2/layout/IconLabelList"/>
    <dgm:cxn modelId="{32E6A91F-8060-504E-8D87-5795C606AF39}" type="presParOf" srcId="{02A63821-ABBD-5242-A608-ACC89330D70C}" destId="{F18F806A-6995-F54B-9DA6-0C16FCD4277D}" srcOrd="1" destOrd="0" presId="urn:microsoft.com/office/officeart/2018/2/layout/IconLabelList"/>
    <dgm:cxn modelId="{7EB70326-84D4-7640-953D-CD35D9576771}" type="presParOf" srcId="{02A63821-ABBD-5242-A608-ACC89330D70C}" destId="{BBE2AC1B-245B-A647-8FE8-D168467B1E9B}" srcOrd="2" destOrd="0" presId="urn:microsoft.com/office/officeart/2018/2/layout/IconLabelList"/>
    <dgm:cxn modelId="{D1DB8635-201D-6142-9F4D-7AA113336313}" type="presParOf" srcId="{7B9E048D-9375-45B1-9000-884F88C63E67}" destId="{9E845F73-BBC7-604A-9A91-EF2CEAFB7397}" srcOrd="1" destOrd="0" presId="urn:microsoft.com/office/officeart/2018/2/layout/IconLabelList"/>
    <dgm:cxn modelId="{2D245A84-045B-7B43-BEAC-924A164590DC}" type="presParOf" srcId="{7B9E048D-9375-45B1-9000-884F88C63E67}" destId="{39F3398F-EE72-6A43-B195-9F3FD4587544}" srcOrd="2" destOrd="0" presId="urn:microsoft.com/office/officeart/2018/2/layout/IconLabelList"/>
    <dgm:cxn modelId="{8CE6A388-7EC8-1340-97CC-2433455CC83C}" type="presParOf" srcId="{39F3398F-EE72-6A43-B195-9F3FD4587544}" destId="{A16AAD08-43B0-1E43-BAF0-12A15A9AC79F}" srcOrd="0" destOrd="0" presId="urn:microsoft.com/office/officeart/2018/2/layout/IconLabelList"/>
    <dgm:cxn modelId="{E6DD8189-3B0D-A647-B485-CDB680253289}" type="presParOf" srcId="{39F3398F-EE72-6A43-B195-9F3FD4587544}" destId="{A44AE112-D453-0444-9E9F-029055C0843A}" srcOrd="1" destOrd="0" presId="urn:microsoft.com/office/officeart/2018/2/layout/IconLabelList"/>
    <dgm:cxn modelId="{62C943B3-D7D8-8A49-99EA-DBF8A2908F48}" type="presParOf" srcId="{39F3398F-EE72-6A43-B195-9F3FD4587544}" destId="{13A91EE7-C609-694A-ACAC-5854D0F18A6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809F9-2300-4D2B-85D9-62A49F93B5D1}">
      <dsp:nvSpPr>
        <dsp:cNvPr id="0" name=""/>
        <dsp:cNvSpPr/>
      </dsp:nvSpPr>
      <dsp:spPr>
        <a:xfrm>
          <a:off x="0" y="511"/>
          <a:ext cx="5867399" cy="11971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FE1EC1-5EE5-4184-8DB3-B423A877EA6E}">
      <dsp:nvSpPr>
        <dsp:cNvPr id="0" name=""/>
        <dsp:cNvSpPr/>
      </dsp:nvSpPr>
      <dsp:spPr>
        <a:xfrm>
          <a:off x="362133" y="269867"/>
          <a:ext cx="658425" cy="6584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FEBCE-F768-4307-BED1-FD498699B2A1}">
      <dsp:nvSpPr>
        <dsp:cNvPr id="0" name=""/>
        <dsp:cNvSpPr/>
      </dsp:nvSpPr>
      <dsp:spPr>
        <a:xfrm>
          <a:off x="1382692" y="511"/>
          <a:ext cx="4484707" cy="1197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97" tIns="126697" rIns="126697" bIns="1266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Value Exchange</a:t>
          </a:r>
        </a:p>
      </dsp:txBody>
      <dsp:txXfrm>
        <a:off x="1382692" y="511"/>
        <a:ext cx="4484707" cy="1197136"/>
      </dsp:txXfrm>
    </dsp:sp>
    <dsp:sp modelId="{D5AB1735-7EA3-7141-BBBA-1119DA5C1C48}">
      <dsp:nvSpPr>
        <dsp:cNvPr id="0" name=""/>
        <dsp:cNvSpPr/>
      </dsp:nvSpPr>
      <dsp:spPr>
        <a:xfrm>
          <a:off x="0" y="1496932"/>
          <a:ext cx="5867399" cy="11971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06E8C-9EFC-0C4F-A2D0-53A66F69C782}">
      <dsp:nvSpPr>
        <dsp:cNvPr id="0" name=""/>
        <dsp:cNvSpPr/>
      </dsp:nvSpPr>
      <dsp:spPr>
        <a:xfrm>
          <a:off x="362133" y="1766287"/>
          <a:ext cx="658425" cy="6584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8AA55-4353-5648-BB9A-F65C15B46C95}">
      <dsp:nvSpPr>
        <dsp:cNvPr id="0" name=""/>
        <dsp:cNvSpPr/>
      </dsp:nvSpPr>
      <dsp:spPr>
        <a:xfrm>
          <a:off x="1382692" y="1496932"/>
          <a:ext cx="4484707" cy="1197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97" tIns="126697" rIns="126697" bIns="1266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Product as an investment</a:t>
          </a:r>
        </a:p>
      </dsp:txBody>
      <dsp:txXfrm>
        <a:off x="1382692" y="1496932"/>
        <a:ext cx="4484707" cy="1197136"/>
      </dsp:txXfrm>
    </dsp:sp>
    <dsp:sp modelId="{184B4437-7344-4AED-9775-31B1B4BD2619}">
      <dsp:nvSpPr>
        <dsp:cNvPr id="0" name=""/>
        <dsp:cNvSpPr/>
      </dsp:nvSpPr>
      <dsp:spPr>
        <a:xfrm>
          <a:off x="0" y="2993352"/>
          <a:ext cx="5867399" cy="11971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C0C63-7EA7-4028-B157-B8045FC8EA73}">
      <dsp:nvSpPr>
        <dsp:cNvPr id="0" name=""/>
        <dsp:cNvSpPr/>
      </dsp:nvSpPr>
      <dsp:spPr>
        <a:xfrm>
          <a:off x="362133" y="3262708"/>
          <a:ext cx="658425" cy="6584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21F5B-B527-4E89-A782-9593E840A86A}">
      <dsp:nvSpPr>
        <dsp:cNvPr id="0" name=""/>
        <dsp:cNvSpPr/>
      </dsp:nvSpPr>
      <dsp:spPr>
        <a:xfrm>
          <a:off x="1382692" y="2993352"/>
          <a:ext cx="4484707" cy="1197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97" tIns="126697" rIns="126697" bIns="1266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Costs</a:t>
          </a:r>
        </a:p>
      </dsp:txBody>
      <dsp:txXfrm>
        <a:off x="1382692" y="2993352"/>
        <a:ext cx="4484707" cy="11971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5D8E9-A192-5740-A8D8-75D7A5062408}">
      <dsp:nvSpPr>
        <dsp:cNvPr id="0" name=""/>
        <dsp:cNvSpPr/>
      </dsp:nvSpPr>
      <dsp:spPr>
        <a:xfrm>
          <a:off x="2335003" y="279078"/>
          <a:ext cx="3606547" cy="3606547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Functional</a:t>
          </a:r>
        </a:p>
      </dsp:txBody>
      <dsp:txXfrm>
        <a:off x="4235740" y="1043322"/>
        <a:ext cx="1288052" cy="1073377"/>
      </dsp:txXfrm>
    </dsp:sp>
    <dsp:sp modelId="{E80C2D92-9E28-F345-B89E-C8B640BA67EC}">
      <dsp:nvSpPr>
        <dsp:cNvPr id="0" name=""/>
        <dsp:cNvSpPr/>
      </dsp:nvSpPr>
      <dsp:spPr>
        <a:xfrm>
          <a:off x="2260726" y="407883"/>
          <a:ext cx="3606547" cy="3606547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Emotional</a:t>
          </a:r>
        </a:p>
      </dsp:txBody>
      <dsp:txXfrm>
        <a:off x="3119428" y="2747845"/>
        <a:ext cx="1932079" cy="944571"/>
      </dsp:txXfrm>
    </dsp:sp>
    <dsp:sp modelId="{C82F963C-EAA9-2E46-ACF5-6D8E2BEC75D9}">
      <dsp:nvSpPr>
        <dsp:cNvPr id="0" name=""/>
        <dsp:cNvSpPr/>
      </dsp:nvSpPr>
      <dsp:spPr>
        <a:xfrm>
          <a:off x="2186448" y="279078"/>
          <a:ext cx="3606547" cy="3606547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Economic</a:t>
          </a:r>
        </a:p>
      </dsp:txBody>
      <dsp:txXfrm>
        <a:off x="2604206" y="1043322"/>
        <a:ext cx="1288052" cy="1073377"/>
      </dsp:txXfrm>
    </dsp:sp>
    <dsp:sp modelId="{4FD4D3D9-CF72-2C41-970B-D972A1C478B1}">
      <dsp:nvSpPr>
        <dsp:cNvPr id="0" name=""/>
        <dsp:cNvSpPr/>
      </dsp:nvSpPr>
      <dsp:spPr>
        <a:xfrm>
          <a:off x="2112039" y="55815"/>
          <a:ext cx="4053072" cy="4053072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E1B04-B985-CC4B-9406-822197B87528}">
      <dsp:nvSpPr>
        <dsp:cNvPr id="0" name=""/>
        <dsp:cNvSpPr/>
      </dsp:nvSpPr>
      <dsp:spPr>
        <a:xfrm>
          <a:off x="2037463" y="184392"/>
          <a:ext cx="4053072" cy="4053072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9BCA0-B485-4C4F-BFEC-0D954A625547}">
      <dsp:nvSpPr>
        <dsp:cNvPr id="0" name=""/>
        <dsp:cNvSpPr/>
      </dsp:nvSpPr>
      <dsp:spPr>
        <a:xfrm>
          <a:off x="1962888" y="55815"/>
          <a:ext cx="4053072" cy="4053072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118A08-B005-43B6-864B-0A1E101DE46C}">
      <dsp:nvSpPr>
        <dsp:cNvPr id="0" name=""/>
        <dsp:cNvSpPr/>
      </dsp:nvSpPr>
      <dsp:spPr>
        <a:xfrm>
          <a:off x="0" y="735468"/>
          <a:ext cx="10972800" cy="135778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F387C-4844-4164-AF3B-170FABEB2211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00272-19D3-4FD4-BCDF-71525CCFE20C}">
      <dsp:nvSpPr>
        <dsp:cNvPr id="0" name=""/>
        <dsp:cNvSpPr/>
      </dsp:nvSpPr>
      <dsp:spPr>
        <a:xfrm>
          <a:off x="1568246" y="735468"/>
          <a:ext cx="94045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Objective – Focus on a specific niche segment</a:t>
          </a:r>
        </a:p>
      </dsp:txBody>
      <dsp:txXfrm>
        <a:off x="1568246" y="735468"/>
        <a:ext cx="9404553" cy="1357788"/>
      </dsp:txXfrm>
    </dsp:sp>
    <dsp:sp modelId="{76AFE6EF-657A-45AE-BA2F-347B01EFB565}">
      <dsp:nvSpPr>
        <dsp:cNvPr id="0" name=""/>
        <dsp:cNvSpPr/>
      </dsp:nvSpPr>
      <dsp:spPr>
        <a:xfrm>
          <a:off x="0" y="2432705"/>
          <a:ext cx="10972800" cy="135778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9CDB9-2449-4FB6-A65B-D8C8FC727A12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EA4B8-4E9E-4D0A-BA4F-E09B49DEF8C8}">
      <dsp:nvSpPr>
        <dsp:cNvPr id="0" name=""/>
        <dsp:cNvSpPr/>
      </dsp:nvSpPr>
      <dsp:spPr>
        <a:xfrm>
          <a:off x="1568246" y="2432705"/>
          <a:ext cx="94045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Benefits – Meet the unique needs better than anyone else</a:t>
          </a:r>
        </a:p>
      </dsp:txBody>
      <dsp:txXfrm>
        <a:off x="1568246" y="2432705"/>
        <a:ext cx="9404553" cy="1357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118A08-B005-43B6-864B-0A1E101DE46C}">
      <dsp:nvSpPr>
        <dsp:cNvPr id="0" name=""/>
        <dsp:cNvSpPr/>
      </dsp:nvSpPr>
      <dsp:spPr>
        <a:xfrm>
          <a:off x="0" y="735468"/>
          <a:ext cx="10972800" cy="135778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F387C-4844-4164-AF3B-170FABEB2211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00272-19D3-4FD4-BCDF-71525CCFE20C}">
      <dsp:nvSpPr>
        <dsp:cNvPr id="0" name=""/>
        <dsp:cNvSpPr/>
      </dsp:nvSpPr>
      <dsp:spPr>
        <a:xfrm>
          <a:off x="1568246" y="735468"/>
          <a:ext cx="94045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Objective – To offer a unique product or service</a:t>
          </a:r>
        </a:p>
      </dsp:txBody>
      <dsp:txXfrm>
        <a:off x="1568246" y="735468"/>
        <a:ext cx="9404553" cy="1357788"/>
      </dsp:txXfrm>
    </dsp:sp>
    <dsp:sp modelId="{76AFE6EF-657A-45AE-BA2F-347B01EFB565}">
      <dsp:nvSpPr>
        <dsp:cNvPr id="0" name=""/>
        <dsp:cNvSpPr/>
      </dsp:nvSpPr>
      <dsp:spPr>
        <a:xfrm>
          <a:off x="0" y="2432705"/>
          <a:ext cx="10972800" cy="135778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9CDB9-2449-4FB6-A65B-D8C8FC727A12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EA4B8-4E9E-4D0A-BA4F-E09B49DEF8C8}">
      <dsp:nvSpPr>
        <dsp:cNvPr id="0" name=""/>
        <dsp:cNvSpPr/>
      </dsp:nvSpPr>
      <dsp:spPr>
        <a:xfrm>
          <a:off x="1568246" y="2432705"/>
          <a:ext cx="94045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Benefits – Makes it hard to copy</a:t>
          </a:r>
        </a:p>
      </dsp:txBody>
      <dsp:txXfrm>
        <a:off x="1568246" y="2432705"/>
        <a:ext cx="9404553" cy="13577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A1907-B8F2-41A8-A96B-F35BA1CBFC99}">
      <dsp:nvSpPr>
        <dsp:cNvPr id="0" name=""/>
        <dsp:cNvSpPr/>
      </dsp:nvSpPr>
      <dsp:spPr>
        <a:xfrm>
          <a:off x="0" y="735468"/>
          <a:ext cx="10972800" cy="135778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DF3BA-092F-4908-BB2D-9D859C07D0AF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366D4-A994-443B-90E9-D5B61750D2E9}">
      <dsp:nvSpPr>
        <dsp:cNvPr id="0" name=""/>
        <dsp:cNvSpPr/>
      </dsp:nvSpPr>
      <dsp:spPr>
        <a:xfrm>
          <a:off x="1568246" y="735468"/>
          <a:ext cx="94045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Objective: To be the lowest cost producer in the industry</a:t>
          </a:r>
        </a:p>
      </dsp:txBody>
      <dsp:txXfrm>
        <a:off x="1568246" y="735468"/>
        <a:ext cx="9404553" cy="1357788"/>
      </dsp:txXfrm>
    </dsp:sp>
    <dsp:sp modelId="{01C3A6EC-C185-48C0-919C-9F45735D5074}">
      <dsp:nvSpPr>
        <dsp:cNvPr id="0" name=""/>
        <dsp:cNvSpPr/>
      </dsp:nvSpPr>
      <dsp:spPr>
        <a:xfrm>
          <a:off x="0" y="2432705"/>
          <a:ext cx="10972800" cy="135778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42C8D-0103-4625-A169-4001DA349B99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C8AAF-0C46-4DB9-9ADB-9EC1DC960A0B}">
      <dsp:nvSpPr>
        <dsp:cNvPr id="0" name=""/>
        <dsp:cNvSpPr/>
      </dsp:nvSpPr>
      <dsp:spPr>
        <a:xfrm>
          <a:off x="1568246" y="2432705"/>
          <a:ext cx="94045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Benefits: low cost can </a:t>
          </a:r>
          <a:r>
            <a:rPr lang="en-US" sz="2500" u="sng" kern="1200"/>
            <a:t>improve margins</a:t>
          </a:r>
          <a:r>
            <a:rPr lang="en-US" sz="2500" kern="1200"/>
            <a:t> or help </a:t>
          </a:r>
          <a:r>
            <a:rPr lang="en-US" sz="2500" u="sng" kern="1200"/>
            <a:t>offer lower prices</a:t>
          </a:r>
          <a:endParaRPr lang="en-US" sz="2500" kern="1200"/>
        </a:p>
      </dsp:txBody>
      <dsp:txXfrm>
        <a:off x="1568246" y="2432705"/>
        <a:ext cx="9404553" cy="13577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3B342-C009-4327-9142-03F2C0806435}">
      <dsp:nvSpPr>
        <dsp:cNvPr id="0" name=""/>
        <dsp:cNvSpPr/>
      </dsp:nvSpPr>
      <dsp:spPr>
        <a:xfrm>
          <a:off x="1417662" y="387244"/>
          <a:ext cx="740390" cy="740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4C492-9860-49EE-B7D1-77FF772764D6}">
      <dsp:nvSpPr>
        <dsp:cNvPr id="0" name=""/>
        <dsp:cNvSpPr/>
      </dsp:nvSpPr>
      <dsp:spPr>
        <a:xfrm>
          <a:off x="965201" y="1399192"/>
          <a:ext cx="1645312" cy="65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Political</a:t>
          </a:r>
        </a:p>
      </dsp:txBody>
      <dsp:txXfrm>
        <a:off x="965201" y="1399192"/>
        <a:ext cx="1645312" cy="658125"/>
      </dsp:txXfrm>
    </dsp:sp>
    <dsp:sp modelId="{5FE47F36-D82E-4D73-9634-54C46D598D16}">
      <dsp:nvSpPr>
        <dsp:cNvPr id="0" name=""/>
        <dsp:cNvSpPr/>
      </dsp:nvSpPr>
      <dsp:spPr>
        <a:xfrm>
          <a:off x="3350904" y="387244"/>
          <a:ext cx="740390" cy="740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39B0F-5661-4810-AE85-87C637C25AC8}">
      <dsp:nvSpPr>
        <dsp:cNvPr id="0" name=""/>
        <dsp:cNvSpPr/>
      </dsp:nvSpPr>
      <dsp:spPr>
        <a:xfrm>
          <a:off x="2898443" y="1399192"/>
          <a:ext cx="1645312" cy="65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Economic</a:t>
          </a:r>
        </a:p>
      </dsp:txBody>
      <dsp:txXfrm>
        <a:off x="2898443" y="1399192"/>
        <a:ext cx="1645312" cy="658125"/>
      </dsp:txXfrm>
    </dsp:sp>
    <dsp:sp modelId="{8A1C8243-A28C-49D5-851F-96155EBA8F45}">
      <dsp:nvSpPr>
        <dsp:cNvPr id="0" name=""/>
        <dsp:cNvSpPr/>
      </dsp:nvSpPr>
      <dsp:spPr>
        <a:xfrm>
          <a:off x="5284146" y="387244"/>
          <a:ext cx="740390" cy="7403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0D0BC-9805-4CFB-B151-65870E709BEF}">
      <dsp:nvSpPr>
        <dsp:cNvPr id="0" name=""/>
        <dsp:cNvSpPr/>
      </dsp:nvSpPr>
      <dsp:spPr>
        <a:xfrm>
          <a:off x="4831685" y="1399192"/>
          <a:ext cx="1645312" cy="65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Social</a:t>
          </a:r>
        </a:p>
      </dsp:txBody>
      <dsp:txXfrm>
        <a:off x="4831685" y="1399192"/>
        <a:ext cx="1645312" cy="658125"/>
      </dsp:txXfrm>
    </dsp:sp>
    <dsp:sp modelId="{97737656-9D5B-4E4A-A0CF-8578D5A7046F}">
      <dsp:nvSpPr>
        <dsp:cNvPr id="0" name=""/>
        <dsp:cNvSpPr/>
      </dsp:nvSpPr>
      <dsp:spPr>
        <a:xfrm>
          <a:off x="1417662" y="2468645"/>
          <a:ext cx="740390" cy="7403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05835-84B8-4344-A05D-20E803C05FA9}">
      <dsp:nvSpPr>
        <dsp:cNvPr id="0" name=""/>
        <dsp:cNvSpPr/>
      </dsp:nvSpPr>
      <dsp:spPr>
        <a:xfrm>
          <a:off x="965201" y="3480593"/>
          <a:ext cx="1645312" cy="65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Technological</a:t>
          </a:r>
        </a:p>
      </dsp:txBody>
      <dsp:txXfrm>
        <a:off x="965201" y="3480593"/>
        <a:ext cx="1645312" cy="658125"/>
      </dsp:txXfrm>
    </dsp:sp>
    <dsp:sp modelId="{F02A5BB6-13BE-452E-94BF-9FFA313CCF11}">
      <dsp:nvSpPr>
        <dsp:cNvPr id="0" name=""/>
        <dsp:cNvSpPr/>
      </dsp:nvSpPr>
      <dsp:spPr>
        <a:xfrm>
          <a:off x="3350904" y="2468645"/>
          <a:ext cx="740390" cy="7403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987C0-0D6C-439A-BF73-A3C696CAF9DD}">
      <dsp:nvSpPr>
        <dsp:cNvPr id="0" name=""/>
        <dsp:cNvSpPr/>
      </dsp:nvSpPr>
      <dsp:spPr>
        <a:xfrm>
          <a:off x="2898443" y="3480593"/>
          <a:ext cx="1645312" cy="65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Legal</a:t>
          </a:r>
        </a:p>
      </dsp:txBody>
      <dsp:txXfrm>
        <a:off x="2898443" y="3480593"/>
        <a:ext cx="1645312" cy="658125"/>
      </dsp:txXfrm>
    </dsp:sp>
    <dsp:sp modelId="{79A1C257-2413-4CD5-A47B-94EEA3CABF2C}">
      <dsp:nvSpPr>
        <dsp:cNvPr id="0" name=""/>
        <dsp:cNvSpPr/>
      </dsp:nvSpPr>
      <dsp:spPr>
        <a:xfrm>
          <a:off x="5284146" y="2468645"/>
          <a:ext cx="740390" cy="7403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9B2AB-1F5E-4F1F-8C5B-262A0472479C}">
      <dsp:nvSpPr>
        <dsp:cNvPr id="0" name=""/>
        <dsp:cNvSpPr/>
      </dsp:nvSpPr>
      <dsp:spPr>
        <a:xfrm>
          <a:off x="4831685" y="3480593"/>
          <a:ext cx="1645312" cy="65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Environmental</a:t>
          </a:r>
        </a:p>
      </dsp:txBody>
      <dsp:txXfrm>
        <a:off x="4831685" y="3480593"/>
        <a:ext cx="1645312" cy="6581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30604-6CA9-426B-9712-2FC1561A333E}">
      <dsp:nvSpPr>
        <dsp:cNvPr id="0" name=""/>
        <dsp:cNvSpPr/>
      </dsp:nvSpPr>
      <dsp:spPr>
        <a:xfrm>
          <a:off x="1105255" y="422713"/>
          <a:ext cx="1281678" cy="12816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428F9-4F7D-4995-8558-3A9DEB152699}">
      <dsp:nvSpPr>
        <dsp:cNvPr id="0" name=""/>
        <dsp:cNvSpPr/>
      </dsp:nvSpPr>
      <dsp:spPr>
        <a:xfrm>
          <a:off x="322006" y="2057686"/>
          <a:ext cx="28481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Geopolitics</a:t>
          </a:r>
        </a:p>
      </dsp:txBody>
      <dsp:txXfrm>
        <a:off x="322006" y="2057686"/>
        <a:ext cx="2848175" cy="720000"/>
      </dsp:txXfrm>
    </dsp:sp>
    <dsp:sp modelId="{5B586A3D-8F82-4E28-85E9-3826D1C5A681}">
      <dsp:nvSpPr>
        <dsp:cNvPr id="0" name=""/>
        <dsp:cNvSpPr/>
      </dsp:nvSpPr>
      <dsp:spPr>
        <a:xfrm>
          <a:off x="4451860" y="422713"/>
          <a:ext cx="1281678" cy="12816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728AB-A831-4C3A-9B72-64CA70A5F961}">
      <dsp:nvSpPr>
        <dsp:cNvPr id="0" name=""/>
        <dsp:cNvSpPr/>
      </dsp:nvSpPr>
      <dsp:spPr>
        <a:xfrm>
          <a:off x="3668612" y="2057686"/>
          <a:ext cx="28481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Political divides</a:t>
          </a:r>
        </a:p>
      </dsp:txBody>
      <dsp:txXfrm>
        <a:off x="3668612" y="2057686"/>
        <a:ext cx="2848175" cy="720000"/>
      </dsp:txXfrm>
    </dsp:sp>
    <dsp:sp modelId="{EFE5B866-C3C1-4CA5-95B6-CC332ECAC3A5}">
      <dsp:nvSpPr>
        <dsp:cNvPr id="0" name=""/>
        <dsp:cNvSpPr/>
      </dsp:nvSpPr>
      <dsp:spPr>
        <a:xfrm>
          <a:off x="7798466" y="422713"/>
          <a:ext cx="1281678" cy="12816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1CC31-0F0F-40C0-B09A-02C62BA54351}">
      <dsp:nvSpPr>
        <dsp:cNvPr id="0" name=""/>
        <dsp:cNvSpPr/>
      </dsp:nvSpPr>
      <dsp:spPr>
        <a:xfrm>
          <a:off x="7015218" y="2057686"/>
          <a:ext cx="28481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Policies</a:t>
          </a:r>
        </a:p>
      </dsp:txBody>
      <dsp:txXfrm>
        <a:off x="7015218" y="2057686"/>
        <a:ext cx="2848175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16205-09D4-499F-B874-3B4193C79B25}">
      <dsp:nvSpPr>
        <dsp:cNvPr id="0" name=""/>
        <dsp:cNvSpPr/>
      </dsp:nvSpPr>
      <dsp:spPr>
        <a:xfrm>
          <a:off x="638899" y="67641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4DFDF-DF5E-46A1-979B-F0682DA3B342}">
      <dsp:nvSpPr>
        <dsp:cNvPr id="0" name=""/>
        <dsp:cNvSpPr/>
      </dsp:nvSpPr>
      <dsp:spPr>
        <a:xfrm>
          <a:off x="143899" y="175651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Economic Growth</a:t>
          </a:r>
        </a:p>
      </dsp:txBody>
      <dsp:txXfrm>
        <a:off x="143899" y="1756511"/>
        <a:ext cx="1800000" cy="720000"/>
      </dsp:txXfrm>
    </dsp:sp>
    <dsp:sp modelId="{B65BFA25-8666-4B4A-8352-89CC3904DE5D}">
      <dsp:nvSpPr>
        <dsp:cNvPr id="0" name=""/>
        <dsp:cNvSpPr/>
      </dsp:nvSpPr>
      <dsp:spPr>
        <a:xfrm>
          <a:off x="2753900" y="67641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63196-5D6A-4167-87DD-0DED1EF42A7B}">
      <dsp:nvSpPr>
        <dsp:cNvPr id="0" name=""/>
        <dsp:cNvSpPr/>
      </dsp:nvSpPr>
      <dsp:spPr>
        <a:xfrm>
          <a:off x="2258900" y="175651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Inflation</a:t>
          </a:r>
        </a:p>
      </dsp:txBody>
      <dsp:txXfrm>
        <a:off x="2258900" y="1756511"/>
        <a:ext cx="1800000" cy="720000"/>
      </dsp:txXfrm>
    </dsp:sp>
    <dsp:sp modelId="{34FB6610-48E5-44F2-8E1D-3E054AE9B90D}">
      <dsp:nvSpPr>
        <dsp:cNvPr id="0" name=""/>
        <dsp:cNvSpPr/>
      </dsp:nvSpPr>
      <dsp:spPr>
        <a:xfrm>
          <a:off x="4868899" y="67641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C70BA-2631-49E3-AC1C-D3AEFED20174}">
      <dsp:nvSpPr>
        <dsp:cNvPr id="0" name=""/>
        <dsp:cNvSpPr/>
      </dsp:nvSpPr>
      <dsp:spPr>
        <a:xfrm>
          <a:off x="4373900" y="175651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Interest Rates</a:t>
          </a:r>
        </a:p>
      </dsp:txBody>
      <dsp:txXfrm>
        <a:off x="4373900" y="1756511"/>
        <a:ext cx="1800000" cy="720000"/>
      </dsp:txXfrm>
    </dsp:sp>
    <dsp:sp modelId="{07DD62F1-0AA0-4293-B8E9-6D5F40A3A425}">
      <dsp:nvSpPr>
        <dsp:cNvPr id="0" name=""/>
        <dsp:cNvSpPr/>
      </dsp:nvSpPr>
      <dsp:spPr>
        <a:xfrm>
          <a:off x="6983900" y="67641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C62FD-B1E6-4FCF-93CD-E8392E7877B4}">
      <dsp:nvSpPr>
        <dsp:cNvPr id="0" name=""/>
        <dsp:cNvSpPr/>
      </dsp:nvSpPr>
      <dsp:spPr>
        <a:xfrm>
          <a:off x="6488899" y="175651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Disposable Income</a:t>
          </a:r>
        </a:p>
      </dsp:txBody>
      <dsp:txXfrm>
        <a:off x="6488899" y="1756511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16205-09D4-499F-B874-3B4193C79B25}">
      <dsp:nvSpPr>
        <dsp:cNvPr id="0" name=""/>
        <dsp:cNvSpPr/>
      </dsp:nvSpPr>
      <dsp:spPr>
        <a:xfrm>
          <a:off x="1090306" y="134445"/>
          <a:ext cx="1731375" cy="1731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4DFDF-DF5E-46A1-979B-F0682DA3B342}">
      <dsp:nvSpPr>
        <dsp:cNvPr id="0" name=""/>
        <dsp:cNvSpPr/>
      </dsp:nvSpPr>
      <dsp:spPr>
        <a:xfrm>
          <a:off x="32243" y="2298485"/>
          <a:ext cx="384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Cultural Trends</a:t>
          </a:r>
        </a:p>
      </dsp:txBody>
      <dsp:txXfrm>
        <a:off x="32243" y="2298485"/>
        <a:ext cx="3847500" cy="720000"/>
      </dsp:txXfrm>
    </dsp:sp>
    <dsp:sp modelId="{B65BFA25-8666-4B4A-8352-89CC3904DE5D}">
      <dsp:nvSpPr>
        <dsp:cNvPr id="0" name=""/>
        <dsp:cNvSpPr/>
      </dsp:nvSpPr>
      <dsp:spPr>
        <a:xfrm>
          <a:off x="5611118" y="134445"/>
          <a:ext cx="1731375" cy="1731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63196-5D6A-4167-87DD-0DED1EF42A7B}">
      <dsp:nvSpPr>
        <dsp:cNvPr id="0" name=""/>
        <dsp:cNvSpPr/>
      </dsp:nvSpPr>
      <dsp:spPr>
        <a:xfrm>
          <a:off x="4553056" y="2298485"/>
          <a:ext cx="384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Demographics</a:t>
          </a:r>
        </a:p>
      </dsp:txBody>
      <dsp:txXfrm>
        <a:off x="4553056" y="2298485"/>
        <a:ext cx="38475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16205-09D4-499F-B874-3B4193C79B25}">
      <dsp:nvSpPr>
        <dsp:cNvPr id="0" name=""/>
        <dsp:cNvSpPr/>
      </dsp:nvSpPr>
      <dsp:spPr>
        <a:xfrm>
          <a:off x="1090306" y="134445"/>
          <a:ext cx="1731375" cy="1731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4DFDF-DF5E-46A1-979B-F0682DA3B342}">
      <dsp:nvSpPr>
        <dsp:cNvPr id="0" name=""/>
        <dsp:cNvSpPr/>
      </dsp:nvSpPr>
      <dsp:spPr>
        <a:xfrm>
          <a:off x="32243" y="2298485"/>
          <a:ext cx="384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Innovation</a:t>
          </a:r>
        </a:p>
      </dsp:txBody>
      <dsp:txXfrm>
        <a:off x="32243" y="2298485"/>
        <a:ext cx="3847500" cy="720000"/>
      </dsp:txXfrm>
    </dsp:sp>
    <dsp:sp modelId="{B65BFA25-8666-4B4A-8352-89CC3904DE5D}">
      <dsp:nvSpPr>
        <dsp:cNvPr id="0" name=""/>
        <dsp:cNvSpPr/>
      </dsp:nvSpPr>
      <dsp:spPr>
        <a:xfrm>
          <a:off x="5611118" y="134445"/>
          <a:ext cx="1731375" cy="1731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63196-5D6A-4167-87DD-0DED1EF42A7B}">
      <dsp:nvSpPr>
        <dsp:cNvPr id="0" name=""/>
        <dsp:cNvSpPr/>
      </dsp:nvSpPr>
      <dsp:spPr>
        <a:xfrm>
          <a:off x="4553056" y="2298485"/>
          <a:ext cx="384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Awareness</a:t>
          </a:r>
        </a:p>
      </dsp:txBody>
      <dsp:txXfrm>
        <a:off x="4553056" y="2298485"/>
        <a:ext cx="38475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FAD0A-815C-CB45-81F3-A24894E53506}">
      <dsp:nvSpPr>
        <dsp:cNvPr id="0" name=""/>
        <dsp:cNvSpPr/>
      </dsp:nvSpPr>
      <dsp:spPr>
        <a:xfrm>
          <a:off x="638899" y="67641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2115F-2C8D-B240-8D35-0C7E0E704FDA}">
      <dsp:nvSpPr>
        <dsp:cNvPr id="0" name=""/>
        <dsp:cNvSpPr/>
      </dsp:nvSpPr>
      <dsp:spPr>
        <a:xfrm>
          <a:off x="143899" y="175651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 err="1"/>
            <a:t>Labor</a:t>
          </a:r>
          <a:endParaRPr lang="en-GB" sz="3600" kern="1200" dirty="0"/>
        </a:p>
      </dsp:txBody>
      <dsp:txXfrm>
        <a:off x="143899" y="1756511"/>
        <a:ext cx="1800000" cy="720000"/>
      </dsp:txXfrm>
    </dsp:sp>
    <dsp:sp modelId="{108A79CF-AB9C-AE47-8DAA-3CAC58826F56}">
      <dsp:nvSpPr>
        <dsp:cNvPr id="0" name=""/>
        <dsp:cNvSpPr/>
      </dsp:nvSpPr>
      <dsp:spPr>
        <a:xfrm>
          <a:off x="2753900" y="67641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F55A3-9174-9940-863E-EAD0676DEC4E}">
      <dsp:nvSpPr>
        <dsp:cNvPr id="0" name=""/>
        <dsp:cNvSpPr/>
      </dsp:nvSpPr>
      <dsp:spPr>
        <a:xfrm>
          <a:off x="2258900" y="175651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Safety</a:t>
          </a:r>
        </a:p>
      </dsp:txBody>
      <dsp:txXfrm>
        <a:off x="2258900" y="1756511"/>
        <a:ext cx="1800000" cy="720000"/>
      </dsp:txXfrm>
    </dsp:sp>
    <dsp:sp modelId="{17C5F757-A8FB-1844-A4B7-FC55AAB95CC9}">
      <dsp:nvSpPr>
        <dsp:cNvPr id="0" name=""/>
        <dsp:cNvSpPr/>
      </dsp:nvSpPr>
      <dsp:spPr>
        <a:xfrm>
          <a:off x="4868899" y="67641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526FC-8277-5A4B-A303-9B2F6280C382}">
      <dsp:nvSpPr>
        <dsp:cNvPr id="0" name=""/>
        <dsp:cNvSpPr/>
      </dsp:nvSpPr>
      <dsp:spPr>
        <a:xfrm>
          <a:off x="4373900" y="175651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Privacy</a:t>
          </a:r>
        </a:p>
      </dsp:txBody>
      <dsp:txXfrm>
        <a:off x="4373900" y="1756511"/>
        <a:ext cx="1800000" cy="720000"/>
      </dsp:txXfrm>
    </dsp:sp>
    <dsp:sp modelId="{C48F61FB-DB4E-DB42-9C20-072649832935}">
      <dsp:nvSpPr>
        <dsp:cNvPr id="0" name=""/>
        <dsp:cNvSpPr/>
      </dsp:nvSpPr>
      <dsp:spPr>
        <a:xfrm>
          <a:off x="6983900" y="67641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C7A5F-41ED-D44B-B78B-9E21AA3E753E}">
      <dsp:nvSpPr>
        <dsp:cNvPr id="0" name=""/>
        <dsp:cNvSpPr/>
      </dsp:nvSpPr>
      <dsp:spPr>
        <a:xfrm>
          <a:off x="6488899" y="175651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Tax</a:t>
          </a:r>
        </a:p>
      </dsp:txBody>
      <dsp:txXfrm>
        <a:off x="6488899" y="1756511"/>
        <a:ext cx="18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67333-770E-694A-A17E-0FC49442FE02}">
      <dsp:nvSpPr>
        <dsp:cNvPr id="0" name=""/>
        <dsp:cNvSpPr/>
      </dsp:nvSpPr>
      <dsp:spPr>
        <a:xfrm>
          <a:off x="1090306" y="134445"/>
          <a:ext cx="1731375" cy="1731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2AC1B-245B-A647-8FE8-D168467B1E9B}">
      <dsp:nvSpPr>
        <dsp:cNvPr id="0" name=""/>
        <dsp:cNvSpPr/>
      </dsp:nvSpPr>
      <dsp:spPr>
        <a:xfrm>
          <a:off x="32243" y="2298485"/>
          <a:ext cx="384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11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Sustainability</a:t>
          </a:r>
          <a:endParaRPr lang="en-GB" sz="4300" kern="1200" dirty="0"/>
        </a:p>
      </dsp:txBody>
      <dsp:txXfrm>
        <a:off x="32243" y="2298485"/>
        <a:ext cx="3847500" cy="720000"/>
      </dsp:txXfrm>
    </dsp:sp>
    <dsp:sp modelId="{A16AAD08-43B0-1E43-BAF0-12A15A9AC79F}">
      <dsp:nvSpPr>
        <dsp:cNvPr id="0" name=""/>
        <dsp:cNvSpPr/>
      </dsp:nvSpPr>
      <dsp:spPr>
        <a:xfrm>
          <a:off x="5611118" y="134445"/>
          <a:ext cx="1731375" cy="1731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91EE7-C609-694A-ACAC-5854D0F18A69}">
      <dsp:nvSpPr>
        <dsp:cNvPr id="0" name=""/>
        <dsp:cNvSpPr/>
      </dsp:nvSpPr>
      <dsp:spPr>
        <a:xfrm>
          <a:off x="4553056" y="2298485"/>
          <a:ext cx="384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11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 dirty="0"/>
            <a:t>Carbon Footprint</a:t>
          </a:r>
        </a:p>
      </dsp:txBody>
      <dsp:txXfrm>
        <a:off x="4553056" y="2298485"/>
        <a:ext cx="384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16888-5FFD-474F-AD57-4AC70FF07A82}" type="datetimeFigureOut">
              <a:rPr lang="en-US" smtClean="0"/>
              <a:t>8/9/25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07901-BB8B-7E4D-8FB9-39CBADF6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6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your 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06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Reach your goal? Does the goal stay the same all the time?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Gives you a plan – Proactive Vs Reactive</a:t>
            </a:r>
          </a:p>
          <a:p>
            <a:r>
              <a:rPr lang="en-US" dirty="0"/>
              <a:t>Unique value better than “BETTER” value</a:t>
            </a:r>
          </a:p>
          <a:p>
            <a:r>
              <a:rPr lang="en-US" dirty="0"/>
              <a:t>Sustained competitive advantage</a:t>
            </a:r>
          </a:p>
          <a:p>
            <a:r>
              <a:rPr lang="en-US" dirty="0"/>
              <a:t>Why did Apple decide to make their own chips M1/ A1 </a:t>
            </a:r>
            <a:r>
              <a:rPr lang="en-US" dirty="0" err="1"/>
              <a:t>etc</a:t>
            </a:r>
            <a:r>
              <a:rPr lang="en-US" dirty="0"/>
              <a:t>? Was it a strategic move?</a:t>
            </a:r>
          </a:p>
          <a:p>
            <a:endParaRPr lang="en-US" dirty="0"/>
          </a:p>
          <a:p>
            <a:r>
              <a:rPr lang="en-US" dirty="0"/>
              <a:t>The best way to predict the future is to create 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82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82EA-4EB7-0248-AF84-AC150180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CC59D-4B91-2549-D501-37A5C3CE2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87950-7BF6-CA5F-2D21-E512C431B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when they started</a:t>
            </a:r>
          </a:p>
          <a:p>
            <a:endParaRPr lang="en-US" dirty="0"/>
          </a:p>
          <a:p>
            <a:r>
              <a:rPr lang="en-US" dirty="0"/>
              <a:t>Do you have the discipline to say NO?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Definition: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Concentrating on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niche market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serving it better than competitors who target broader audiences.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Variants: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 Focus: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 the lowest-cost provider in a niche (e.g., low-cost carriers targeting specific routes).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Differentiation Focus: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Offer a unique product for a narrow segment (e.g., luxury watchmakers like Patek Philippe).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early days with Technology Books, Dollar Shave Club (direct-to-consumer razors).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Enablers: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Sharp segmentation and targeting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understanding of niche needs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Tailored marketing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0D44E-F8F2-9785-78DB-F3EB3853A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42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AirBnB</a:t>
            </a:r>
            <a:endParaRPr lang="en-US" dirty="0"/>
          </a:p>
          <a:p>
            <a:r>
              <a:rPr lang="en-US" dirty="0"/>
              <a:t>Amazon when they started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Differentiation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Definition: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Offering products/services that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perceived as unique and valuable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allowing you to charge a premium.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it Works: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 on brand, innovation, design, service, or other attributes customers value.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 sensitivity reduces because customers see fewer substitutes.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Apple (design + ecosystem), Amazon early days (book comes to you),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AirBnB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(stay in host homes).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Enablers: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R&amp;D and product design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Marketing and brand building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customer insight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7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</a:t>
            </a:r>
          </a:p>
          <a:p>
            <a:r>
              <a:rPr lang="en-US" dirty="0" err="1"/>
              <a:t>Booking.com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- what do you need to be able to get cost leadership – economies of scale/ technology &amp; process innovation/ </a:t>
            </a:r>
          </a:p>
          <a:p>
            <a:endParaRPr lang="en-US" dirty="0"/>
          </a:p>
          <a:p>
            <a:r>
              <a:rPr lang="en-US" dirty="0"/>
              <a:t>Can you start off with a cost leadership strategy? Any Indian examples that pulled this off? (Jio)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Cost Leadership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Definition: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Becoming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lowest-cost producer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your industry while maintaining acceptable quality.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it Works: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Achieve scale economies, efficient operations, and tight cost control.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 savings to customers through lower prices (to win market share) or keep prices stable but enjoy higher margins.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Walmart (retail), Southwest Airlines (air travel), Xiaomi (smartphones in early years).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Enablers: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Large-scale production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 chain mastery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Lean processes and technology automation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43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Shifts Often Require Capability Transitions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from differentiation to cost leadership (like Amazon) isn’t just a pricing change — it often requires re-architecting operations, culture, and even leadership mindset.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Segmentation is Core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“Focus” is not simply “small market” — it’s a deliberate choice of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not to serve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Even cost leadership and differentiation benefit from sharp customer clarity.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Lifecycle Effect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 and market maturity stages influence which strategy makes sense. New markets often reward differentiation; mature, commoditized markets reward cost leadership.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35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Tariffs!!!!</a:t>
            </a:r>
          </a:p>
          <a:p>
            <a:r>
              <a:rPr lang="en-US" dirty="0"/>
              <a:t>Data hosting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Lobbying to impact policy - MNP?</a:t>
            </a:r>
          </a:p>
          <a:p>
            <a:r>
              <a:rPr lang="en-US" dirty="0"/>
              <a:t>DEI teams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34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Purchasing power parity and country specific pricing</a:t>
            </a:r>
          </a:p>
          <a:p>
            <a:r>
              <a:rPr lang="en-US" dirty="0" err="1"/>
              <a:t>Mens</a:t>
            </a:r>
            <a:r>
              <a:rPr lang="en-US" dirty="0"/>
              <a:t> underwear and the state of the economy - https://</a:t>
            </a:r>
            <a:r>
              <a:rPr lang="en-US" dirty="0" err="1"/>
              <a:t>economictimes.indiatimes.com</a:t>
            </a:r>
            <a:r>
              <a:rPr lang="en-US" dirty="0"/>
              <a:t>/prime/money-and-markets/mens-underwear-sales-are-falling-should-indian-economy-prepare-for-a-below-the-belt-jolt/</a:t>
            </a:r>
            <a:r>
              <a:rPr lang="en-US" dirty="0" err="1"/>
              <a:t>primearticleshow</a:t>
            </a:r>
            <a:r>
              <a:rPr lang="en-US" dirty="0"/>
              <a:t>/98254338.cms</a:t>
            </a:r>
          </a:p>
          <a:p>
            <a:r>
              <a:rPr lang="en-US" dirty="0"/>
              <a:t>Lipstick sales during depression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23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Ads going wrong because of the social environment</a:t>
            </a:r>
          </a:p>
          <a:p>
            <a:r>
              <a:rPr lang="en-US" dirty="0"/>
              <a:t>Aspirations, Younger population – sales of cars with sunroof. </a:t>
            </a:r>
          </a:p>
          <a:p>
            <a:r>
              <a:rPr lang="en-US" dirty="0"/>
              <a:t>House purchasing age – late 40s to mid 20s to </a:t>
            </a:r>
            <a:r>
              <a:rPr lang="en-US" dirty="0" err="1"/>
              <a:t>millenials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Cristiano Ronaldo – coke vs water. Coke lost $4bn in market cap!- https://</a:t>
            </a:r>
            <a:r>
              <a:rPr lang="en-US" dirty="0" err="1"/>
              <a:t>youtu.be</a:t>
            </a:r>
            <a:r>
              <a:rPr lang="en-US" dirty="0"/>
              <a:t>/x2ZLS1V3iMw?si=QiE0URadkljPosZQ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Jumbotron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0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of new technology to solve problems better – usage of </a:t>
            </a:r>
            <a:r>
              <a:rPr lang="en-US" dirty="0" err="1"/>
              <a:t>GenAI</a:t>
            </a:r>
            <a:r>
              <a:rPr lang="en-US" dirty="0"/>
              <a:t>? How did music distribution change over the years? What about movies?</a:t>
            </a:r>
          </a:p>
          <a:p>
            <a:r>
              <a:rPr lang="en-US" dirty="0"/>
              <a:t>- process/ distribution/ sourcing</a:t>
            </a:r>
          </a:p>
          <a:p>
            <a:endParaRPr lang="en-US" dirty="0"/>
          </a:p>
          <a:p>
            <a:r>
              <a:rPr lang="en-US" dirty="0"/>
              <a:t>Are customers aware of possibilities?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82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Labor laws – mental health – Merchant Risk monitoring – employee exposure to potentially illegal websites</a:t>
            </a:r>
          </a:p>
          <a:p>
            <a:endParaRPr lang="en-US" dirty="0"/>
          </a:p>
          <a:p>
            <a:r>
              <a:rPr lang="en-US" dirty="0"/>
              <a:t>Facebook again! Teen safety</a:t>
            </a:r>
          </a:p>
          <a:p>
            <a:endParaRPr lang="en-US" dirty="0"/>
          </a:p>
          <a:p>
            <a:r>
              <a:rPr lang="en-US" dirty="0"/>
              <a:t>Privacy concerns – move from </a:t>
            </a:r>
            <a:r>
              <a:rPr lang="en-US" dirty="0" err="1"/>
              <a:t>whatsapp</a:t>
            </a:r>
            <a:r>
              <a:rPr lang="en-US" dirty="0"/>
              <a:t> to signal/ telegram</a:t>
            </a:r>
          </a:p>
          <a:p>
            <a:endParaRPr lang="en-US" dirty="0"/>
          </a:p>
          <a:p>
            <a:r>
              <a:rPr lang="en-US" dirty="0"/>
              <a:t>Copyright – music streaming rights in different countries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Tax structures - GST?</a:t>
            </a:r>
          </a:p>
          <a:p>
            <a:r>
              <a:rPr lang="en-US" dirty="0"/>
              <a:t>– where do you base your company HQ?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02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Patagonia</a:t>
            </a:r>
          </a:p>
          <a:p>
            <a:r>
              <a:rPr lang="en-US" dirty="0"/>
              <a:t>EV market</a:t>
            </a:r>
          </a:p>
          <a:p>
            <a:r>
              <a:rPr lang="en-US" dirty="0"/>
              <a:t>Move from paper to e-paper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86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6F4C1-B371-63BC-CEA1-3E0443DF7351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7A518-0EB7-F6A5-CEB3-3B509AC9F7A8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1967A4-7E5A-F9A9-CB35-C6C7F1CEE1E5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F13C5-8798-2C25-4493-3457A7D06054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999400A4-1CB2-9051-CB0E-0A1B5CE9DD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46F3B2-7F21-0CA8-1824-C6727EDD31FE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BDD20-7142-9744-80A4-18FD33D5EAE8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1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F90EC-0745-7E9F-0510-D5AB37F5CC98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16D80-0F45-2768-B84C-AC30A4B99677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0BEF9-78F1-22EC-BFE3-DBF2B053C5F2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01178-96C5-59E4-B790-C8A7236881AA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2F960195-B344-C921-7B59-B7C42D7257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4082D-27B9-C1E8-CCB6-21398E95F666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183E4-8393-1E07-66C5-8E174C81C819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6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78A451AA-0746-B1D4-1762-48DF10B2EB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E029DE-4E3A-4A12-A23F-4A453DA997DD}"/>
              </a:ext>
            </a:extLst>
          </p:cNvPr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FE8D8F83-F4A7-FD02-B4A2-F2C8EC6D39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7E6AC2-3D5E-B0FB-1D8E-59C132065437}"/>
              </a:ext>
            </a:extLst>
          </p:cNvPr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BD2B7-5D34-50DC-7126-303F90B23D27}"/>
              </a:ext>
            </a:extLst>
          </p:cNvPr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95F5F-CBB2-90AD-B9E2-0DE72D2B1C96}"/>
              </a:ext>
            </a:extLst>
          </p:cNvPr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3DD41-7D1E-2B1C-73A1-4C7C026A03FE}"/>
              </a:ext>
            </a:extLst>
          </p:cNvPr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A837E-AE1D-1B14-93D0-EDA849DFE0C2}"/>
              </a:ext>
            </a:extLst>
          </p:cNvPr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02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787DF-7FDC-71A0-68F1-391AA083D685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2AC9E22D-67FE-9FD6-B152-4D4A39E881E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4A15DE-75A2-3E13-CA96-399103A6D3FE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6D7328-9101-702C-3349-9ECF74D00899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DFCFD-B7A4-9358-B321-820A79289448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3BCDBF7F-ADDC-70AC-450F-9C268E4FE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646D5C53-61DF-6F65-8E8D-935FC72C3D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826D55-5050-1A58-84B2-387533C157D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791F12-0FF1-6829-3771-BD8F023BF0E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7C7F28-7FC2-D627-9757-DB8C5284732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3B449E19-05FE-0EC2-489B-1F9F40CD380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2BC1F6-CB3B-794E-CB2E-1491BCE5BCA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484643-2902-C35C-112C-56F24DA8447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2C65AB-C337-CB37-D234-BE4462CD0F2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315FD79-B9B9-340F-F8D2-277D04662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2728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3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CB3F9B1F-867C-EC25-0C04-DB341C3E5F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7A459421-2319-E18E-EFA6-41A53A206A9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EDBF78-B510-27AC-969C-A42521734A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7C862E-1198-9607-4F16-D61277ABD57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FC8239-77C9-521C-5942-9865AFAAB16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ED499DC2-04A4-2B05-E7FE-B30CE0FD644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870F2C-C7D2-5CA1-6D1F-D360994DA04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C78396-65A4-2E74-0A3A-30697DD513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966ACC-7FE5-FC35-B0A9-7E723A7ED3B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A110F75-1685-2FF1-C3E3-4A01AF2977B4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E3F788C-405A-DE7E-C7F9-2974934E1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2728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96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E38AC30A-EA15-268D-27F6-1554AC1D06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37A389-B5AE-2E8B-1C0E-67F4079FECF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1E054C-4184-FC52-6081-7815548C18A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76A227-11C9-7D0D-1A61-2C3E52822E6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6815CEEC-35E2-8CC7-661F-41BD08614E6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F3A05D-6094-E546-768A-E69BB41C42F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2624F4-3652-6C87-A1DC-123572BF378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B87FA4-EB11-A94C-B040-40A5068BFD8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BFD271EC-1594-E23F-77BD-19DE714DB0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8F2954-7E81-F252-859C-C1BAC280CA70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0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2"/>
            <a:ext cx="5389033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0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EAC55CE-28E9-6859-A25F-479FCA6A6F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02728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245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BB64361-28A6-DFFF-E85E-714AF889F0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F8F244C-6559-87E4-FCB4-587302A3AB3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605ECF-A3BC-5186-45CE-8CA88DA38C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806DCE-9255-F2E2-902D-27146983D3B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29692ECC-3B99-B3F3-A43B-7DA00B08E06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A5879F-260A-DD85-69E6-B59FDD95524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1CD090-47A2-FDF6-614E-34C8D3CD22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2E2A2-DD41-B565-9C98-301EE42DBD3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FC1AB2B4-BB04-CE2C-DDDC-60B8A2168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E2D532-445A-49EE-4D92-3CC2A530EA12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AE00F3-8480-9B9E-9267-D1F54D8F1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2728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62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CF204-B4DA-19F8-A95C-600E736E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76A98CF-2FD4-3001-9D9E-D7F37EEC1E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5557-86AA-54E4-D77C-3148B531F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BE07-73D3-50BE-02A5-B17FFB8A5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9600" y="6412622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boylston-chess-club.blogspot.com/2013/08/this-saturday-august-3rd-bcc-quads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hyperlink" Target="http://pestleanalysis.com/" TargetMode="Externa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economictimes.indiatimes.com/prime/money-and-markets/mens-underwear-sales-are-falling-should-indian-economy-prepare-for-a-below-the-belt-jolt/primearticleshow/98254338.cms" TargetMode="Externa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x2ZLS1V3iMw?si=QiE0URadkljPosZQ" TargetMode="Externa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1E1709-732B-D83F-467D-D2FDB123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Product Strategy &amp; Planning</a:t>
            </a:r>
          </a:p>
        </p:txBody>
      </p:sp>
      <p:sp>
        <p:nvSpPr>
          <p:cNvPr id="13315" name="Content Placeholder 5">
            <a:extLst>
              <a:ext uri="{FF2B5EF4-FFF2-40B4-BE49-F238E27FC236}">
                <a16:creationId xmlns:a16="http://schemas.microsoft.com/office/drawing/2014/main" id="{9B2DAEF6-6F9A-B62B-285D-D897E19EEA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Rahul Mohandas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F6331-FA13-C3D2-E2AC-DE29B104FF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en-US" dirty="0">
                <a:latin typeface="Arial" charset="0"/>
                <a:cs typeface="Arial" charset="0"/>
              </a:rPr>
              <a:t>S1-25_SEZG508 Product Strategy &amp; Planning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Session #3 – Saturday, 9 Aug 2025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Rahul Mohandas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447B1-7827-84C3-4F36-B24D090712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Discussion On Week 2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17AFCBBD-D6A0-741F-2704-749F73C7F9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52583"/>
              </p:ext>
            </p:extLst>
          </p:nvPr>
        </p:nvGraphicFramePr>
        <p:xfrm>
          <a:off x="3162300" y="1828800"/>
          <a:ext cx="5867400" cy="4191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AF1C5F-ED4E-7B1D-B316-480C0A1FA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748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5A459-19E1-1331-9348-7B63ACB8C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9F1FD7-7BE0-49A4-D2C7-0FBF3DF9A9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is Value?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7BB8FC2-D0C9-551E-45C7-17D22982A6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3195756"/>
              </p:ext>
            </p:extLst>
          </p:nvPr>
        </p:nvGraphicFramePr>
        <p:xfrm>
          <a:off x="2032000" y="1676400"/>
          <a:ext cx="8128000" cy="4293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0F74A7-2F35-F595-2D9F-28D4637AFDC5}"/>
              </a:ext>
            </a:extLst>
          </p:cNvPr>
          <p:cNvSpPr txBox="1"/>
          <p:nvPr/>
        </p:nvSpPr>
        <p:spPr>
          <a:xfrm>
            <a:off x="2351584" y="2852936"/>
            <a:ext cx="2232248" cy="86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Makes Money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Saves Money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DC768-36B4-AF68-4452-071BEF8466AF}"/>
              </a:ext>
            </a:extLst>
          </p:cNvPr>
          <p:cNvSpPr txBox="1"/>
          <p:nvPr/>
        </p:nvSpPr>
        <p:spPr>
          <a:xfrm>
            <a:off x="7608170" y="2852936"/>
            <a:ext cx="2232248" cy="86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Convenience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More Choice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3E919-9323-BD81-84D8-BCECDCF2669A}"/>
              </a:ext>
            </a:extLst>
          </p:cNvPr>
          <p:cNvSpPr txBox="1"/>
          <p:nvPr/>
        </p:nvSpPr>
        <p:spPr>
          <a:xfrm>
            <a:off x="4979876" y="5536704"/>
            <a:ext cx="2232248" cy="86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How I Feel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How Others Feel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C17046-ECDE-F0B2-7A13-29A5065D0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82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64FE54-384F-A34C-7C76-EF2D6D032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Discussion – What is the value your product is delivering?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/>
            <a:r>
              <a:rPr lang="en-US" b="1" dirty="0"/>
              <a:t>Industry Analysis Frameworks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Porter’s Generic Strategies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PESTLE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Porter’s 5 Force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2C39-CACD-535E-7FE1-2E375D4604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Discussion Topics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0AC070-1391-5F45-CD99-745A17094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271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playing chess on a table&#10;&#10;Description automatically generated">
            <a:extLst>
              <a:ext uri="{FF2B5EF4-FFF2-40B4-BE49-F238E27FC236}">
                <a16:creationId xmlns:a16="http://schemas.microsoft.com/office/drawing/2014/main" id="{A329493A-F061-877C-27ED-F1DDE624E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192016" y="1524000"/>
            <a:ext cx="5401567" cy="452596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9C50A-86B0-87F1-E35D-89BC78987B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Strategy: What Would you Consider?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A9007-EABA-AB88-F072-030FBEDE0A6D}"/>
              </a:ext>
            </a:extLst>
          </p:cNvPr>
          <p:cNvSpPr txBox="1"/>
          <p:nvPr/>
        </p:nvSpPr>
        <p:spPr>
          <a:xfrm>
            <a:off x="406400" y="6218238"/>
            <a:ext cx="54015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75000"/>
                  </a:schemeClr>
                </a:solidFill>
                <a:hlinkClick r:id="rId4" tooltip="https://boylston-chess-club.blogspot.com/2013/08/this-saturday-august-3rd-bcc-quad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 by Unknown Author is licensed under </a:t>
            </a:r>
            <a:r>
              <a:rPr lang="en-US" sz="900">
                <a:solidFill>
                  <a:schemeClr val="bg1">
                    <a:lumMod val="75000"/>
                  </a:schemeClr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9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1D7A5-6353-0E37-F825-C21BB7F4F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20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38F69-1209-309A-AC5F-22CD9F98FF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Porter’s Generic Strategies</a:t>
            </a:r>
          </a:p>
        </p:txBody>
      </p:sp>
    </p:spTree>
    <p:extLst>
      <p:ext uri="{BB962C8B-B14F-4D97-AF65-F5344CB8AC3E}">
        <p14:creationId xmlns:p14="http://schemas.microsoft.com/office/powerpoint/2010/main" val="253104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FD25A-C693-E42C-4AF6-A7889E707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Cost Leadership</a:t>
            </a:r>
          </a:p>
          <a:p>
            <a:r>
              <a:rPr lang="en-US" dirty="0"/>
              <a:t>Differentiation</a:t>
            </a:r>
          </a:p>
          <a:p>
            <a:r>
              <a:rPr lang="en-US" dirty="0"/>
              <a:t>Focus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B5940-0272-6ED5-24BC-F9683DE397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 Generic Strategies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B99A19-9633-BD1B-93E1-05E807D0F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5048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D3CD4-CE5F-9D0F-5DC4-791B298E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0A192-223C-C654-A2C5-ABE84E9684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Focus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BAB0C9B7-1E59-7716-C6CD-3349F2F917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388823"/>
              </p:ext>
            </p:extLst>
          </p:nvPr>
        </p:nvGraphicFramePr>
        <p:xfrm>
          <a:off x="4064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45FBAF-B732-888B-71F1-C5ABD9389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579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289E1-A41B-2EC9-4DF3-F1163D1B80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Differentiation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423B71FC-8DF0-5F69-4EB5-3D3BDBC11C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898109"/>
              </p:ext>
            </p:extLst>
          </p:nvPr>
        </p:nvGraphicFramePr>
        <p:xfrm>
          <a:off x="4064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E17E58-2FA1-5D2C-DCBA-96231A308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58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EFA63-97D7-6010-D484-DF174CD138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Cost Leadership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56012D76-58F4-BDBE-E0A8-4E39067DE4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985548"/>
              </p:ext>
            </p:extLst>
          </p:nvPr>
        </p:nvGraphicFramePr>
        <p:xfrm>
          <a:off x="4064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69F39-13B8-E391-1C5A-D88D41ED6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1221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BBC733-E460-5A7C-A48D-CDD19058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Context shapes strategy choice</a:t>
            </a:r>
          </a:p>
          <a:p>
            <a:pPr marL="457200" indent="-457200">
              <a:buAutoNum type="arabicPeriod"/>
            </a:pPr>
            <a:r>
              <a:rPr lang="en-US" dirty="0"/>
              <a:t>Strategy could change over time</a:t>
            </a:r>
          </a:p>
          <a:p>
            <a:pPr marL="457200" indent="-457200">
              <a:buAutoNum type="arabicPeriod"/>
            </a:pPr>
            <a:r>
              <a:rPr lang="en-US" dirty="0"/>
              <a:t>Combination of one or more of the generic strategies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dirty="0"/>
              <a:t>Customer Segmentation is Core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dirty="0"/>
              <a:t>Execution matters more than labels!!!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dirty="0"/>
              <a:t>The Lifecycle Effect</a:t>
            </a:r>
          </a:p>
          <a:p>
            <a:pPr marL="457200" indent="-457200">
              <a:buFont typeface="Arial" pitchFamily="34" charset="0"/>
              <a:buAutoNum type="arabicPeriod"/>
            </a:pPr>
            <a:endParaRPr lang="en-US" dirty="0"/>
          </a:p>
          <a:p>
            <a:pPr marL="457200" indent="-457200">
              <a:buFont typeface="Arial" pitchFamily="34" charset="0"/>
              <a:buAutoNum type="arabicPeriod"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66BD2-0835-0445-53CB-079256D7A7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Key Considerations for Practitioners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7F5A1-6201-F93B-719C-8868E20E2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6612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D561F-D152-79C6-CBE6-8B0A65243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BCA1A-4093-A4EF-366B-B7EFAD4B8D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PESTLE Analysis</a:t>
            </a:r>
          </a:p>
        </p:txBody>
      </p:sp>
    </p:spTree>
    <p:extLst>
      <p:ext uri="{BB962C8B-B14F-4D97-AF65-F5344CB8AC3E}">
        <p14:creationId xmlns:p14="http://schemas.microsoft.com/office/powerpoint/2010/main" val="3156214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C0052C-ED0E-CA67-7FCC-E2031781F773}"/>
              </a:ext>
            </a:extLst>
          </p:cNvPr>
          <p:cNvSpPr txBox="1"/>
          <p:nvPr/>
        </p:nvSpPr>
        <p:spPr bwMode="auto">
          <a:xfrm>
            <a:off x="406400" y="6172200"/>
            <a:ext cx="5384800" cy="33496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Font typeface="Arial" pitchFamily="34" charset="0"/>
            </a:pPr>
            <a:r>
              <a:rPr lang="en-US" sz="2000" dirty="0"/>
              <a:t>Read more: </a:t>
            </a:r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http://pestleanalysis.com/</a:t>
            </a:r>
            <a:r>
              <a:rPr lang="en-US" sz="2000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DC72C-101B-DBBA-6BE2-3B456EBB6A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 spc="-150" baseline="0">
                <a:latin typeface="Arial" pitchFamily="34" charset="0"/>
                <a:ea typeface="+mn-ea"/>
                <a:cs typeface="Arial" pitchFamily="34" charset="0"/>
              </a:rPr>
              <a:t>PESTLE?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59500274-0B7C-F307-B657-659926E7FCC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5038029"/>
              </p:ext>
            </p:extLst>
          </p:nvPr>
        </p:nvGraphicFramePr>
        <p:xfrm>
          <a:off x="2362200" y="1600201"/>
          <a:ext cx="7442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DEDC87-586D-880F-F60D-4E954DCDC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319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65DD8D-62F3-0A4D-5CD0-DF98541A9F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Political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667985ED-06C5-6D9D-C7E9-2BFA62211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0428241"/>
              </p:ext>
            </p:extLst>
          </p:nvPr>
        </p:nvGraphicFramePr>
        <p:xfrm>
          <a:off x="1003300" y="2895600"/>
          <a:ext cx="10185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8A64765-4222-00D8-D108-558674E76C32}"/>
              </a:ext>
            </a:extLst>
          </p:cNvPr>
          <p:cNvSpPr txBox="1"/>
          <p:nvPr/>
        </p:nvSpPr>
        <p:spPr>
          <a:xfrm>
            <a:off x="3163550" y="1752600"/>
            <a:ext cx="5864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0" i="0" u="none" strike="noStrike" dirty="0">
                <a:effectLst/>
                <a:latin typeface="+mn-lt"/>
              </a:rPr>
              <a:t>What is the country’s political situation, and how can it affect the industry?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C7F18F-F252-0AE1-0162-112A38A05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383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FADC3A-247B-F4FC-BBF6-276DF2A4B56C}"/>
              </a:ext>
            </a:extLst>
          </p:cNvPr>
          <p:cNvSpPr txBox="1"/>
          <p:nvPr/>
        </p:nvSpPr>
        <p:spPr bwMode="auto">
          <a:xfrm>
            <a:off x="3403600" y="1752600"/>
            <a:ext cx="5384800" cy="9905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4288" indent="-14288" algn="ctr" fontAlgn="auto"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Font typeface="Arial" pitchFamily="34" charset="0"/>
            </a:pPr>
            <a:r>
              <a:rPr lang="en-US" sz="2400" b="0" i="0" u="none" strike="noStrike" dirty="0">
                <a:effectLst/>
              </a:rPr>
              <a:t>What are the prevalent economic factors?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DEA7D-AB71-7D2D-B806-3975131C3F2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 spc="-150" baseline="0">
                <a:latin typeface="Arial" pitchFamily="34" charset="0"/>
                <a:ea typeface="+mn-ea"/>
                <a:cs typeface="Arial" pitchFamily="34" charset="0"/>
              </a:rPr>
              <a:t>Economic</a:t>
            </a: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A4D8113E-F31E-B219-DD22-5C1DE48076A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02275154"/>
              </p:ext>
            </p:extLst>
          </p:nvPr>
        </p:nvGraphicFramePr>
        <p:xfrm>
          <a:off x="1879600" y="2943069"/>
          <a:ext cx="8432800" cy="3152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995684-4F27-5258-FFD0-410FF1B7B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D803B-29CD-F054-ECD5-57689C33E470}"/>
              </a:ext>
            </a:extLst>
          </p:cNvPr>
          <p:cNvSpPr txBox="1"/>
          <p:nvPr/>
        </p:nvSpPr>
        <p:spPr>
          <a:xfrm>
            <a:off x="402728" y="6183868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Read : </a:t>
            </a:r>
            <a:r>
              <a:rPr lang="en-US" dirty="0">
                <a:hlinkClick r:id="rId8"/>
              </a:rPr>
              <a:t>Link to Economic Times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59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16094-4640-9A3D-A890-88B3D704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365F55-65D9-94D2-E359-9D9E3EB10625}"/>
              </a:ext>
            </a:extLst>
          </p:cNvPr>
          <p:cNvSpPr txBox="1"/>
          <p:nvPr/>
        </p:nvSpPr>
        <p:spPr bwMode="auto">
          <a:xfrm>
            <a:off x="3403600" y="1752600"/>
            <a:ext cx="5384800" cy="9905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4288" indent="-14288" algn="ctr" fontAlgn="auto"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Font typeface="Arial" pitchFamily="34" charset="0"/>
            </a:pPr>
            <a:r>
              <a:rPr lang="en-US" sz="2400" b="0" i="0" u="none" strike="noStrike" dirty="0">
                <a:effectLst/>
              </a:rPr>
              <a:t>What are the social trends and its impact?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D975-8580-17DE-37FD-FC0706955B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 spc="-150" baseline="0" dirty="0">
                <a:latin typeface="Arial" pitchFamily="34" charset="0"/>
                <a:ea typeface="+mn-ea"/>
                <a:cs typeface="Arial" pitchFamily="34" charset="0"/>
              </a:rPr>
              <a:t>Social</a:t>
            </a: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07075898-A24E-2B53-530F-51C77AB750B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39105983"/>
              </p:ext>
            </p:extLst>
          </p:nvPr>
        </p:nvGraphicFramePr>
        <p:xfrm>
          <a:off x="1879600" y="2943069"/>
          <a:ext cx="8432800" cy="3152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D2B319-F1B7-CAA2-9AFB-C6C5418CD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A5078-0BC9-FB14-BC10-3CCE470C50D3}"/>
              </a:ext>
            </a:extLst>
          </p:cNvPr>
          <p:cNvSpPr txBox="1"/>
          <p:nvPr/>
        </p:nvSpPr>
        <p:spPr>
          <a:xfrm>
            <a:off x="584200" y="6096000"/>
            <a:ext cx="8255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Cristiano Ronaldo – </a:t>
            </a:r>
            <a:r>
              <a:rPr lang="en-US" sz="1600" dirty="0">
                <a:hlinkClick r:id="rId8"/>
              </a:rPr>
              <a:t>https://youtu.be/x2ZLS1V3iMw?si=QiE0URadkljPosZQ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2505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977B-EB20-DFCD-02E7-788E4CE7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23F9F2-EB36-5EF3-8298-EFC7A505C183}"/>
              </a:ext>
            </a:extLst>
          </p:cNvPr>
          <p:cNvSpPr txBox="1"/>
          <p:nvPr/>
        </p:nvSpPr>
        <p:spPr bwMode="auto">
          <a:xfrm>
            <a:off x="3403600" y="1752600"/>
            <a:ext cx="5384800" cy="9905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4288" indent="-14288" algn="ctr" fontAlgn="auto"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Font typeface="Arial" pitchFamily="34" charset="0"/>
            </a:pPr>
            <a:r>
              <a:rPr lang="en-US" sz="2400" b="0" i="0" u="none" strike="noStrike" dirty="0">
                <a:effectLst/>
              </a:rPr>
              <a:t>What are emergin</a:t>
            </a:r>
            <a:r>
              <a:rPr lang="en-US" sz="2400" dirty="0"/>
              <a:t>g technology trends and how can it affect the market?</a:t>
            </a:r>
            <a:endParaRPr lang="en-US" sz="2400" b="0" i="0" u="none" strike="noStrike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34DA8-5F73-58EE-8350-3DB94657DA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 spc="-150" baseline="0" dirty="0">
                <a:latin typeface="Arial" pitchFamily="34" charset="0"/>
                <a:ea typeface="+mn-ea"/>
                <a:cs typeface="Arial" pitchFamily="34" charset="0"/>
              </a:rPr>
              <a:t>Technological</a:t>
            </a: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15396BEF-846F-EDCB-60A5-8A128AC04EE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65630510"/>
              </p:ext>
            </p:extLst>
          </p:nvPr>
        </p:nvGraphicFramePr>
        <p:xfrm>
          <a:off x="1879600" y="2943069"/>
          <a:ext cx="8432800" cy="3152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89797E-966E-F4E1-61D0-B192CFC29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4724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13477-F607-4EFD-77AA-67C872B9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50F86B-F493-59DA-FA6D-3780FC5A95E3}"/>
              </a:ext>
            </a:extLst>
          </p:cNvPr>
          <p:cNvSpPr txBox="1"/>
          <p:nvPr/>
        </p:nvSpPr>
        <p:spPr bwMode="auto">
          <a:xfrm>
            <a:off x="3403600" y="1752600"/>
            <a:ext cx="5384800" cy="9905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4288" indent="-14288" algn="ctr" fontAlgn="auto"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Font typeface="Arial" pitchFamily="34" charset="0"/>
            </a:pPr>
            <a:r>
              <a:rPr lang="en-US" sz="2400" b="0" i="0" u="none" strike="noStrike" dirty="0">
                <a:effectLst/>
              </a:rPr>
              <a:t>What is the legal structure and is it likely to change?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D812-A4D2-EE4F-92F7-C604687B84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 spc="-150" baseline="0" dirty="0">
                <a:latin typeface="Arial" pitchFamily="34" charset="0"/>
                <a:ea typeface="+mn-ea"/>
                <a:cs typeface="Arial" pitchFamily="34" charset="0"/>
              </a:rPr>
              <a:t>Legal</a:t>
            </a: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9B3EDFA4-24B2-416C-CC01-AF7BDD584D0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32938457"/>
              </p:ext>
            </p:extLst>
          </p:nvPr>
        </p:nvGraphicFramePr>
        <p:xfrm>
          <a:off x="1879600" y="2943069"/>
          <a:ext cx="8432800" cy="3152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3C8603-BBB7-50EC-3A0F-A71241625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707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CCEB-BDFD-65B0-C8FE-CF5600DE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1A7149-C4A3-7709-AB45-E19E79ED8A4E}"/>
              </a:ext>
            </a:extLst>
          </p:cNvPr>
          <p:cNvSpPr txBox="1"/>
          <p:nvPr/>
        </p:nvSpPr>
        <p:spPr bwMode="auto">
          <a:xfrm>
            <a:off x="3403600" y="1752600"/>
            <a:ext cx="5384800" cy="9905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4288" indent="-14288" algn="ctr" fontAlgn="auto"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Font typeface="Arial" pitchFamily="34" charset="0"/>
            </a:pPr>
            <a:r>
              <a:rPr lang="en-US" sz="2400" b="0" i="0" u="none" strike="noStrike" dirty="0">
                <a:effectLst/>
              </a:rPr>
              <a:t>What are the environmental concerns for the industry?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B8153-DE81-4921-71E0-064D5C6663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 spc="-150" baseline="0" dirty="0">
                <a:latin typeface="Arial" pitchFamily="34" charset="0"/>
                <a:ea typeface="+mn-ea"/>
                <a:cs typeface="Arial" pitchFamily="34" charset="0"/>
              </a:rPr>
              <a:t>Environmental</a:t>
            </a: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2B95AC7E-6FB8-49FA-7B1D-AEDD150FAF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93696222"/>
              </p:ext>
            </p:extLst>
          </p:nvPr>
        </p:nvGraphicFramePr>
        <p:xfrm>
          <a:off x="1879600" y="2943069"/>
          <a:ext cx="8432800" cy="3152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01E182-195C-C4F1-D7C3-E514C0088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081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62E35-39EC-1293-4A8B-FAD669ABE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391AA-3827-207C-FE83-0D87C9C7079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Porters 5 Force Analysis</a:t>
            </a:r>
          </a:p>
        </p:txBody>
      </p:sp>
    </p:spTree>
    <p:extLst>
      <p:ext uri="{BB962C8B-B14F-4D97-AF65-F5344CB8AC3E}">
        <p14:creationId xmlns:p14="http://schemas.microsoft.com/office/powerpoint/2010/main" val="3453537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49792-9193-56A1-90D0-D0138E9C16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Porters 5 Force Model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57B2F617-874D-FE7F-7CAF-BBB38AA17662}"/>
              </a:ext>
            </a:extLst>
          </p:cNvPr>
          <p:cNvSpPr/>
          <p:nvPr/>
        </p:nvSpPr>
        <p:spPr>
          <a:xfrm>
            <a:off x="2571749" y="3276600"/>
            <a:ext cx="2438400" cy="9906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Supplier Power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8C452CF6-DAAB-883E-3A53-1C15B013BEF9}"/>
              </a:ext>
            </a:extLst>
          </p:cNvPr>
          <p:cNvSpPr/>
          <p:nvPr/>
        </p:nvSpPr>
        <p:spPr>
          <a:xfrm flipH="1">
            <a:off x="7181849" y="3276600"/>
            <a:ext cx="2438400" cy="9906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Buyer Power</a:t>
            </a: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ADD18849-1A7D-7B41-8035-D566C743892A}"/>
              </a:ext>
            </a:extLst>
          </p:cNvPr>
          <p:cNvSpPr/>
          <p:nvPr/>
        </p:nvSpPr>
        <p:spPr>
          <a:xfrm rot="5400000" flipH="1">
            <a:off x="5524499" y="4282587"/>
            <a:ext cx="1143000" cy="2171700"/>
          </a:xfrm>
          <a:prstGeom prst="homePlate">
            <a:avLst>
              <a:gd name="adj" fmla="val 285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dirty="0"/>
              <a:t>Threat of Substitutes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E917BBD7-FFBD-3AC9-5FF5-A96EE7F21A89}"/>
              </a:ext>
            </a:extLst>
          </p:cNvPr>
          <p:cNvSpPr/>
          <p:nvPr/>
        </p:nvSpPr>
        <p:spPr>
          <a:xfrm rot="5400000">
            <a:off x="5524499" y="1089512"/>
            <a:ext cx="1143001" cy="2171700"/>
          </a:xfrm>
          <a:prstGeom prst="homePlate">
            <a:avLst>
              <a:gd name="adj" fmla="val 285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dirty="0"/>
              <a:t>Threat of New Entrants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63C496-F55A-A058-8519-EC07304CF447}"/>
              </a:ext>
            </a:extLst>
          </p:cNvPr>
          <p:cNvSpPr/>
          <p:nvPr/>
        </p:nvSpPr>
        <p:spPr>
          <a:xfrm>
            <a:off x="5286001" y="2961900"/>
            <a:ext cx="1620000" cy="16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Competitive Rivalry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213CB9-CE05-5F80-96EE-B0F9D0DDA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759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CEBA10-58D0-AF39-5F11-C1E862FF88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# of competitors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Industry trends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Quality differences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Switching costs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Loyalty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Exit barrier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E3F05-22ED-4903-3BCB-7F5337C23A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Competitive Rivalry</a:t>
            </a:r>
          </a:p>
        </p:txBody>
      </p:sp>
      <p:pic>
        <p:nvPicPr>
          <p:cNvPr id="12" name="Content Placeholder 11" descr="Fencing with solid fill">
            <a:extLst>
              <a:ext uri="{FF2B5EF4-FFF2-40B4-BE49-F238E27FC236}">
                <a16:creationId xmlns:a16="http://schemas.microsoft.com/office/drawing/2014/main" id="{5F86BCA1-89BD-CE64-F3BB-444790EC05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7200" y="2286000"/>
            <a:ext cx="2286000" cy="2286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53B08-FCB4-B865-E326-B538A1AED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2841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5E0BBA-2FCD-6040-D893-55385F31DE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# of suppliers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Size of suppliers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Uniqueness of supplier product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Ability to substitute suppliers product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…</a:t>
            </a:r>
          </a:p>
          <a:p>
            <a:endParaRPr lang="en-US" sz="2400" dirty="0"/>
          </a:p>
        </p:txBody>
      </p:sp>
      <p:pic>
        <p:nvPicPr>
          <p:cNvPr id="6" name="Content Placeholder 5" descr="Dump truck with solid fill">
            <a:extLst>
              <a:ext uri="{FF2B5EF4-FFF2-40B4-BE49-F238E27FC236}">
                <a16:creationId xmlns:a16="http://schemas.microsoft.com/office/drawing/2014/main" id="{77D4EC9E-31B1-8D62-E232-BB032B24D4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8600" y="2133600"/>
            <a:ext cx="2590800" cy="25908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85ED9-05AD-34D3-B496-E39BD24A82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Supplier Power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50DFBE-20F3-D3C1-2B75-5A3B03B3A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707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536787-A888-8B4E-5E50-E4948BE97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# of buyers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Size of buyer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Size of orders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Are they organized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Price sensitivity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Switching cost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Ability to substitute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Information available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6E7A6-BB15-93D1-A674-FA6CDCBA927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Buyer Power</a:t>
            </a:r>
          </a:p>
        </p:txBody>
      </p:sp>
      <p:pic>
        <p:nvPicPr>
          <p:cNvPr id="7" name="Content Placeholder 6" descr="Users with solid fill">
            <a:extLst>
              <a:ext uri="{FF2B5EF4-FFF2-40B4-BE49-F238E27FC236}">
                <a16:creationId xmlns:a16="http://schemas.microsoft.com/office/drawing/2014/main" id="{BCF65AED-BC24-43CF-853F-29D73C8B9E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000" y="2133600"/>
            <a:ext cx="2362200" cy="23622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A9F6A-4CFC-2D9C-C2FE-05545D4E1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4518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1BB3CF-3989-80DD-B8E7-A3FDC97833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# of substitutes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Relative price performance of substitutes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Perceived level of differences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Switching costs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7935-80BB-2221-D1D0-E08DA07D50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Threat of Substitutes</a:t>
            </a:r>
          </a:p>
        </p:txBody>
      </p:sp>
      <p:pic>
        <p:nvPicPr>
          <p:cNvPr id="5" name="Picture 2" descr="Substitute Icon #87452 - Free Icons Library">
            <a:extLst>
              <a:ext uri="{FF2B5EF4-FFF2-40B4-BE49-F238E27FC236}">
                <a16:creationId xmlns:a16="http://schemas.microsoft.com/office/drawing/2014/main" id="{04A0C701-9A85-83F5-4D5E-D5B3403619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438400"/>
            <a:ext cx="3607400" cy="219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27ECEF-A248-6F80-BE8E-CF9AB9609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7401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737DEB-A827-0C4E-E786-882765D986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Entry barrier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Brand loyalty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Capital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Policies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Capabilities required – People/ Distribution/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Access to suppliers and distribution channels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Switching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9CCD2-3396-0F0A-8295-4E2B233287F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Threat of New Entrants</a:t>
            </a:r>
          </a:p>
        </p:txBody>
      </p:sp>
      <p:pic>
        <p:nvPicPr>
          <p:cNvPr id="3074" name="Picture 2" descr="New Entrants Newcomers Incoming Colored Icon In Powerpoint Pptx Png And ...">
            <a:extLst>
              <a:ext uri="{FF2B5EF4-FFF2-40B4-BE49-F238E27FC236}">
                <a16:creationId xmlns:a16="http://schemas.microsoft.com/office/drawing/2014/main" id="{4775B84B-E32B-8419-46E2-E125E9F251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528" t="18056" r="24528"/>
          <a:stretch/>
        </p:blipFill>
        <p:spPr bwMode="auto">
          <a:xfrm>
            <a:off x="7391546" y="2438400"/>
            <a:ext cx="3200254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1F8487-F98C-4DC3-174F-E01E94C05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9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9E71DE-E8C6-7FFE-C52E-1586CD416C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Netflix Content Strategy -&gt; Original &amp; Exclusive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 a 5 force analysis for Netflix to identify the forces and opportunities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4DD4D-B894-F186-C1E2-737DDE1FE4E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Let’s Try…</a:t>
            </a:r>
          </a:p>
        </p:txBody>
      </p:sp>
      <p:pic>
        <p:nvPicPr>
          <p:cNvPr id="4098" name="Picture 2" descr="Netflix Logo / Some logos are clickable and available in large sizes.">
            <a:extLst>
              <a:ext uri="{FF2B5EF4-FFF2-40B4-BE49-F238E27FC236}">
                <a16:creationId xmlns:a16="http://schemas.microsoft.com/office/drawing/2014/main" id="{9BAFFCC3-C0CC-7771-BEB0-C3EFDA76C4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0" y="2348706"/>
            <a:ext cx="53848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14D4E-9D18-AC00-4E8A-6A6BD3DBC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192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C391CE-0FD6-E973-369D-ED0CCB5067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9600" y="2895600"/>
            <a:ext cx="8432800" cy="1143000"/>
          </a:xfrm>
        </p:spPr>
        <p:txBody>
          <a:bodyPr/>
          <a:lstStyle/>
          <a:p>
            <a:pPr algn="ctr"/>
            <a:r>
              <a:rPr lang="en-US" dirty="0"/>
              <a:t>Over to the Miro 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A7E03E-B58A-70C6-5DD5-CD2B917A4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001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729A26-E644-A3ED-3546-62AFF15E70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3EF6DA-4F77-3719-568F-3962B1951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7820F0-EFCF-0AE9-EBC7-431863758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67" y="0"/>
            <a:ext cx="915666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51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64FE54-384F-A34C-7C76-EF2D6D032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Your Take On Week 3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IN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Category definition </a:t>
            </a:r>
            <a:endParaRPr lang="en-IN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Competitive benchmarking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Value flow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Co-opetition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Scenario planning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2C39-CACD-535E-7FE1-2E375D4604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1BECD9-E29F-DB79-94C6-C34055A3C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2112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945051E4-7DF1-B8D8-8CED-FBB80F8B8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20" b="24035"/>
          <a:stretch/>
        </p:blipFill>
        <p:spPr>
          <a:xfrm>
            <a:off x="406400" y="1493838"/>
            <a:ext cx="10972800" cy="452596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FEBE-E629-CB0D-C790-59E04B28EF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Questions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052620-19F0-1312-40B8-09EA90AB5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81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7" ma:contentTypeDescription="Create a new document." ma:contentTypeScope="" ma:versionID="524f645c567f48f68415b738ed3c3e5a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ad7003b6bdea35659c5076b91058063b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4AD62A-B50C-42F0-BB41-EAC173846A69}"/>
</file>

<file path=customXml/itemProps2.xml><?xml version="1.0" encoding="utf-8"?>
<ds:datastoreItem xmlns:ds="http://schemas.openxmlformats.org/officeDocument/2006/customXml" ds:itemID="{D186A719-523C-4DB2-A2BE-A8CF1E5466F4}"/>
</file>

<file path=customXml/itemProps3.xml><?xml version="1.0" encoding="utf-8"?>
<ds:datastoreItem xmlns:ds="http://schemas.openxmlformats.org/officeDocument/2006/customXml" ds:itemID="{A5154000-E9DC-40DE-971F-59260F1BA0F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5432</TotalTime>
  <Words>1268</Words>
  <Application>Microsoft Macintosh PowerPoint</Application>
  <PresentationFormat>Widescreen</PresentationFormat>
  <Paragraphs>282</Paragraphs>
  <Slides>32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Montserrat</vt:lpstr>
      <vt:lpstr>Wingdings</vt:lpstr>
      <vt:lpstr>Office Theme</vt:lpstr>
      <vt:lpstr>Product Strategy &amp; Planning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Rahul Mohandas (RMd)</cp:lastModifiedBy>
  <cp:revision>116</cp:revision>
  <dcterms:created xsi:type="dcterms:W3CDTF">2011-09-14T09:42:05Z</dcterms:created>
  <dcterms:modified xsi:type="dcterms:W3CDTF">2025-08-09T05:20:16Z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