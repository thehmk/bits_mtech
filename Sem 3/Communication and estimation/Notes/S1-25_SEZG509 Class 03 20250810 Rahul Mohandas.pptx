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0" r:id="rId2"/>
    <p:sldId id="257" r:id="rId3"/>
    <p:sldId id="262" r:id="rId4"/>
    <p:sldId id="4191" r:id="rId5"/>
    <p:sldId id="4198" r:id="rId6"/>
    <p:sldId id="4193" r:id="rId7"/>
    <p:sldId id="4195" r:id="rId8"/>
    <p:sldId id="4196" r:id="rId9"/>
    <p:sldId id="4194" r:id="rId10"/>
    <p:sldId id="4199" r:id="rId11"/>
    <p:sldId id="4213" r:id="rId12"/>
    <p:sldId id="4202" r:id="rId13"/>
    <p:sldId id="4206" r:id="rId14"/>
    <p:sldId id="4200" r:id="rId15"/>
    <p:sldId id="4201" r:id="rId16"/>
    <p:sldId id="4204" r:id="rId17"/>
    <p:sldId id="4205" r:id="rId18"/>
    <p:sldId id="4203" r:id="rId19"/>
    <p:sldId id="4208" r:id="rId20"/>
    <p:sldId id="4209" r:id="rId21"/>
    <p:sldId id="4210" r:id="rId22"/>
    <p:sldId id="4211" r:id="rId23"/>
    <p:sldId id="4212" r:id="rId24"/>
    <p:sldId id="4207" r:id="rId25"/>
    <p:sldId id="4215" r:id="rId26"/>
    <p:sldId id="4197" r:id="rId27"/>
    <p:sldId id="4214" r:id="rId28"/>
    <p:sldId id="4170" r:id="rId29"/>
    <p:sldId id="4174" r:id="rId3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388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02CF55-E3DE-9444-8940-DC3E2697A256}" v="6" dt="2025-08-10T02:34:45.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87"/>
    <p:restoredTop sz="89315"/>
  </p:normalViewPr>
  <p:slideViewPr>
    <p:cSldViewPr showGuides="1">
      <p:cViewPr varScale="1">
        <p:scale>
          <a:sx n="108" d="100"/>
          <a:sy n="108" d="100"/>
        </p:scale>
        <p:origin x="1040" y="200"/>
      </p:cViewPr>
      <p:guideLst>
        <p:guide orient="horz" pos="3888"/>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ohandas (RMd)" userId="cdc53f0a-00cb-4490-8a90-22675af5e74d" providerId="ADAL" clId="{30C75EC0-EDD0-E441-B85F-A68A5B3C5DC4}"/>
    <pc:docChg chg="custSel addSld modSld sldOrd">
      <pc:chgData name="Rahul Mohandas (RMd)" userId="cdc53f0a-00cb-4490-8a90-22675af5e74d" providerId="ADAL" clId="{30C75EC0-EDD0-E441-B85F-A68A5B3C5DC4}" dt="2024-01-21T05:20:49.680" v="1624" actId="165"/>
      <pc:docMkLst>
        <pc:docMk/>
      </pc:docMkLst>
      <pc:sldChg chg="delSp modSp mod">
        <pc:chgData name="Rahul Mohandas (RMd)" userId="cdc53f0a-00cb-4490-8a90-22675af5e74d" providerId="ADAL" clId="{30C75EC0-EDD0-E441-B85F-A68A5B3C5DC4}" dt="2024-01-14T06:12:18.173" v="53" actId="478"/>
        <pc:sldMkLst>
          <pc:docMk/>
          <pc:sldMk cId="3607683791" sldId="263"/>
        </pc:sldMkLst>
      </pc:sldChg>
      <pc:sldChg chg="modSp mod modNotesTx">
        <pc:chgData name="Rahul Mohandas (RMd)" userId="cdc53f0a-00cb-4490-8a90-22675af5e74d" providerId="ADAL" clId="{30C75EC0-EDD0-E441-B85F-A68A5B3C5DC4}" dt="2024-01-14T07:39:12.465" v="1342" actId="20577"/>
        <pc:sldMkLst>
          <pc:docMk/>
          <pc:sldMk cId="4015386047" sldId="4149"/>
        </pc:sldMkLst>
      </pc:sldChg>
      <pc:sldChg chg="addSp delSp modSp mod">
        <pc:chgData name="Rahul Mohandas (RMd)" userId="cdc53f0a-00cb-4490-8a90-22675af5e74d" providerId="ADAL" clId="{30C75EC0-EDD0-E441-B85F-A68A5B3C5DC4}" dt="2024-01-14T07:01:42.790" v="1185"/>
        <pc:sldMkLst>
          <pc:docMk/>
          <pc:sldMk cId="1238703253" sldId="4150"/>
        </pc:sldMkLst>
      </pc:sldChg>
      <pc:sldChg chg="addSp delSp modSp mod">
        <pc:chgData name="Rahul Mohandas (RMd)" userId="cdc53f0a-00cb-4490-8a90-22675af5e74d" providerId="ADAL" clId="{30C75EC0-EDD0-E441-B85F-A68A5B3C5DC4}" dt="2024-01-14T07:01:35.523" v="1183"/>
        <pc:sldMkLst>
          <pc:docMk/>
          <pc:sldMk cId="2279051279" sldId="4151"/>
        </pc:sldMkLst>
      </pc:sldChg>
      <pc:sldChg chg="addSp modSp mod">
        <pc:chgData name="Rahul Mohandas (RMd)" userId="cdc53f0a-00cb-4490-8a90-22675af5e74d" providerId="ADAL" clId="{30C75EC0-EDD0-E441-B85F-A68A5B3C5DC4}" dt="2024-01-14T07:01:27.926" v="1181" actId="20577"/>
        <pc:sldMkLst>
          <pc:docMk/>
          <pc:sldMk cId="2297587967" sldId="4152"/>
        </pc:sldMkLst>
      </pc:sldChg>
      <pc:sldChg chg="addSp delSp modSp">
        <pc:chgData name="Rahul Mohandas (RMd)" userId="cdc53f0a-00cb-4490-8a90-22675af5e74d" providerId="ADAL" clId="{30C75EC0-EDD0-E441-B85F-A68A5B3C5DC4}" dt="2024-01-14T06:46:04.487" v="813"/>
        <pc:sldMkLst>
          <pc:docMk/>
          <pc:sldMk cId="2263986708" sldId="4155"/>
        </pc:sldMkLst>
      </pc:sldChg>
      <pc:sldChg chg="modSp mod">
        <pc:chgData name="Rahul Mohandas (RMd)" userId="cdc53f0a-00cb-4490-8a90-22675af5e74d" providerId="ADAL" clId="{30C75EC0-EDD0-E441-B85F-A68A5B3C5DC4}" dt="2024-01-14T06:15:47.328" v="76" actId="1440"/>
        <pc:sldMkLst>
          <pc:docMk/>
          <pc:sldMk cId="3536281384" sldId="4156"/>
        </pc:sldMkLst>
      </pc:sldChg>
      <pc:sldChg chg="addSp delSp modSp mod ord">
        <pc:chgData name="Rahul Mohandas (RMd)" userId="cdc53f0a-00cb-4490-8a90-22675af5e74d" providerId="ADAL" clId="{30C75EC0-EDD0-E441-B85F-A68A5B3C5DC4}" dt="2024-01-14T06:25:56.412" v="211" actId="20577"/>
        <pc:sldMkLst>
          <pc:docMk/>
          <pc:sldMk cId="4110881540" sldId="4158"/>
        </pc:sldMkLst>
      </pc:sldChg>
      <pc:sldChg chg="modSp">
        <pc:chgData name="Rahul Mohandas (RMd)" userId="cdc53f0a-00cb-4490-8a90-22675af5e74d" providerId="ADAL" clId="{30C75EC0-EDD0-E441-B85F-A68A5B3C5DC4}" dt="2024-01-14T06:26:33.645" v="225" actId="20577"/>
        <pc:sldMkLst>
          <pc:docMk/>
          <pc:sldMk cId="270183623" sldId="4161"/>
        </pc:sldMkLst>
      </pc:sldChg>
      <pc:sldChg chg="addSp modSp mod">
        <pc:chgData name="Rahul Mohandas (RMd)" userId="cdc53f0a-00cb-4490-8a90-22675af5e74d" providerId="ADAL" clId="{30C75EC0-EDD0-E441-B85F-A68A5B3C5DC4}" dt="2024-01-14T06:55:32.824" v="1093" actId="20577"/>
        <pc:sldMkLst>
          <pc:docMk/>
          <pc:sldMk cId="2527302375" sldId="4162"/>
        </pc:sldMkLst>
      </pc:sldChg>
      <pc:sldChg chg="modNotesTx">
        <pc:chgData name="Rahul Mohandas (RMd)" userId="cdc53f0a-00cb-4490-8a90-22675af5e74d" providerId="ADAL" clId="{30C75EC0-EDD0-E441-B85F-A68A5B3C5DC4}" dt="2024-01-14T06:49:41.686" v="965" actId="20577"/>
        <pc:sldMkLst>
          <pc:docMk/>
          <pc:sldMk cId="967550642" sldId="4163"/>
        </pc:sldMkLst>
      </pc:sldChg>
      <pc:sldChg chg="addSp delSp modSp mod modNotesTx">
        <pc:chgData name="Rahul Mohandas (RMd)" userId="cdc53f0a-00cb-4490-8a90-22675af5e74d" providerId="ADAL" clId="{30C75EC0-EDD0-E441-B85F-A68A5B3C5DC4}" dt="2024-01-14T07:41:56.912" v="1507" actId="20577"/>
        <pc:sldMkLst>
          <pc:docMk/>
          <pc:sldMk cId="2216118688" sldId="4164"/>
        </pc:sldMkLst>
      </pc:sldChg>
      <pc:sldChg chg="delSp modSp">
        <pc:chgData name="Rahul Mohandas (RMd)" userId="cdc53f0a-00cb-4490-8a90-22675af5e74d" providerId="ADAL" clId="{30C75EC0-EDD0-E441-B85F-A68A5B3C5DC4}" dt="2024-01-21T05:20:49.680" v="1624" actId="165"/>
        <pc:sldMkLst>
          <pc:docMk/>
          <pc:sldMk cId="967751023" sldId="4165"/>
        </pc:sldMkLst>
      </pc:sldChg>
      <pc:sldChg chg="addSp delSp modSp new mod chgLayout">
        <pc:chgData name="Rahul Mohandas (RMd)" userId="cdc53f0a-00cb-4490-8a90-22675af5e74d" providerId="ADAL" clId="{30C75EC0-EDD0-E441-B85F-A68A5B3C5DC4}" dt="2024-01-14T05:57:47.626" v="49" actId="1076"/>
        <pc:sldMkLst>
          <pc:docMk/>
          <pc:sldMk cId="1189614051" sldId="4168"/>
        </pc:sldMkLst>
      </pc:sldChg>
      <pc:sldChg chg="modSp new mod modNotesTx">
        <pc:chgData name="Rahul Mohandas (RMd)" userId="cdc53f0a-00cb-4490-8a90-22675af5e74d" providerId="ADAL" clId="{30C75EC0-EDD0-E441-B85F-A68A5B3C5DC4}" dt="2024-01-14T06:45:02.743" v="781" actId="20577"/>
        <pc:sldMkLst>
          <pc:docMk/>
          <pc:sldMk cId="3425165119" sldId="4169"/>
        </pc:sldMkLst>
      </pc:sldChg>
      <pc:sldChg chg="addSp delSp modSp add mod chgLayout">
        <pc:chgData name="Rahul Mohandas (RMd)" userId="cdc53f0a-00cb-4490-8a90-22675af5e74d" providerId="ADAL" clId="{30C75EC0-EDD0-E441-B85F-A68A5B3C5DC4}" dt="2024-01-14T07:05:11.628" v="1246" actId="20577"/>
        <pc:sldMkLst>
          <pc:docMk/>
          <pc:sldMk cId="3832112072" sldId="4170"/>
        </pc:sldMkLst>
      </pc:sldChg>
      <pc:sldChg chg="addSp delSp modSp new mod ord">
        <pc:chgData name="Rahul Mohandas (RMd)" userId="cdc53f0a-00cb-4490-8a90-22675af5e74d" providerId="ADAL" clId="{30C75EC0-EDD0-E441-B85F-A68A5B3C5DC4}" dt="2024-01-14T07:00:08.113" v="1109" actId="20577"/>
        <pc:sldMkLst>
          <pc:docMk/>
          <pc:sldMk cId="628115242" sldId="4171"/>
        </pc:sldMkLst>
      </pc:sldChg>
      <pc:sldChg chg="addSp delSp modSp add mod modClrScheme chgLayout modNotesTx">
        <pc:chgData name="Rahul Mohandas (RMd)" userId="cdc53f0a-00cb-4490-8a90-22675af5e74d" providerId="ADAL" clId="{30C75EC0-EDD0-E441-B85F-A68A5B3C5DC4}" dt="2024-01-14T06:46:14.569" v="815"/>
        <pc:sldMkLst>
          <pc:docMk/>
          <pc:sldMk cId="1339588837" sldId="4172"/>
        </pc:sldMkLst>
      </pc:sldChg>
      <pc:sldChg chg="addSp delSp modSp new mod modClrScheme chgLayout">
        <pc:chgData name="Rahul Mohandas (RMd)" userId="cdc53f0a-00cb-4490-8a90-22675af5e74d" providerId="ADAL" clId="{30C75EC0-EDD0-E441-B85F-A68A5B3C5DC4}" dt="2024-01-14T07:49:58.384" v="1608"/>
        <pc:sldMkLst>
          <pc:docMk/>
          <pc:sldMk cId="3769210793" sldId="4173"/>
        </pc:sldMkLst>
      </pc:sldChg>
      <pc:sldChg chg="addSp delSp modSp new mod modMedia delAnim">
        <pc:chgData name="Rahul Mohandas (RMd)" userId="cdc53f0a-00cb-4490-8a90-22675af5e74d" providerId="ADAL" clId="{30C75EC0-EDD0-E441-B85F-A68A5B3C5DC4}" dt="2024-01-14T10:05:14.992" v="1623" actId="26606"/>
        <pc:sldMkLst>
          <pc:docMk/>
          <pc:sldMk cId="1404816291" sldId="4174"/>
        </pc:sldMkLst>
      </pc:sldChg>
    </pc:docChg>
  </pc:docChgLst>
  <pc:docChgLst>
    <pc:chgData name="Rahul Mohandas (RMd)" userId="cdc53f0a-00cb-4490-8a90-22675af5e74d" providerId="ADAL" clId="{8202CF55-E3DE-9444-8940-DC3E2697A256}"/>
    <pc:docChg chg="undo custSel addSld modSld">
      <pc:chgData name="Rahul Mohandas (RMd)" userId="cdc53f0a-00cb-4490-8a90-22675af5e74d" providerId="ADAL" clId="{8202CF55-E3DE-9444-8940-DC3E2697A256}" dt="2025-08-10T02:35:00.925" v="882" actId="20577"/>
      <pc:docMkLst>
        <pc:docMk/>
      </pc:docMkLst>
      <pc:sldChg chg="modSp mod">
        <pc:chgData name="Rahul Mohandas (RMd)" userId="cdc53f0a-00cb-4490-8a90-22675af5e74d" providerId="ADAL" clId="{8202CF55-E3DE-9444-8940-DC3E2697A256}" dt="2025-08-09T15:57:11.337" v="18" actId="20577"/>
        <pc:sldMkLst>
          <pc:docMk/>
          <pc:sldMk cId="0" sldId="257"/>
        </pc:sldMkLst>
        <pc:spChg chg="mod">
          <ac:chgData name="Rahul Mohandas (RMd)" userId="cdc53f0a-00cb-4490-8a90-22675af5e74d" providerId="ADAL" clId="{8202CF55-E3DE-9444-8940-DC3E2697A256}" dt="2025-08-09T15:57:11.337" v="18" actId="20577"/>
          <ac:spMkLst>
            <pc:docMk/>
            <pc:sldMk cId="0" sldId="257"/>
            <ac:spMk id="2" creationId="{056F6331-FA13-C3D2-E2AC-DE29B104FF03}"/>
          </ac:spMkLst>
        </pc:spChg>
      </pc:sldChg>
      <pc:sldChg chg="modSp mod">
        <pc:chgData name="Rahul Mohandas (RMd)" userId="cdc53f0a-00cb-4490-8a90-22675af5e74d" providerId="ADAL" clId="{8202CF55-E3DE-9444-8940-DC3E2697A256}" dt="2025-08-09T16:18:34.024" v="385" actId="20577"/>
        <pc:sldMkLst>
          <pc:docMk/>
          <pc:sldMk cId="4251697485" sldId="4199"/>
        </pc:sldMkLst>
        <pc:spChg chg="mod">
          <ac:chgData name="Rahul Mohandas (RMd)" userId="cdc53f0a-00cb-4490-8a90-22675af5e74d" providerId="ADAL" clId="{8202CF55-E3DE-9444-8940-DC3E2697A256}" dt="2025-08-09T16:18:34.024" v="385" actId="20577"/>
          <ac:spMkLst>
            <pc:docMk/>
            <pc:sldMk cId="4251697485" sldId="4199"/>
            <ac:spMk id="5" creationId="{4CA06E9C-8D00-1401-789B-AE9496903404}"/>
          </ac:spMkLst>
        </pc:spChg>
      </pc:sldChg>
      <pc:sldChg chg="modSp mod">
        <pc:chgData name="Rahul Mohandas (RMd)" userId="cdc53f0a-00cb-4490-8a90-22675af5e74d" providerId="ADAL" clId="{8202CF55-E3DE-9444-8940-DC3E2697A256}" dt="2025-08-09T16:15:11.115" v="354" actId="20577"/>
        <pc:sldMkLst>
          <pc:docMk/>
          <pc:sldMk cId="1746968758" sldId="4200"/>
        </pc:sldMkLst>
        <pc:spChg chg="mod">
          <ac:chgData name="Rahul Mohandas (RMd)" userId="cdc53f0a-00cb-4490-8a90-22675af5e74d" providerId="ADAL" clId="{8202CF55-E3DE-9444-8940-DC3E2697A256}" dt="2025-08-09T16:15:11.115" v="354" actId="20577"/>
          <ac:spMkLst>
            <pc:docMk/>
            <pc:sldMk cId="1746968758" sldId="4200"/>
            <ac:spMk id="18" creationId="{74D2C18F-A96F-37A0-409A-20DFFB65A35E}"/>
          </ac:spMkLst>
        </pc:spChg>
      </pc:sldChg>
      <pc:sldChg chg="modSp mod">
        <pc:chgData name="Rahul Mohandas (RMd)" userId="cdc53f0a-00cb-4490-8a90-22675af5e74d" providerId="ADAL" clId="{8202CF55-E3DE-9444-8940-DC3E2697A256}" dt="2025-08-09T16:21:36.700" v="591" actId="20577"/>
        <pc:sldMkLst>
          <pc:docMk/>
          <pc:sldMk cId="2644135828" sldId="4204"/>
        </pc:sldMkLst>
        <pc:spChg chg="mod">
          <ac:chgData name="Rahul Mohandas (RMd)" userId="cdc53f0a-00cb-4490-8a90-22675af5e74d" providerId="ADAL" clId="{8202CF55-E3DE-9444-8940-DC3E2697A256}" dt="2025-08-09T16:21:36.700" v="591" actId="20577"/>
          <ac:spMkLst>
            <pc:docMk/>
            <pc:sldMk cId="2644135828" sldId="4204"/>
            <ac:spMk id="3" creationId="{39FC07B7-DDFD-D59A-655D-2DA022EA96AE}"/>
          </ac:spMkLst>
        </pc:spChg>
      </pc:sldChg>
      <pc:sldChg chg="modSp mod">
        <pc:chgData name="Rahul Mohandas (RMd)" userId="cdc53f0a-00cb-4490-8a90-22675af5e74d" providerId="ADAL" clId="{8202CF55-E3DE-9444-8940-DC3E2697A256}" dt="2025-08-09T16:04:12.299" v="318" actId="20577"/>
        <pc:sldMkLst>
          <pc:docMk/>
          <pc:sldMk cId="1769403112" sldId="4206"/>
        </pc:sldMkLst>
        <pc:spChg chg="mod">
          <ac:chgData name="Rahul Mohandas (RMd)" userId="cdc53f0a-00cb-4490-8a90-22675af5e74d" providerId="ADAL" clId="{8202CF55-E3DE-9444-8940-DC3E2697A256}" dt="2025-08-09T16:04:12.299" v="318" actId="20577"/>
          <ac:spMkLst>
            <pc:docMk/>
            <pc:sldMk cId="1769403112" sldId="4206"/>
            <ac:spMk id="2" creationId="{1B53B6E3-B7E4-22A5-C88F-601FD9319068}"/>
          </ac:spMkLst>
        </pc:spChg>
      </pc:sldChg>
      <pc:sldChg chg="modSp mod">
        <pc:chgData name="Rahul Mohandas (RMd)" userId="cdc53f0a-00cb-4490-8a90-22675af5e74d" providerId="ADAL" clId="{8202CF55-E3DE-9444-8940-DC3E2697A256}" dt="2025-08-10T02:35:00.925" v="882" actId="20577"/>
        <pc:sldMkLst>
          <pc:docMk/>
          <pc:sldMk cId="3717781636" sldId="4207"/>
        </pc:sldMkLst>
        <pc:spChg chg="mod">
          <ac:chgData name="Rahul Mohandas (RMd)" userId="cdc53f0a-00cb-4490-8a90-22675af5e74d" providerId="ADAL" clId="{8202CF55-E3DE-9444-8940-DC3E2697A256}" dt="2025-08-10T02:34:54.494" v="880" actId="20577"/>
          <ac:spMkLst>
            <pc:docMk/>
            <pc:sldMk cId="3717781636" sldId="4207"/>
            <ac:spMk id="3" creationId="{BE95A11F-5AA9-A270-7EC7-D2A1084E6E9C}"/>
          </ac:spMkLst>
        </pc:spChg>
        <pc:spChg chg="mod">
          <ac:chgData name="Rahul Mohandas (RMd)" userId="cdc53f0a-00cb-4490-8a90-22675af5e74d" providerId="ADAL" clId="{8202CF55-E3DE-9444-8940-DC3E2697A256}" dt="2025-08-10T02:34:57.916" v="881" actId="20577"/>
          <ac:spMkLst>
            <pc:docMk/>
            <pc:sldMk cId="3717781636" sldId="4207"/>
            <ac:spMk id="4" creationId="{D3CEEB71-CABC-FB56-F1F8-DD5929303971}"/>
          </ac:spMkLst>
        </pc:spChg>
        <pc:spChg chg="mod">
          <ac:chgData name="Rahul Mohandas (RMd)" userId="cdc53f0a-00cb-4490-8a90-22675af5e74d" providerId="ADAL" clId="{8202CF55-E3DE-9444-8940-DC3E2697A256}" dt="2025-08-10T02:35:00.925" v="882" actId="20577"/>
          <ac:spMkLst>
            <pc:docMk/>
            <pc:sldMk cId="3717781636" sldId="4207"/>
            <ac:spMk id="6" creationId="{C44E877D-46AA-13D3-C274-FAF63FFEDCFF}"/>
          </ac:spMkLst>
        </pc:spChg>
      </pc:sldChg>
      <pc:sldChg chg="modSp mod">
        <pc:chgData name="Rahul Mohandas (RMd)" userId="cdc53f0a-00cb-4490-8a90-22675af5e74d" providerId="ADAL" clId="{8202CF55-E3DE-9444-8940-DC3E2697A256}" dt="2025-08-09T16:17:06.514" v="360" actId="20577"/>
        <pc:sldMkLst>
          <pc:docMk/>
          <pc:sldMk cId="303049574" sldId="4209"/>
        </pc:sldMkLst>
        <pc:spChg chg="mod">
          <ac:chgData name="Rahul Mohandas (RMd)" userId="cdc53f0a-00cb-4490-8a90-22675af5e74d" providerId="ADAL" clId="{8202CF55-E3DE-9444-8940-DC3E2697A256}" dt="2025-08-09T16:17:06.514" v="360" actId="20577"/>
          <ac:spMkLst>
            <pc:docMk/>
            <pc:sldMk cId="303049574" sldId="4209"/>
            <ac:spMk id="3" creationId="{DC3D18B9-6541-7C5F-39ED-2EF820DB1D82}"/>
          </ac:spMkLst>
        </pc:spChg>
      </pc:sldChg>
      <pc:sldChg chg="addSp delSp modSp new mod modClrScheme chgLayout">
        <pc:chgData name="Rahul Mohandas (RMd)" userId="cdc53f0a-00cb-4490-8a90-22675af5e74d" providerId="ADAL" clId="{8202CF55-E3DE-9444-8940-DC3E2697A256}" dt="2025-08-09T16:18:51.017" v="411" actId="20577"/>
        <pc:sldMkLst>
          <pc:docMk/>
          <pc:sldMk cId="1938054377" sldId="4213"/>
        </pc:sldMkLst>
        <pc:spChg chg="del mod ord">
          <ac:chgData name="Rahul Mohandas (RMd)" userId="cdc53f0a-00cb-4490-8a90-22675af5e74d" providerId="ADAL" clId="{8202CF55-E3DE-9444-8940-DC3E2697A256}" dt="2025-08-09T16:18:45.438" v="387" actId="700"/>
          <ac:spMkLst>
            <pc:docMk/>
            <pc:sldMk cId="1938054377" sldId="4213"/>
            <ac:spMk id="2" creationId="{33785B5B-1E0F-63F3-535F-1105454586E7}"/>
          </ac:spMkLst>
        </pc:spChg>
        <pc:spChg chg="add mod ord">
          <ac:chgData name="Rahul Mohandas (RMd)" userId="cdc53f0a-00cb-4490-8a90-22675af5e74d" providerId="ADAL" clId="{8202CF55-E3DE-9444-8940-DC3E2697A256}" dt="2025-08-09T16:18:45.438" v="387" actId="700"/>
          <ac:spMkLst>
            <pc:docMk/>
            <pc:sldMk cId="1938054377" sldId="4213"/>
            <ac:spMk id="3" creationId="{4787358C-9683-756D-1AB7-9A4DC43452C8}"/>
          </ac:spMkLst>
        </pc:spChg>
        <pc:spChg chg="add mod ord">
          <ac:chgData name="Rahul Mohandas (RMd)" userId="cdc53f0a-00cb-4490-8a90-22675af5e74d" providerId="ADAL" clId="{8202CF55-E3DE-9444-8940-DC3E2697A256}" dt="2025-08-09T16:18:51.017" v="411" actId="20577"/>
          <ac:spMkLst>
            <pc:docMk/>
            <pc:sldMk cId="1938054377" sldId="4213"/>
            <ac:spMk id="4" creationId="{28B9C2C5-631C-9B85-0621-B008980209F4}"/>
          </ac:spMkLst>
        </pc:spChg>
      </pc:sldChg>
      <pc:sldChg chg="addSp delSp modSp new mod modClrScheme chgLayout">
        <pc:chgData name="Rahul Mohandas (RMd)" userId="cdc53f0a-00cb-4490-8a90-22675af5e74d" providerId="ADAL" clId="{8202CF55-E3DE-9444-8940-DC3E2697A256}" dt="2025-08-09T16:24:00.549" v="877" actId="20577"/>
        <pc:sldMkLst>
          <pc:docMk/>
          <pc:sldMk cId="627637412" sldId="4214"/>
        </pc:sldMkLst>
        <pc:spChg chg="del mod ord">
          <ac:chgData name="Rahul Mohandas (RMd)" userId="cdc53f0a-00cb-4490-8a90-22675af5e74d" providerId="ADAL" clId="{8202CF55-E3DE-9444-8940-DC3E2697A256}" dt="2025-08-09T16:22:27.104" v="593" actId="700"/>
          <ac:spMkLst>
            <pc:docMk/>
            <pc:sldMk cId="627637412" sldId="4214"/>
            <ac:spMk id="2" creationId="{7DCA70F1-A4E9-0AF3-4CE0-958615933E62}"/>
          </ac:spMkLst>
        </pc:spChg>
        <pc:spChg chg="del mod ord">
          <ac:chgData name="Rahul Mohandas (RMd)" userId="cdc53f0a-00cb-4490-8a90-22675af5e74d" providerId="ADAL" clId="{8202CF55-E3DE-9444-8940-DC3E2697A256}" dt="2025-08-09T16:22:27.104" v="593" actId="700"/>
          <ac:spMkLst>
            <pc:docMk/>
            <pc:sldMk cId="627637412" sldId="4214"/>
            <ac:spMk id="3" creationId="{B9DBB5E3-DFB1-76FD-3935-5BB16DF32C54}"/>
          </ac:spMkLst>
        </pc:spChg>
        <pc:spChg chg="del">
          <ac:chgData name="Rahul Mohandas (RMd)" userId="cdc53f0a-00cb-4490-8a90-22675af5e74d" providerId="ADAL" clId="{8202CF55-E3DE-9444-8940-DC3E2697A256}" dt="2025-08-09T16:22:27.104" v="593" actId="700"/>
          <ac:spMkLst>
            <pc:docMk/>
            <pc:sldMk cId="627637412" sldId="4214"/>
            <ac:spMk id="4" creationId="{E5DB7579-00C9-18E9-9309-6CEC0E52E098}"/>
          </ac:spMkLst>
        </pc:spChg>
        <pc:spChg chg="mod ord">
          <ac:chgData name="Rahul Mohandas (RMd)" userId="cdc53f0a-00cb-4490-8a90-22675af5e74d" providerId="ADAL" clId="{8202CF55-E3DE-9444-8940-DC3E2697A256}" dt="2025-08-09T16:22:27.104" v="593" actId="700"/>
          <ac:spMkLst>
            <pc:docMk/>
            <pc:sldMk cId="627637412" sldId="4214"/>
            <ac:spMk id="5" creationId="{0DCD4503-2915-6A04-013F-F908E821FB2F}"/>
          </ac:spMkLst>
        </pc:spChg>
        <pc:spChg chg="add mod ord">
          <ac:chgData name="Rahul Mohandas (RMd)" userId="cdc53f0a-00cb-4490-8a90-22675af5e74d" providerId="ADAL" clId="{8202CF55-E3DE-9444-8940-DC3E2697A256}" dt="2025-08-09T16:24:00.549" v="877" actId="20577"/>
          <ac:spMkLst>
            <pc:docMk/>
            <pc:sldMk cId="627637412" sldId="4214"/>
            <ac:spMk id="6" creationId="{DA8DBFDB-59FA-1E9D-AEF7-EB2828BDB1BA}"/>
          </ac:spMkLst>
        </pc:spChg>
        <pc:spChg chg="add mod ord">
          <ac:chgData name="Rahul Mohandas (RMd)" userId="cdc53f0a-00cb-4490-8a90-22675af5e74d" providerId="ADAL" clId="{8202CF55-E3DE-9444-8940-DC3E2697A256}" dt="2025-08-09T16:22:31.452" v="613" actId="20577"/>
          <ac:spMkLst>
            <pc:docMk/>
            <pc:sldMk cId="627637412" sldId="4214"/>
            <ac:spMk id="7" creationId="{5A7CC499-7EB2-F44E-E26F-41E3783B1114}"/>
          </ac:spMkLst>
        </pc:spChg>
      </pc:sldChg>
      <pc:sldChg chg="add">
        <pc:chgData name="Rahul Mohandas (RMd)" userId="cdc53f0a-00cb-4490-8a90-22675af5e74d" providerId="ADAL" clId="{8202CF55-E3DE-9444-8940-DC3E2697A256}" dt="2025-08-10T02:34:45.152" v="878"/>
        <pc:sldMkLst>
          <pc:docMk/>
          <pc:sldMk cId="2904006013" sldId="4215"/>
        </pc:sldMkLst>
      </pc:sldChg>
    </pc:docChg>
  </pc:docChgLst>
  <pc:docChgLst>
    <pc:chgData name="Rahul Mohandas (RMd)" userId="cdc53f0a-00cb-4490-8a90-22675af5e74d" providerId="ADAL" clId="{CA3CDD4C-A0DB-4E49-8D94-80AE420932E9}"/>
    <pc:docChg chg="undo custSel addSld delSld modSld sldOrd">
      <pc:chgData name="Rahul Mohandas (RMd)" userId="cdc53f0a-00cb-4490-8a90-22675af5e74d" providerId="ADAL" clId="{CA3CDD4C-A0DB-4E49-8D94-80AE420932E9}" dt="2024-07-28T12:28:25.184" v="4315" actId="20577"/>
      <pc:docMkLst>
        <pc:docMk/>
      </pc:docMkLst>
      <pc:sldChg chg="modSp mod">
        <pc:chgData name="Rahul Mohandas (RMd)" userId="cdc53f0a-00cb-4490-8a90-22675af5e74d" providerId="ADAL" clId="{CA3CDD4C-A0DB-4E49-8D94-80AE420932E9}" dt="2024-07-28T12:28:14.416" v="4310" actId="20577"/>
        <pc:sldMkLst>
          <pc:docMk/>
          <pc:sldMk cId="0" sldId="257"/>
        </pc:sldMkLst>
      </pc:sldChg>
      <pc:sldChg chg="modSp mod">
        <pc:chgData name="Rahul Mohandas (RMd)" userId="cdc53f0a-00cb-4490-8a90-22675af5e74d" providerId="ADAL" clId="{CA3CDD4C-A0DB-4E49-8D94-80AE420932E9}" dt="2024-07-28T12:28:25.184" v="4315" actId="20577"/>
        <pc:sldMkLst>
          <pc:docMk/>
          <pc:sldMk cId="0" sldId="260"/>
        </pc:sldMkLst>
      </pc:sldChg>
      <pc:sldChg chg="modSp mod">
        <pc:chgData name="Rahul Mohandas (RMd)" userId="cdc53f0a-00cb-4490-8a90-22675af5e74d" providerId="ADAL" clId="{CA3CDD4C-A0DB-4E49-8D94-80AE420932E9}" dt="2024-07-28T03:58:45.706" v="1949" actId="20577"/>
        <pc:sldMkLst>
          <pc:docMk/>
          <pc:sldMk cId="2301697734" sldId="262"/>
        </pc:sldMkLst>
      </pc:sldChg>
      <pc:sldChg chg="ord">
        <pc:chgData name="Rahul Mohandas (RMd)" userId="cdc53f0a-00cb-4490-8a90-22675af5e74d" providerId="ADAL" clId="{CA3CDD4C-A0DB-4E49-8D94-80AE420932E9}" dt="2024-07-28T07:33:40.920" v="2376" actId="20578"/>
        <pc:sldMkLst>
          <pc:docMk/>
          <pc:sldMk cId="3607683791" sldId="263"/>
        </pc:sldMkLst>
      </pc:sldChg>
      <pc:sldChg chg="del">
        <pc:chgData name="Rahul Mohandas (RMd)" userId="cdc53f0a-00cb-4490-8a90-22675af5e74d" providerId="ADAL" clId="{CA3CDD4C-A0DB-4E49-8D94-80AE420932E9}" dt="2024-07-27T10:04:49.515" v="160" actId="2696"/>
        <pc:sldMkLst>
          <pc:docMk/>
          <pc:sldMk cId="2315391699" sldId="291"/>
        </pc:sldMkLst>
      </pc:sldChg>
      <pc:sldChg chg="addSp delSp modSp add del mod modClrScheme chgLayout">
        <pc:chgData name="Rahul Mohandas (RMd)" userId="cdc53f0a-00cb-4490-8a90-22675af5e74d" providerId="ADAL" clId="{CA3CDD4C-A0DB-4E49-8D94-80AE420932E9}" dt="2024-07-27T10:23:19.146" v="449" actId="113"/>
        <pc:sldMkLst>
          <pc:docMk/>
          <pc:sldMk cId="772219433" sldId="293"/>
        </pc:sldMkLst>
      </pc:sldChg>
      <pc:sldChg chg="addSp delSp modSp add mod modClrScheme chgLayout">
        <pc:chgData name="Rahul Mohandas (RMd)" userId="cdc53f0a-00cb-4490-8a90-22675af5e74d" providerId="ADAL" clId="{CA3CDD4C-A0DB-4E49-8D94-80AE420932E9}" dt="2024-07-28T04:58:50.326" v="2167" actId="478"/>
        <pc:sldMkLst>
          <pc:docMk/>
          <pc:sldMk cId="2700900967" sldId="4127"/>
        </pc:sldMkLst>
      </pc:sldChg>
      <pc:sldChg chg="modSp mod ord">
        <pc:chgData name="Rahul Mohandas (RMd)" userId="cdc53f0a-00cb-4490-8a90-22675af5e74d" providerId="ADAL" clId="{CA3CDD4C-A0DB-4E49-8D94-80AE420932E9}" dt="2024-07-28T03:57:48.405" v="1923" actId="14100"/>
        <pc:sldMkLst>
          <pc:docMk/>
          <pc:sldMk cId="1041053728" sldId="4148"/>
        </pc:sldMkLst>
      </pc:sldChg>
      <pc:sldChg chg="del">
        <pc:chgData name="Rahul Mohandas (RMd)" userId="cdc53f0a-00cb-4490-8a90-22675af5e74d" providerId="ADAL" clId="{CA3CDD4C-A0DB-4E49-8D94-80AE420932E9}" dt="2024-07-27T10:04:49.511" v="158" actId="2696"/>
        <pc:sldMkLst>
          <pc:docMk/>
          <pc:sldMk cId="4015386047" sldId="4149"/>
        </pc:sldMkLst>
      </pc:sldChg>
      <pc:sldChg chg="del">
        <pc:chgData name="Rahul Mohandas (RMd)" userId="cdc53f0a-00cb-4490-8a90-22675af5e74d" providerId="ADAL" clId="{CA3CDD4C-A0DB-4E49-8D94-80AE420932E9}" dt="2024-07-27T10:04:49.518" v="165" actId="2696"/>
        <pc:sldMkLst>
          <pc:docMk/>
          <pc:sldMk cId="1238703253" sldId="4150"/>
        </pc:sldMkLst>
      </pc:sldChg>
      <pc:sldChg chg="del">
        <pc:chgData name="Rahul Mohandas (RMd)" userId="cdc53f0a-00cb-4490-8a90-22675af5e74d" providerId="ADAL" clId="{CA3CDD4C-A0DB-4E49-8D94-80AE420932E9}" dt="2024-07-27T10:04:49.504" v="154" actId="2696"/>
        <pc:sldMkLst>
          <pc:docMk/>
          <pc:sldMk cId="2279051279" sldId="4151"/>
        </pc:sldMkLst>
      </pc:sldChg>
      <pc:sldChg chg="del">
        <pc:chgData name="Rahul Mohandas (RMd)" userId="cdc53f0a-00cb-4490-8a90-22675af5e74d" providerId="ADAL" clId="{CA3CDD4C-A0DB-4E49-8D94-80AE420932E9}" dt="2024-07-27T10:04:49.510" v="156" actId="2696"/>
        <pc:sldMkLst>
          <pc:docMk/>
          <pc:sldMk cId="2297587967" sldId="4152"/>
        </pc:sldMkLst>
      </pc:sldChg>
      <pc:sldChg chg="addSp delSp modSp add mod ord modClrScheme chgLayout">
        <pc:chgData name="Rahul Mohandas (RMd)" userId="cdc53f0a-00cb-4490-8a90-22675af5e74d" providerId="ADAL" clId="{CA3CDD4C-A0DB-4E49-8D94-80AE420932E9}" dt="2024-07-28T07:33:04.600" v="2375"/>
        <pc:sldMkLst>
          <pc:docMk/>
          <pc:sldMk cId="2653173988" sldId="4153"/>
        </pc:sldMkLst>
      </pc:sldChg>
      <pc:sldChg chg="del">
        <pc:chgData name="Rahul Mohandas (RMd)" userId="cdc53f0a-00cb-4490-8a90-22675af5e74d" providerId="ADAL" clId="{CA3CDD4C-A0DB-4E49-8D94-80AE420932E9}" dt="2024-07-27T10:04:18.753" v="143" actId="2696"/>
        <pc:sldMkLst>
          <pc:docMk/>
          <pc:sldMk cId="4192160446" sldId="4153"/>
        </pc:sldMkLst>
      </pc:sldChg>
      <pc:sldChg chg="del">
        <pc:chgData name="Rahul Mohandas (RMd)" userId="cdc53f0a-00cb-4490-8a90-22675af5e74d" providerId="ADAL" clId="{CA3CDD4C-A0DB-4E49-8D94-80AE420932E9}" dt="2024-07-27T10:04:23.138" v="145" actId="2696"/>
        <pc:sldMkLst>
          <pc:docMk/>
          <pc:sldMk cId="194492896" sldId="4154"/>
        </pc:sldMkLst>
      </pc:sldChg>
      <pc:sldChg chg="del">
        <pc:chgData name="Rahul Mohandas (RMd)" userId="cdc53f0a-00cb-4490-8a90-22675af5e74d" providerId="ADAL" clId="{CA3CDD4C-A0DB-4E49-8D94-80AE420932E9}" dt="2024-07-27T10:04:49.515" v="161" actId="2696"/>
        <pc:sldMkLst>
          <pc:docMk/>
          <pc:sldMk cId="2263986708" sldId="4155"/>
        </pc:sldMkLst>
      </pc:sldChg>
      <pc:sldChg chg="ord">
        <pc:chgData name="Rahul Mohandas (RMd)" userId="cdc53f0a-00cb-4490-8a90-22675af5e74d" providerId="ADAL" clId="{CA3CDD4C-A0DB-4E49-8D94-80AE420932E9}" dt="2024-07-28T07:33:56.390" v="2378" actId="20578"/>
        <pc:sldMkLst>
          <pc:docMk/>
          <pc:sldMk cId="3536281384" sldId="4156"/>
        </pc:sldMkLst>
      </pc:sldChg>
      <pc:sldChg chg="addSp delSp modSp mod ord">
        <pc:chgData name="Rahul Mohandas (RMd)" userId="cdc53f0a-00cb-4490-8a90-22675af5e74d" providerId="ADAL" clId="{CA3CDD4C-A0DB-4E49-8D94-80AE420932E9}" dt="2024-07-28T07:33:49.884" v="2377" actId="20578"/>
        <pc:sldMkLst>
          <pc:docMk/>
          <pc:sldMk cId="3956292136" sldId="4157"/>
        </pc:sldMkLst>
      </pc:sldChg>
      <pc:sldChg chg="del">
        <pc:chgData name="Rahul Mohandas (RMd)" userId="cdc53f0a-00cb-4490-8a90-22675af5e74d" providerId="ADAL" clId="{CA3CDD4C-A0DB-4E49-8D94-80AE420932E9}" dt="2024-07-27T10:04:49.492" v="147" actId="2696"/>
        <pc:sldMkLst>
          <pc:docMk/>
          <pc:sldMk cId="4110881540" sldId="4158"/>
        </pc:sldMkLst>
      </pc:sldChg>
      <pc:sldChg chg="del">
        <pc:chgData name="Rahul Mohandas (RMd)" userId="cdc53f0a-00cb-4490-8a90-22675af5e74d" providerId="ADAL" clId="{CA3CDD4C-A0DB-4E49-8D94-80AE420932E9}" dt="2024-07-27T10:04:49.499" v="150" actId="2696"/>
        <pc:sldMkLst>
          <pc:docMk/>
          <pc:sldMk cId="2142223522" sldId="4160"/>
        </pc:sldMkLst>
      </pc:sldChg>
      <pc:sldChg chg="del">
        <pc:chgData name="Rahul Mohandas (RMd)" userId="cdc53f0a-00cb-4490-8a90-22675af5e74d" providerId="ADAL" clId="{CA3CDD4C-A0DB-4E49-8D94-80AE420932E9}" dt="2024-07-27T10:04:49.509" v="155" actId="2696"/>
        <pc:sldMkLst>
          <pc:docMk/>
          <pc:sldMk cId="270183623" sldId="4161"/>
        </pc:sldMkLst>
      </pc:sldChg>
      <pc:sldChg chg="del">
        <pc:chgData name="Rahul Mohandas (RMd)" userId="cdc53f0a-00cb-4490-8a90-22675af5e74d" providerId="ADAL" clId="{CA3CDD4C-A0DB-4E49-8D94-80AE420932E9}" dt="2024-07-27T10:04:49.512" v="159" actId="2696"/>
        <pc:sldMkLst>
          <pc:docMk/>
          <pc:sldMk cId="2527302375" sldId="4162"/>
        </pc:sldMkLst>
      </pc:sldChg>
      <pc:sldChg chg="del">
        <pc:chgData name="Rahul Mohandas (RMd)" userId="cdc53f0a-00cb-4490-8a90-22675af5e74d" providerId="ADAL" clId="{CA3CDD4C-A0DB-4E49-8D94-80AE420932E9}" dt="2024-07-27T10:04:49.517" v="163" actId="2696"/>
        <pc:sldMkLst>
          <pc:docMk/>
          <pc:sldMk cId="967550642" sldId="4163"/>
        </pc:sldMkLst>
      </pc:sldChg>
      <pc:sldChg chg="del">
        <pc:chgData name="Rahul Mohandas (RMd)" userId="cdc53f0a-00cb-4490-8a90-22675af5e74d" providerId="ADAL" clId="{CA3CDD4C-A0DB-4E49-8D94-80AE420932E9}" dt="2024-07-27T10:04:49.510" v="157" actId="2696"/>
        <pc:sldMkLst>
          <pc:docMk/>
          <pc:sldMk cId="2216118688" sldId="4164"/>
        </pc:sldMkLst>
      </pc:sldChg>
      <pc:sldChg chg="del">
        <pc:chgData name="Rahul Mohandas (RMd)" userId="cdc53f0a-00cb-4490-8a90-22675af5e74d" providerId="ADAL" clId="{CA3CDD4C-A0DB-4E49-8D94-80AE420932E9}" dt="2024-07-27T10:04:49.517" v="164" actId="2696"/>
        <pc:sldMkLst>
          <pc:docMk/>
          <pc:sldMk cId="967751023" sldId="4165"/>
        </pc:sldMkLst>
      </pc:sldChg>
      <pc:sldChg chg="del">
        <pc:chgData name="Rahul Mohandas (RMd)" userId="cdc53f0a-00cb-4490-8a90-22675af5e74d" providerId="ADAL" clId="{CA3CDD4C-A0DB-4E49-8D94-80AE420932E9}" dt="2024-07-27T10:04:49.503" v="153" actId="2696"/>
        <pc:sldMkLst>
          <pc:docMk/>
          <pc:sldMk cId="1688172485" sldId="4166"/>
        </pc:sldMkLst>
      </pc:sldChg>
      <pc:sldChg chg="del">
        <pc:chgData name="Rahul Mohandas (RMd)" userId="cdc53f0a-00cb-4490-8a90-22675af5e74d" providerId="ADAL" clId="{CA3CDD4C-A0DB-4E49-8D94-80AE420932E9}" dt="2024-07-27T10:04:49.497" v="149" actId="2696"/>
        <pc:sldMkLst>
          <pc:docMk/>
          <pc:sldMk cId="3039831990" sldId="4167"/>
        </pc:sldMkLst>
      </pc:sldChg>
      <pc:sldChg chg="del">
        <pc:chgData name="Rahul Mohandas (RMd)" userId="cdc53f0a-00cb-4490-8a90-22675af5e74d" providerId="ADAL" clId="{CA3CDD4C-A0DB-4E49-8D94-80AE420932E9}" dt="2024-07-27T10:04:49.490" v="146" actId="2696"/>
        <pc:sldMkLst>
          <pc:docMk/>
          <pc:sldMk cId="1189614051" sldId="4168"/>
        </pc:sldMkLst>
      </pc:sldChg>
      <pc:sldChg chg="del">
        <pc:chgData name="Rahul Mohandas (RMd)" userId="cdc53f0a-00cb-4490-8a90-22675af5e74d" providerId="ADAL" clId="{CA3CDD4C-A0DB-4E49-8D94-80AE420932E9}" dt="2024-07-27T10:04:49.516" v="162" actId="2696"/>
        <pc:sldMkLst>
          <pc:docMk/>
          <pc:sldMk cId="3425165119" sldId="4169"/>
        </pc:sldMkLst>
      </pc:sldChg>
      <pc:sldChg chg="modSp mod">
        <pc:chgData name="Rahul Mohandas (RMd)" userId="cdc53f0a-00cb-4490-8a90-22675af5e74d" providerId="ADAL" clId="{CA3CDD4C-A0DB-4E49-8D94-80AE420932E9}" dt="2024-07-28T04:54:25.805" v="2160" actId="20577"/>
        <pc:sldMkLst>
          <pc:docMk/>
          <pc:sldMk cId="3832112072" sldId="4170"/>
        </pc:sldMkLst>
      </pc:sldChg>
      <pc:sldChg chg="del">
        <pc:chgData name="Rahul Mohandas (RMd)" userId="cdc53f0a-00cb-4490-8a90-22675af5e74d" providerId="ADAL" clId="{CA3CDD4C-A0DB-4E49-8D94-80AE420932E9}" dt="2024-07-27T10:04:21.251" v="144" actId="2696"/>
        <pc:sldMkLst>
          <pc:docMk/>
          <pc:sldMk cId="628115242" sldId="4171"/>
        </pc:sldMkLst>
      </pc:sldChg>
      <pc:sldChg chg="del">
        <pc:chgData name="Rahul Mohandas (RMd)" userId="cdc53f0a-00cb-4490-8a90-22675af5e74d" providerId="ADAL" clId="{CA3CDD4C-A0DB-4E49-8D94-80AE420932E9}" dt="2024-07-27T10:04:49.502" v="152" actId="2696"/>
        <pc:sldMkLst>
          <pc:docMk/>
          <pc:sldMk cId="1339588837" sldId="4172"/>
        </pc:sldMkLst>
      </pc:sldChg>
      <pc:sldChg chg="del">
        <pc:chgData name="Rahul Mohandas (RMd)" userId="cdc53f0a-00cb-4490-8a90-22675af5e74d" providerId="ADAL" clId="{CA3CDD4C-A0DB-4E49-8D94-80AE420932E9}" dt="2024-07-27T10:04:49.496" v="148" actId="2696"/>
        <pc:sldMkLst>
          <pc:docMk/>
          <pc:sldMk cId="3769210793" sldId="4173"/>
        </pc:sldMkLst>
      </pc:sldChg>
      <pc:sldChg chg="new del ord">
        <pc:chgData name="Rahul Mohandas (RMd)" userId="cdc53f0a-00cb-4490-8a90-22675af5e74d" providerId="ADAL" clId="{CA3CDD4C-A0DB-4E49-8D94-80AE420932E9}" dt="2024-07-27T10:04:13.468" v="142" actId="2696"/>
        <pc:sldMkLst>
          <pc:docMk/>
          <pc:sldMk cId="1594984495" sldId="4175"/>
        </pc:sldMkLst>
      </pc:sldChg>
      <pc:sldChg chg="addSp delSp modSp add mod ord modTransition modClrScheme chgLayout">
        <pc:chgData name="Rahul Mohandas (RMd)" userId="cdc53f0a-00cb-4490-8a90-22675af5e74d" providerId="ADAL" clId="{CA3CDD4C-A0DB-4E49-8D94-80AE420932E9}" dt="2024-07-28T03:57:32.018" v="1921" actId="20577"/>
        <pc:sldMkLst>
          <pc:docMk/>
          <pc:sldMk cId="3160900679" sldId="4176"/>
        </pc:sldMkLst>
      </pc:sldChg>
      <pc:sldChg chg="addSp delSp modSp new mod ord modClrScheme chgLayout">
        <pc:chgData name="Rahul Mohandas (RMd)" userId="cdc53f0a-00cb-4490-8a90-22675af5e74d" providerId="ADAL" clId="{CA3CDD4C-A0DB-4E49-8D94-80AE420932E9}" dt="2024-07-27T10:27:26.256" v="551" actId="1038"/>
        <pc:sldMkLst>
          <pc:docMk/>
          <pc:sldMk cId="2515472185" sldId="4177"/>
        </pc:sldMkLst>
      </pc:sldChg>
      <pc:sldChg chg="addSp delSp modSp new mod modClrScheme chgLayout">
        <pc:chgData name="Rahul Mohandas (RMd)" userId="cdc53f0a-00cb-4490-8a90-22675af5e74d" providerId="ADAL" clId="{CA3CDD4C-A0DB-4E49-8D94-80AE420932E9}" dt="2024-07-28T04:55:23.321" v="2164" actId="20577"/>
        <pc:sldMkLst>
          <pc:docMk/>
          <pc:sldMk cId="1779549199" sldId="4178"/>
        </pc:sldMkLst>
      </pc:sldChg>
      <pc:sldChg chg="addSp delSp modSp new del mod">
        <pc:chgData name="Rahul Mohandas (RMd)" userId="cdc53f0a-00cb-4490-8a90-22675af5e74d" providerId="ADAL" clId="{CA3CDD4C-A0DB-4E49-8D94-80AE420932E9}" dt="2024-07-28T12:27:01.080" v="4264" actId="2696"/>
        <pc:sldMkLst>
          <pc:docMk/>
          <pc:sldMk cId="2670650602" sldId="4179"/>
        </pc:sldMkLst>
      </pc:sldChg>
      <pc:sldChg chg="addSp delSp modSp new mod ord">
        <pc:chgData name="Rahul Mohandas (RMd)" userId="cdc53f0a-00cb-4490-8a90-22675af5e74d" providerId="ADAL" clId="{CA3CDD4C-A0DB-4E49-8D94-80AE420932E9}" dt="2024-07-28T03:58:58.848" v="1950" actId="20578"/>
        <pc:sldMkLst>
          <pc:docMk/>
          <pc:sldMk cId="1578609614" sldId="4180"/>
        </pc:sldMkLst>
      </pc:sldChg>
      <pc:sldChg chg="addSp delSp modSp new mod chgLayout">
        <pc:chgData name="Rahul Mohandas (RMd)" userId="cdc53f0a-00cb-4490-8a90-22675af5e74d" providerId="ADAL" clId="{CA3CDD4C-A0DB-4E49-8D94-80AE420932E9}" dt="2024-07-28T04:47:40.065" v="2147" actId="20577"/>
        <pc:sldMkLst>
          <pc:docMk/>
          <pc:sldMk cId="2019615523" sldId="4181"/>
        </pc:sldMkLst>
      </pc:sldChg>
      <pc:sldChg chg="modSp new del mod">
        <pc:chgData name="Rahul Mohandas (RMd)" userId="cdc53f0a-00cb-4490-8a90-22675af5e74d" providerId="ADAL" clId="{CA3CDD4C-A0DB-4E49-8D94-80AE420932E9}" dt="2024-07-27T12:42:13.409" v="613" actId="2696"/>
        <pc:sldMkLst>
          <pc:docMk/>
          <pc:sldMk cId="4024921528" sldId="4181"/>
        </pc:sldMkLst>
      </pc:sldChg>
      <pc:sldChg chg="addSp delSp modSp new mod modClrScheme chgLayout">
        <pc:chgData name="Rahul Mohandas (RMd)" userId="cdc53f0a-00cb-4490-8a90-22675af5e74d" providerId="ADAL" clId="{CA3CDD4C-A0DB-4E49-8D94-80AE420932E9}" dt="2024-07-28T03:49:33.877" v="1772" actId="20577"/>
        <pc:sldMkLst>
          <pc:docMk/>
          <pc:sldMk cId="1916913562" sldId="4182"/>
        </pc:sldMkLst>
      </pc:sldChg>
      <pc:sldChg chg="new del">
        <pc:chgData name="Rahul Mohandas (RMd)" userId="cdc53f0a-00cb-4490-8a90-22675af5e74d" providerId="ADAL" clId="{CA3CDD4C-A0DB-4E49-8D94-80AE420932E9}" dt="2024-07-28T04:55:01.905" v="2161" actId="2696"/>
        <pc:sldMkLst>
          <pc:docMk/>
          <pc:sldMk cId="4226046690" sldId="4183"/>
        </pc:sldMkLst>
      </pc:sldChg>
      <pc:sldChg chg="addSp delSp modSp new mod ord modClrScheme chgLayout">
        <pc:chgData name="Rahul Mohandas (RMd)" userId="cdc53f0a-00cb-4490-8a90-22675af5e74d" providerId="ADAL" clId="{CA3CDD4C-A0DB-4E49-8D94-80AE420932E9}" dt="2024-07-28T12:19:37.415" v="4247" actId="20577"/>
        <pc:sldMkLst>
          <pc:docMk/>
          <pc:sldMk cId="1962266202" sldId="4184"/>
        </pc:sldMkLst>
      </pc:sldChg>
      <pc:sldChg chg="modSp add mod">
        <pc:chgData name="Rahul Mohandas (RMd)" userId="cdc53f0a-00cb-4490-8a90-22675af5e74d" providerId="ADAL" clId="{CA3CDD4C-A0DB-4E49-8D94-80AE420932E9}" dt="2024-07-28T12:19:40.174" v="4253" actId="20577"/>
        <pc:sldMkLst>
          <pc:docMk/>
          <pc:sldMk cId="166545887" sldId="4185"/>
        </pc:sldMkLst>
      </pc:sldChg>
      <pc:sldChg chg="modSp add mod">
        <pc:chgData name="Rahul Mohandas (RMd)" userId="cdc53f0a-00cb-4490-8a90-22675af5e74d" providerId="ADAL" clId="{CA3CDD4C-A0DB-4E49-8D94-80AE420932E9}" dt="2024-07-28T12:19:43.651" v="4263" actId="20577"/>
        <pc:sldMkLst>
          <pc:docMk/>
          <pc:sldMk cId="3538695487" sldId="4186"/>
        </pc:sldMkLst>
      </pc:sldChg>
      <pc:sldChg chg="add">
        <pc:chgData name="Rahul Mohandas (RMd)" userId="cdc53f0a-00cb-4490-8a90-22675af5e74d" providerId="ADAL" clId="{CA3CDD4C-A0DB-4E49-8D94-80AE420932E9}" dt="2024-07-28T04:58:44.443" v="2165"/>
        <pc:sldMkLst>
          <pc:docMk/>
          <pc:sldMk cId="2954272492" sldId="4187"/>
        </pc:sldMkLst>
      </pc:sldChg>
      <pc:sldChg chg="addSp delSp modSp new mod modClrScheme chgLayout">
        <pc:chgData name="Rahul Mohandas (RMd)" userId="cdc53f0a-00cb-4490-8a90-22675af5e74d" providerId="ADAL" clId="{CA3CDD4C-A0DB-4E49-8D94-80AE420932E9}" dt="2024-07-28T06:24:51.350" v="2276" actId="122"/>
        <pc:sldMkLst>
          <pc:docMk/>
          <pc:sldMk cId="2770894918" sldId="4188"/>
        </pc:sldMkLst>
      </pc:sldChg>
      <pc:sldChg chg="addSp modSp new mod">
        <pc:chgData name="Rahul Mohandas (RMd)" userId="cdc53f0a-00cb-4490-8a90-22675af5e74d" providerId="ADAL" clId="{CA3CDD4C-A0DB-4E49-8D94-80AE420932E9}" dt="2024-07-28T06:52:08.773" v="2373" actId="1037"/>
        <pc:sldMkLst>
          <pc:docMk/>
          <pc:sldMk cId="2108373856" sldId="4189"/>
        </pc:sldMkLst>
      </pc:sldChg>
    </pc:docChg>
  </pc:docChgLst>
  <pc:docChgLst>
    <pc:chgData name="Rahul Md" userId="cdc53f0a-00cb-4490-8a90-22675af5e74d" providerId="ADAL" clId="{30C75EC0-EDD0-E441-B85F-A68A5B3C5DC4}"/>
    <pc:docChg chg="custSel modSld">
      <pc:chgData name="Rahul Md" userId="cdc53f0a-00cb-4490-8a90-22675af5e74d" providerId="ADAL" clId="{30C75EC0-EDD0-E441-B85F-A68A5B3C5DC4}" dt="2024-01-13T16:05:37.299" v="43" actId="20577"/>
      <pc:docMkLst>
        <pc:docMk/>
      </pc:docMkLst>
      <pc:sldChg chg="modSp mod">
        <pc:chgData name="Rahul Md" userId="cdc53f0a-00cb-4490-8a90-22675af5e74d" providerId="ADAL" clId="{30C75EC0-EDD0-E441-B85F-A68A5B3C5DC4}" dt="2024-01-13T16:05:37.299" v="43" actId="20577"/>
        <pc:sldMkLst>
          <pc:docMk/>
          <pc:sldMk cId="0" sldId="257"/>
        </pc:sldMkLst>
      </pc:sldChg>
    </pc:docChg>
  </pc:docChgLst>
  <pc:docChgLst>
    <pc:chgData name="Rahul Mohandas (RMd)" userId="cdc53f0a-00cb-4490-8a90-22675af5e74d" providerId="ADAL" clId="{26497C4E-7530-B24C-A741-53AC2938EA5D}"/>
    <pc:docChg chg="undo redo custSel addSld delSld modSld sldOrd">
      <pc:chgData name="Rahul Mohandas (RMd)" userId="cdc53f0a-00cb-4490-8a90-22675af5e74d" providerId="ADAL" clId="{26497C4E-7530-B24C-A741-53AC2938EA5D}" dt="2024-08-11T10:08:43.883" v="2047" actId="20577"/>
      <pc:docMkLst>
        <pc:docMk/>
      </pc:docMkLst>
      <pc:sldChg chg="modSp mod">
        <pc:chgData name="Rahul Mohandas (RMd)" userId="cdc53f0a-00cb-4490-8a90-22675af5e74d" providerId="ADAL" clId="{26497C4E-7530-B24C-A741-53AC2938EA5D}" dt="2024-08-11T10:08:43.883" v="2047" actId="20577"/>
        <pc:sldMkLst>
          <pc:docMk/>
          <pc:sldMk cId="0" sldId="257"/>
        </pc:sldMkLst>
      </pc:sldChg>
      <pc:sldChg chg="modSp mod">
        <pc:chgData name="Rahul Mohandas (RMd)" userId="cdc53f0a-00cb-4490-8a90-22675af5e74d" providerId="ADAL" clId="{26497C4E-7530-B24C-A741-53AC2938EA5D}" dt="2024-08-10T16:38:27.494" v="10" actId="20577"/>
        <pc:sldMkLst>
          <pc:docMk/>
          <pc:sldMk cId="2301697734" sldId="262"/>
        </pc:sldMkLst>
      </pc:sldChg>
      <pc:sldChg chg="del">
        <pc:chgData name="Rahul Mohandas (RMd)" userId="cdc53f0a-00cb-4490-8a90-22675af5e74d" providerId="ADAL" clId="{26497C4E-7530-B24C-A741-53AC2938EA5D}" dt="2024-08-10T16:38:54.261" v="48" actId="2696"/>
        <pc:sldMkLst>
          <pc:docMk/>
          <pc:sldMk cId="0" sldId="294"/>
        </pc:sldMkLst>
      </pc:sldChg>
      <pc:sldChg chg="del">
        <pc:chgData name="Rahul Mohandas (RMd)" userId="cdc53f0a-00cb-4490-8a90-22675af5e74d" providerId="ADAL" clId="{26497C4E-7530-B24C-A741-53AC2938EA5D}" dt="2024-08-10T16:38:54.735" v="49" actId="2696"/>
        <pc:sldMkLst>
          <pc:docMk/>
          <pc:sldMk cId="0" sldId="295"/>
        </pc:sldMkLst>
      </pc:sldChg>
      <pc:sldChg chg="del">
        <pc:chgData name="Rahul Mohandas (RMd)" userId="cdc53f0a-00cb-4490-8a90-22675af5e74d" providerId="ADAL" clId="{26497C4E-7530-B24C-A741-53AC2938EA5D}" dt="2024-08-10T16:38:53.865" v="47" actId="2696"/>
        <pc:sldMkLst>
          <pc:docMk/>
          <pc:sldMk cId="0" sldId="296"/>
        </pc:sldMkLst>
      </pc:sldChg>
      <pc:sldChg chg="del">
        <pc:chgData name="Rahul Mohandas (RMd)" userId="cdc53f0a-00cb-4490-8a90-22675af5e74d" providerId="ADAL" clId="{26497C4E-7530-B24C-A741-53AC2938EA5D}" dt="2024-08-10T16:38:55.417" v="50" actId="2696"/>
        <pc:sldMkLst>
          <pc:docMk/>
          <pc:sldMk cId="0" sldId="297"/>
        </pc:sldMkLst>
      </pc:sldChg>
      <pc:sldChg chg="del">
        <pc:chgData name="Rahul Mohandas (RMd)" userId="cdc53f0a-00cb-4490-8a90-22675af5e74d" providerId="ADAL" clId="{26497C4E-7530-B24C-A741-53AC2938EA5D}" dt="2024-08-10T16:38:52.955" v="45" actId="2696"/>
        <pc:sldMkLst>
          <pc:docMk/>
          <pc:sldMk cId="1807058818" sldId="300"/>
        </pc:sldMkLst>
      </pc:sldChg>
      <pc:sldChg chg="del">
        <pc:chgData name="Rahul Mohandas (RMd)" userId="cdc53f0a-00cb-4490-8a90-22675af5e74d" providerId="ADAL" clId="{26497C4E-7530-B24C-A741-53AC2938EA5D}" dt="2024-08-10T16:38:53.406" v="46" actId="2696"/>
        <pc:sldMkLst>
          <pc:docMk/>
          <pc:sldMk cId="3529612723" sldId="301"/>
        </pc:sldMkLst>
      </pc:sldChg>
      <pc:sldChg chg="addSp delSp modSp mod chgLayout">
        <pc:chgData name="Rahul Mohandas (RMd)" userId="cdc53f0a-00cb-4490-8a90-22675af5e74d" providerId="ADAL" clId="{26497C4E-7530-B24C-A741-53AC2938EA5D}" dt="2024-08-11T06:20:38.125" v="2046" actId="6264"/>
        <pc:sldMkLst>
          <pc:docMk/>
          <pc:sldMk cId="3832112072" sldId="4170"/>
        </pc:sldMkLst>
      </pc:sldChg>
      <pc:sldChg chg="del">
        <pc:chgData name="Rahul Mohandas (RMd)" userId="cdc53f0a-00cb-4490-8a90-22675af5e74d" providerId="ADAL" clId="{26497C4E-7530-B24C-A741-53AC2938EA5D}" dt="2024-08-10T16:38:56.501" v="51" actId="2696"/>
        <pc:sldMkLst>
          <pc:docMk/>
          <pc:sldMk cId="1715918371" sldId="4175"/>
        </pc:sldMkLst>
      </pc:sldChg>
      <pc:sldChg chg="del">
        <pc:chgData name="Rahul Mohandas (RMd)" userId="cdc53f0a-00cb-4490-8a90-22675af5e74d" providerId="ADAL" clId="{26497C4E-7530-B24C-A741-53AC2938EA5D}" dt="2024-08-10T16:38:57.785" v="53" actId="2696"/>
        <pc:sldMkLst>
          <pc:docMk/>
          <pc:sldMk cId="39210274" sldId="4176"/>
        </pc:sldMkLst>
      </pc:sldChg>
      <pc:sldChg chg="del">
        <pc:chgData name="Rahul Mohandas (RMd)" userId="cdc53f0a-00cb-4490-8a90-22675af5e74d" providerId="ADAL" clId="{26497C4E-7530-B24C-A741-53AC2938EA5D}" dt="2024-08-10T16:39:01.891" v="59" actId="2696"/>
        <pc:sldMkLst>
          <pc:docMk/>
          <pc:sldMk cId="525733354" sldId="4178"/>
        </pc:sldMkLst>
      </pc:sldChg>
      <pc:sldChg chg="del">
        <pc:chgData name="Rahul Mohandas (RMd)" userId="cdc53f0a-00cb-4490-8a90-22675af5e74d" providerId="ADAL" clId="{26497C4E-7530-B24C-A741-53AC2938EA5D}" dt="2024-08-10T16:38:58.428" v="54" actId="2696"/>
        <pc:sldMkLst>
          <pc:docMk/>
          <pc:sldMk cId="1051106196" sldId="4179"/>
        </pc:sldMkLst>
      </pc:sldChg>
      <pc:sldChg chg="del">
        <pc:chgData name="Rahul Mohandas (RMd)" userId="cdc53f0a-00cb-4490-8a90-22675af5e74d" providerId="ADAL" clId="{26497C4E-7530-B24C-A741-53AC2938EA5D}" dt="2024-08-10T16:38:58.942" v="55" actId="2696"/>
        <pc:sldMkLst>
          <pc:docMk/>
          <pc:sldMk cId="3294583850" sldId="4181"/>
        </pc:sldMkLst>
      </pc:sldChg>
      <pc:sldChg chg="del">
        <pc:chgData name="Rahul Mohandas (RMd)" userId="cdc53f0a-00cb-4490-8a90-22675af5e74d" providerId="ADAL" clId="{26497C4E-7530-B24C-A741-53AC2938EA5D}" dt="2024-08-10T16:38:49.575" v="43" actId="2696"/>
        <pc:sldMkLst>
          <pc:docMk/>
          <pc:sldMk cId="791699772" sldId="4183"/>
        </pc:sldMkLst>
      </pc:sldChg>
      <pc:sldChg chg="del">
        <pc:chgData name="Rahul Mohandas (RMd)" userId="cdc53f0a-00cb-4490-8a90-22675af5e74d" providerId="ADAL" clId="{26497C4E-7530-B24C-A741-53AC2938EA5D}" dt="2024-08-10T16:38:59.468" v="56" actId="2696"/>
        <pc:sldMkLst>
          <pc:docMk/>
          <pc:sldMk cId="4236916943" sldId="4184"/>
        </pc:sldMkLst>
      </pc:sldChg>
      <pc:sldChg chg="del">
        <pc:chgData name="Rahul Mohandas (RMd)" userId="cdc53f0a-00cb-4490-8a90-22675af5e74d" providerId="ADAL" clId="{26497C4E-7530-B24C-A741-53AC2938EA5D}" dt="2024-08-10T16:39:00.150" v="57" actId="2696"/>
        <pc:sldMkLst>
          <pc:docMk/>
          <pc:sldMk cId="3813146382" sldId="4185"/>
        </pc:sldMkLst>
      </pc:sldChg>
      <pc:sldChg chg="del">
        <pc:chgData name="Rahul Mohandas (RMd)" userId="cdc53f0a-00cb-4490-8a90-22675af5e74d" providerId="ADAL" clId="{26497C4E-7530-B24C-A741-53AC2938EA5D}" dt="2024-08-10T16:39:00.803" v="58" actId="2696"/>
        <pc:sldMkLst>
          <pc:docMk/>
          <pc:sldMk cId="2093650038" sldId="4186"/>
        </pc:sldMkLst>
      </pc:sldChg>
      <pc:sldChg chg="del">
        <pc:chgData name="Rahul Mohandas (RMd)" userId="cdc53f0a-00cb-4490-8a90-22675af5e74d" providerId="ADAL" clId="{26497C4E-7530-B24C-A741-53AC2938EA5D}" dt="2024-08-10T16:38:56.951" v="52" actId="2696"/>
        <pc:sldMkLst>
          <pc:docMk/>
          <pc:sldMk cId="368787866" sldId="4187"/>
        </pc:sldMkLst>
      </pc:sldChg>
      <pc:sldChg chg="del">
        <pc:chgData name="Rahul Mohandas (RMd)" userId="cdc53f0a-00cb-4490-8a90-22675af5e74d" providerId="ADAL" clId="{26497C4E-7530-B24C-A741-53AC2938EA5D}" dt="2024-08-10T16:38:52.228" v="44" actId="2696"/>
        <pc:sldMkLst>
          <pc:docMk/>
          <pc:sldMk cId="2460590757" sldId="4188"/>
        </pc:sldMkLst>
      </pc:sldChg>
      <pc:sldChg chg="del">
        <pc:chgData name="Rahul Mohandas (RMd)" userId="cdc53f0a-00cb-4490-8a90-22675af5e74d" providerId="ADAL" clId="{26497C4E-7530-B24C-A741-53AC2938EA5D}" dt="2024-08-10T16:38:48.104" v="41" actId="2696"/>
        <pc:sldMkLst>
          <pc:docMk/>
          <pc:sldMk cId="399935353" sldId="4189"/>
        </pc:sldMkLst>
      </pc:sldChg>
      <pc:sldChg chg="del">
        <pc:chgData name="Rahul Mohandas (RMd)" userId="cdc53f0a-00cb-4490-8a90-22675af5e74d" providerId="ADAL" clId="{26497C4E-7530-B24C-A741-53AC2938EA5D}" dt="2024-08-10T16:38:48.111" v="42" actId="2696"/>
        <pc:sldMkLst>
          <pc:docMk/>
          <pc:sldMk cId="4157782236" sldId="4190"/>
        </pc:sldMkLst>
      </pc:sldChg>
      <pc:sldChg chg="modSp new mod">
        <pc:chgData name="Rahul Mohandas (RMd)" userId="cdc53f0a-00cb-4490-8a90-22675af5e74d" providerId="ADAL" clId="{26497C4E-7530-B24C-A741-53AC2938EA5D}" dt="2024-08-11T04:30:52.718" v="442" actId="20577"/>
        <pc:sldMkLst>
          <pc:docMk/>
          <pc:sldMk cId="1863019508" sldId="4191"/>
        </pc:sldMkLst>
      </pc:sldChg>
      <pc:sldChg chg="modSp new mod ord">
        <pc:chgData name="Rahul Mohandas (RMd)" userId="cdc53f0a-00cb-4490-8a90-22675af5e74d" providerId="ADAL" clId="{26497C4E-7530-B24C-A741-53AC2938EA5D}" dt="2024-08-11T04:35:39.165" v="498" actId="20577"/>
        <pc:sldMkLst>
          <pc:docMk/>
          <pc:sldMk cId="1519144150" sldId="4192"/>
        </pc:sldMkLst>
      </pc:sldChg>
      <pc:sldChg chg="addSp delSp modSp new mod modClrScheme chgLayout">
        <pc:chgData name="Rahul Mohandas (RMd)" userId="cdc53f0a-00cb-4490-8a90-22675af5e74d" providerId="ADAL" clId="{26497C4E-7530-B24C-A741-53AC2938EA5D}" dt="2024-08-11T04:32:32.685" v="447"/>
        <pc:sldMkLst>
          <pc:docMk/>
          <pc:sldMk cId="2413290457" sldId="4193"/>
        </pc:sldMkLst>
      </pc:sldChg>
      <pc:sldChg chg="addSp delSp modSp new mod ord">
        <pc:chgData name="Rahul Mohandas (RMd)" userId="cdc53f0a-00cb-4490-8a90-22675af5e74d" providerId="ADAL" clId="{26497C4E-7530-B24C-A741-53AC2938EA5D}" dt="2024-08-11T04:59:47.641" v="1304"/>
        <pc:sldMkLst>
          <pc:docMk/>
          <pc:sldMk cId="3200134892" sldId="4194"/>
        </pc:sldMkLst>
      </pc:sldChg>
      <pc:sldChg chg="addSp delSp modSp new mod">
        <pc:chgData name="Rahul Mohandas (RMd)" userId="cdc53f0a-00cb-4490-8a90-22675af5e74d" providerId="ADAL" clId="{26497C4E-7530-B24C-A741-53AC2938EA5D}" dt="2024-08-11T04:59:44.309" v="1302"/>
        <pc:sldMkLst>
          <pc:docMk/>
          <pc:sldMk cId="3739314591" sldId="4195"/>
        </pc:sldMkLst>
      </pc:sldChg>
      <pc:sldChg chg="addSp delSp modSp new mod">
        <pc:chgData name="Rahul Mohandas (RMd)" userId="cdc53f0a-00cb-4490-8a90-22675af5e74d" providerId="ADAL" clId="{26497C4E-7530-B24C-A741-53AC2938EA5D}" dt="2024-08-11T04:59:45.940" v="1303"/>
        <pc:sldMkLst>
          <pc:docMk/>
          <pc:sldMk cId="408449925" sldId="4196"/>
        </pc:sldMkLst>
      </pc:sldChg>
      <pc:sldChg chg="addSp delSp modSp new mod modClrScheme chgLayout">
        <pc:chgData name="Rahul Mohandas (RMd)" userId="cdc53f0a-00cb-4490-8a90-22675af5e74d" providerId="ADAL" clId="{26497C4E-7530-B24C-A741-53AC2938EA5D}" dt="2024-08-11T06:19:14.011" v="2034" actId="20577"/>
        <pc:sldMkLst>
          <pc:docMk/>
          <pc:sldMk cId="79606075" sldId="4197"/>
        </pc:sldMkLst>
      </pc:sldChg>
      <pc:sldChg chg="addSp delSp modSp new mod modClrScheme chgLayout">
        <pc:chgData name="Rahul Mohandas (RMd)" userId="cdc53f0a-00cb-4490-8a90-22675af5e74d" providerId="ADAL" clId="{26497C4E-7530-B24C-A741-53AC2938EA5D}" dt="2024-08-11T04:34:23.379" v="464" actId="20577"/>
        <pc:sldMkLst>
          <pc:docMk/>
          <pc:sldMk cId="4244090390" sldId="4198"/>
        </pc:sldMkLst>
      </pc:sldChg>
      <pc:sldChg chg="addSp delSp modSp new mod modClrScheme chgLayout">
        <pc:chgData name="Rahul Mohandas (RMd)" userId="cdc53f0a-00cb-4490-8a90-22675af5e74d" providerId="ADAL" clId="{26497C4E-7530-B24C-A741-53AC2938EA5D}" dt="2024-08-11T04:36:05.930" v="519" actId="20577"/>
        <pc:sldMkLst>
          <pc:docMk/>
          <pc:sldMk cId="4251697485" sldId="4199"/>
        </pc:sldMkLst>
      </pc:sldChg>
      <pc:sldChg chg="addSp delSp modSp new mod modClrScheme chgLayout">
        <pc:chgData name="Rahul Mohandas (RMd)" userId="cdc53f0a-00cb-4490-8a90-22675af5e74d" providerId="ADAL" clId="{26497C4E-7530-B24C-A741-53AC2938EA5D}" dt="2024-08-11T04:57:20.255" v="1150" actId="5793"/>
        <pc:sldMkLst>
          <pc:docMk/>
          <pc:sldMk cId="1746968758" sldId="4200"/>
        </pc:sldMkLst>
      </pc:sldChg>
      <pc:sldChg chg="addSp delSp modSp new mod modClrScheme chgLayout">
        <pc:chgData name="Rahul Mohandas (RMd)" userId="cdc53f0a-00cb-4490-8a90-22675af5e74d" providerId="ADAL" clId="{26497C4E-7530-B24C-A741-53AC2938EA5D}" dt="2024-08-11T05:43:55.332" v="1431" actId="20577"/>
        <pc:sldMkLst>
          <pc:docMk/>
          <pc:sldMk cId="3687925654" sldId="4201"/>
        </pc:sldMkLst>
      </pc:sldChg>
      <pc:sldChg chg="addSp modSp new mod ord modClrScheme chgLayout">
        <pc:chgData name="Rahul Mohandas (RMd)" userId="cdc53f0a-00cb-4490-8a90-22675af5e74d" providerId="ADAL" clId="{26497C4E-7530-B24C-A741-53AC2938EA5D}" dt="2024-08-11T04:46:00.583" v="673" actId="20578"/>
        <pc:sldMkLst>
          <pc:docMk/>
          <pc:sldMk cId="2433204486" sldId="4202"/>
        </pc:sldMkLst>
      </pc:sldChg>
      <pc:sldChg chg="addSp modSp new mod">
        <pc:chgData name="Rahul Mohandas (RMd)" userId="cdc53f0a-00cb-4490-8a90-22675af5e74d" providerId="ADAL" clId="{26497C4E-7530-B24C-A741-53AC2938EA5D}" dt="2024-08-11T05:45:17.639" v="1462" actId="20577"/>
        <pc:sldMkLst>
          <pc:docMk/>
          <pc:sldMk cId="2719943156" sldId="4203"/>
        </pc:sldMkLst>
      </pc:sldChg>
      <pc:sldChg chg="addSp delSp modSp new mod modClrScheme chgLayout">
        <pc:chgData name="Rahul Mohandas (RMd)" userId="cdc53f0a-00cb-4490-8a90-22675af5e74d" providerId="ADAL" clId="{26497C4E-7530-B24C-A741-53AC2938EA5D}" dt="2024-08-11T05:43:07.013" v="1403" actId="20577"/>
        <pc:sldMkLst>
          <pc:docMk/>
          <pc:sldMk cId="2644135828" sldId="4204"/>
        </pc:sldMkLst>
      </pc:sldChg>
      <pc:sldChg chg="addSp delSp modSp new mod modClrScheme chgLayout">
        <pc:chgData name="Rahul Mohandas (RMd)" userId="cdc53f0a-00cb-4490-8a90-22675af5e74d" providerId="ADAL" clId="{26497C4E-7530-B24C-A741-53AC2938EA5D}" dt="2024-08-11T04:59:22.017" v="1301" actId="20577"/>
        <pc:sldMkLst>
          <pc:docMk/>
          <pc:sldMk cId="3190222591" sldId="4205"/>
        </pc:sldMkLst>
      </pc:sldChg>
      <pc:sldChg chg="modSp new mod">
        <pc:chgData name="Rahul Mohandas (RMd)" userId="cdc53f0a-00cb-4490-8a90-22675af5e74d" providerId="ADAL" clId="{26497C4E-7530-B24C-A741-53AC2938EA5D}" dt="2024-08-11T05:42:22.332" v="1385" actId="20577"/>
        <pc:sldMkLst>
          <pc:docMk/>
          <pc:sldMk cId="1769403112" sldId="4206"/>
        </pc:sldMkLst>
      </pc:sldChg>
      <pc:sldChg chg="modSp add mod">
        <pc:chgData name="Rahul Mohandas (RMd)" userId="cdc53f0a-00cb-4490-8a90-22675af5e74d" providerId="ADAL" clId="{26497C4E-7530-B24C-A741-53AC2938EA5D}" dt="2024-08-11T05:52:04.909" v="1548" actId="121"/>
        <pc:sldMkLst>
          <pc:docMk/>
          <pc:sldMk cId="3717781636" sldId="4207"/>
        </pc:sldMkLst>
      </pc:sldChg>
      <pc:sldChg chg="modSp new mod modClrScheme chgLayout">
        <pc:chgData name="Rahul Mohandas (RMd)" userId="cdc53f0a-00cb-4490-8a90-22675af5e74d" providerId="ADAL" clId="{26497C4E-7530-B24C-A741-53AC2938EA5D}" dt="2024-08-11T05:53:02.454" v="1578" actId="700"/>
        <pc:sldMkLst>
          <pc:docMk/>
          <pc:sldMk cId="2998439081" sldId="4208"/>
        </pc:sldMkLst>
      </pc:sldChg>
      <pc:sldChg chg="addSp delSp modSp new mod modClrScheme chgLayout">
        <pc:chgData name="Rahul Mohandas (RMd)" userId="cdc53f0a-00cb-4490-8a90-22675af5e74d" providerId="ADAL" clId="{26497C4E-7530-B24C-A741-53AC2938EA5D}" dt="2024-08-11T05:53:15.462" v="1591" actId="20577"/>
        <pc:sldMkLst>
          <pc:docMk/>
          <pc:sldMk cId="303049574" sldId="4209"/>
        </pc:sldMkLst>
      </pc:sldChg>
      <pc:sldChg chg="modSp new mod">
        <pc:chgData name="Rahul Mohandas (RMd)" userId="cdc53f0a-00cb-4490-8a90-22675af5e74d" providerId="ADAL" clId="{26497C4E-7530-B24C-A741-53AC2938EA5D}" dt="2024-08-11T05:53:42.982" v="1627" actId="20577"/>
        <pc:sldMkLst>
          <pc:docMk/>
          <pc:sldMk cId="1080664823" sldId="4210"/>
        </pc:sldMkLst>
      </pc:sldChg>
      <pc:sldChg chg="modSp new mod">
        <pc:chgData name="Rahul Mohandas (RMd)" userId="cdc53f0a-00cb-4490-8a90-22675af5e74d" providerId="ADAL" clId="{26497C4E-7530-B24C-A741-53AC2938EA5D}" dt="2024-08-11T05:54:33.073" v="1669" actId="20577"/>
        <pc:sldMkLst>
          <pc:docMk/>
          <pc:sldMk cId="1151640591" sldId="4211"/>
        </pc:sldMkLst>
      </pc:sldChg>
      <pc:sldChg chg="addSp delSp modSp new mod">
        <pc:chgData name="Rahul Mohandas (RMd)" userId="cdc53f0a-00cb-4490-8a90-22675af5e74d" providerId="ADAL" clId="{26497C4E-7530-B24C-A741-53AC2938EA5D}" dt="2024-08-11T06:07:22.016" v="1816" actId="20577"/>
        <pc:sldMkLst>
          <pc:docMk/>
          <pc:sldMk cId="3502321957" sldId="4212"/>
        </pc:sldMkLst>
      </pc:sldChg>
    </pc:docChg>
  </pc:docChgLst>
  <pc:docChgLst>
    <pc:chgData name="Rahul Mohandas (RMd)" userId="cdc53f0a-00cb-4490-8a90-22675af5e74d" providerId="ADAL" clId="{27642D6F-5C6D-E94E-8259-BB6042076223}"/>
    <pc:docChg chg="undo redo custSel addSld delSld modSld sldOrd">
      <pc:chgData name="Rahul Mohandas (RMd)" userId="cdc53f0a-00cb-4490-8a90-22675af5e74d" providerId="ADAL" clId="{27642D6F-5C6D-E94E-8259-BB6042076223}" dt="2024-08-04T12:21:58.530" v="5587" actId="20577"/>
      <pc:docMkLst>
        <pc:docMk/>
      </pc:docMkLst>
      <pc:sldChg chg="modSp mod">
        <pc:chgData name="Rahul Mohandas (RMd)" userId="cdc53f0a-00cb-4490-8a90-22675af5e74d" providerId="ADAL" clId="{27642D6F-5C6D-E94E-8259-BB6042076223}" dt="2024-08-01T13:59:06.986" v="6" actId="20577"/>
        <pc:sldMkLst>
          <pc:docMk/>
          <pc:sldMk cId="0" sldId="257"/>
        </pc:sldMkLst>
      </pc:sldChg>
      <pc:sldChg chg="modSp mod">
        <pc:chgData name="Rahul Mohandas (RMd)" userId="cdc53f0a-00cb-4490-8a90-22675af5e74d" providerId="ADAL" clId="{27642D6F-5C6D-E94E-8259-BB6042076223}" dt="2024-08-04T03:52:40.835" v="2322"/>
        <pc:sldMkLst>
          <pc:docMk/>
          <pc:sldMk cId="2301697734" sldId="262"/>
        </pc:sldMkLst>
      </pc:sldChg>
      <pc:sldChg chg="del">
        <pc:chgData name="Rahul Mohandas (RMd)" userId="cdc53f0a-00cb-4490-8a90-22675af5e74d" providerId="ADAL" clId="{27642D6F-5C6D-E94E-8259-BB6042076223}" dt="2024-08-01T13:59:48.404" v="35" actId="2696"/>
        <pc:sldMkLst>
          <pc:docMk/>
          <pc:sldMk cId="3607683791" sldId="263"/>
        </pc:sldMkLst>
      </pc:sldChg>
      <pc:sldChg chg="del">
        <pc:chgData name="Rahul Mohandas (RMd)" userId="cdc53f0a-00cb-4490-8a90-22675af5e74d" providerId="ADAL" clId="{27642D6F-5C6D-E94E-8259-BB6042076223}" dt="2024-08-01T13:59:50.742" v="40" actId="2696"/>
        <pc:sldMkLst>
          <pc:docMk/>
          <pc:sldMk cId="772219433" sldId="293"/>
        </pc:sldMkLst>
      </pc:sldChg>
      <pc:sldChg chg="add">
        <pc:chgData name="Rahul Mohandas (RMd)" userId="cdc53f0a-00cb-4490-8a90-22675af5e74d" providerId="ADAL" clId="{27642D6F-5C6D-E94E-8259-BB6042076223}" dt="2024-08-01T14:01:54.392" v="52"/>
        <pc:sldMkLst>
          <pc:docMk/>
          <pc:sldMk cId="0" sldId="294"/>
        </pc:sldMkLst>
      </pc:sldChg>
      <pc:sldChg chg="add">
        <pc:chgData name="Rahul Mohandas (RMd)" userId="cdc53f0a-00cb-4490-8a90-22675af5e74d" providerId="ADAL" clId="{27642D6F-5C6D-E94E-8259-BB6042076223}" dt="2024-08-01T14:01:54.392" v="52"/>
        <pc:sldMkLst>
          <pc:docMk/>
          <pc:sldMk cId="0" sldId="295"/>
        </pc:sldMkLst>
      </pc:sldChg>
      <pc:sldChg chg="add ord">
        <pc:chgData name="Rahul Mohandas (RMd)" userId="cdc53f0a-00cb-4490-8a90-22675af5e74d" providerId="ADAL" clId="{27642D6F-5C6D-E94E-8259-BB6042076223}" dt="2024-08-01T14:02:04.280" v="54" actId="20578"/>
        <pc:sldMkLst>
          <pc:docMk/>
          <pc:sldMk cId="0" sldId="296"/>
        </pc:sldMkLst>
      </pc:sldChg>
      <pc:sldChg chg="modSp add mod">
        <pc:chgData name="Rahul Mohandas (RMd)" userId="cdc53f0a-00cb-4490-8a90-22675af5e74d" providerId="ADAL" clId="{27642D6F-5C6D-E94E-8259-BB6042076223}" dt="2024-08-03T13:52:43.936" v="1978" actId="207"/>
        <pc:sldMkLst>
          <pc:docMk/>
          <pc:sldMk cId="0" sldId="297"/>
        </pc:sldMkLst>
      </pc:sldChg>
      <pc:sldChg chg="add del">
        <pc:chgData name="Rahul Mohandas (RMd)" userId="cdc53f0a-00cb-4490-8a90-22675af5e74d" providerId="ADAL" clId="{27642D6F-5C6D-E94E-8259-BB6042076223}" dt="2024-08-04T03:53:05.252" v="2323" actId="2696"/>
        <pc:sldMkLst>
          <pc:docMk/>
          <pc:sldMk cId="1807058818" sldId="300"/>
        </pc:sldMkLst>
      </pc:sldChg>
      <pc:sldChg chg="add del modNotesTx">
        <pc:chgData name="Rahul Mohandas (RMd)" userId="cdc53f0a-00cb-4490-8a90-22675af5e74d" providerId="ADAL" clId="{27642D6F-5C6D-E94E-8259-BB6042076223}" dt="2024-08-04T12:21:58.530" v="5587" actId="20577"/>
        <pc:sldMkLst>
          <pc:docMk/>
          <pc:sldMk cId="3529612723" sldId="301"/>
        </pc:sldMkLst>
      </pc:sldChg>
      <pc:sldChg chg="del">
        <pc:chgData name="Rahul Mohandas (RMd)" userId="cdc53f0a-00cb-4490-8a90-22675af5e74d" providerId="ADAL" clId="{27642D6F-5C6D-E94E-8259-BB6042076223}" dt="2024-08-01T13:59:48.372" v="32" actId="2696"/>
        <pc:sldMkLst>
          <pc:docMk/>
          <pc:sldMk cId="2363286591" sldId="4124"/>
        </pc:sldMkLst>
      </pc:sldChg>
      <pc:sldChg chg="del">
        <pc:chgData name="Rahul Mohandas (RMd)" userId="cdc53f0a-00cb-4490-8a90-22675af5e74d" providerId="ADAL" clId="{27642D6F-5C6D-E94E-8259-BB6042076223}" dt="2024-08-01T13:59:51.184" v="41" actId="2696"/>
        <pc:sldMkLst>
          <pc:docMk/>
          <pc:sldMk cId="2700900967" sldId="4127"/>
        </pc:sldMkLst>
      </pc:sldChg>
      <pc:sldChg chg="del">
        <pc:chgData name="Rahul Mohandas (RMd)" userId="cdc53f0a-00cb-4490-8a90-22675af5e74d" providerId="ADAL" clId="{27642D6F-5C6D-E94E-8259-BB6042076223}" dt="2024-08-01T13:59:48.370" v="31" actId="2696"/>
        <pc:sldMkLst>
          <pc:docMk/>
          <pc:sldMk cId="1041053728" sldId="4148"/>
        </pc:sldMkLst>
      </pc:sldChg>
      <pc:sldChg chg="del">
        <pc:chgData name="Rahul Mohandas (RMd)" userId="cdc53f0a-00cb-4490-8a90-22675af5e74d" providerId="ADAL" clId="{27642D6F-5C6D-E94E-8259-BB6042076223}" dt="2024-08-01T13:59:48.408" v="36" actId="2696"/>
        <pc:sldMkLst>
          <pc:docMk/>
          <pc:sldMk cId="2653173988" sldId="4153"/>
        </pc:sldMkLst>
      </pc:sldChg>
      <pc:sldChg chg="del">
        <pc:chgData name="Rahul Mohandas (RMd)" userId="cdc53f0a-00cb-4490-8a90-22675af5e74d" providerId="ADAL" clId="{27642D6F-5C6D-E94E-8259-BB6042076223}" dt="2024-08-01T13:59:48.409" v="37" actId="2696"/>
        <pc:sldMkLst>
          <pc:docMk/>
          <pc:sldMk cId="3536281384" sldId="4156"/>
        </pc:sldMkLst>
      </pc:sldChg>
      <pc:sldChg chg="del">
        <pc:chgData name="Rahul Mohandas (RMd)" userId="cdc53f0a-00cb-4490-8a90-22675af5e74d" providerId="ADAL" clId="{27642D6F-5C6D-E94E-8259-BB6042076223}" dt="2024-08-01T13:59:48.415" v="38" actId="2696"/>
        <pc:sldMkLst>
          <pc:docMk/>
          <pc:sldMk cId="3956292136" sldId="4157"/>
        </pc:sldMkLst>
      </pc:sldChg>
      <pc:sldChg chg="addSp delSp modSp add del mod chgLayout">
        <pc:chgData name="Rahul Mohandas (RMd)" userId="cdc53f0a-00cb-4490-8a90-22675af5e74d" providerId="ADAL" clId="{27642D6F-5C6D-E94E-8259-BB6042076223}" dt="2024-08-04T12:13:49.979" v="5031" actId="2696"/>
        <pc:sldMkLst>
          <pc:docMk/>
          <pc:sldMk cId="3832112072" sldId="4170"/>
        </pc:sldMkLst>
      </pc:sldChg>
      <pc:sldChg chg="add del">
        <pc:chgData name="Rahul Mohandas (RMd)" userId="cdc53f0a-00cb-4490-8a90-22675af5e74d" providerId="ADAL" clId="{27642D6F-5C6D-E94E-8259-BB6042076223}" dt="2024-08-04T12:13:50.720" v="5032" actId="2696"/>
        <pc:sldMkLst>
          <pc:docMk/>
          <pc:sldMk cId="1404816291" sldId="4174"/>
        </pc:sldMkLst>
      </pc:sldChg>
      <pc:sldChg chg="modSp new mod modNotesTx">
        <pc:chgData name="Rahul Mohandas (RMd)" userId="cdc53f0a-00cb-4490-8a90-22675af5e74d" providerId="ADAL" clId="{27642D6F-5C6D-E94E-8259-BB6042076223}" dt="2024-08-04T06:15:47.609" v="3247" actId="20577"/>
        <pc:sldMkLst>
          <pc:docMk/>
          <pc:sldMk cId="1715918371" sldId="4175"/>
        </pc:sldMkLst>
      </pc:sldChg>
      <pc:sldChg chg="new del">
        <pc:chgData name="Rahul Mohandas (RMd)" userId="cdc53f0a-00cb-4490-8a90-22675af5e74d" providerId="ADAL" clId="{27642D6F-5C6D-E94E-8259-BB6042076223}" dt="2024-08-01T14:01:56.300" v="53" actId="2696"/>
        <pc:sldMkLst>
          <pc:docMk/>
          <pc:sldMk cId="2934423065" sldId="4175"/>
        </pc:sldMkLst>
      </pc:sldChg>
      <pc:sldChg chg="modSp new mod modNotesTx">
        <pc:chgData name="Rahul Mohandas (RMd)" userId="cdc53f0a-00cb-4490-8a90-22675af5e74d" providerId="ADAL" clId="{27642D6F-5C6D-E94E-8259-BB6042076223}" dt="2024-08-04T12:21:37.947" v="5586" actId="20577"/>
        <pc:sldMkLst>
          <pc:docMk/>
          <pc:sldMk cId="39210274" sldId="4176"/>
        </pc:sldMkLst>
      </pc:sldChg>
      <pc:sldChg chg="del">
        <pc:chgData name="Rahul Mohandas (RMd)" userId="cdc53f0a-00cb-4490-8a90-22675af5e74d" providerId="ADAL" clId="{27642D6F-5C6D-E94E-8259-BB6042076223}" dt="2024-08-01T13:59:48.402" v="33" actId="2696"/>
        <pc:sldMkLst>
          <pc:docMk/>
          <pc:sldMk cId="3160900679" sldId="4176"/>
        </pc:sldMkLst>
      </pc:sldChg>
      <pc:sldChg chg="del">
        <pc:chgData name="Rahul Mohandas (RMd)" userId="cdc53f0a-00cb-4490-8a90-22675af5e74d" providerId="ADAL" clId="{27642D6F-5C6D-E94E-8259-BB6042076223}" dt="2024-08-01T13:59:50.311" v="39" actId="2696"/>
        <pc:sldMkLst>
          <pc:docMk/>
          <pc:sldMk cId="2515472185" sldId="4177"/>
        </pc:sldMkLst>
      </pc:sldChg>
      <pc:sldChg chg="modSp new del mod modNotesTx">
        <pc:chgData name="Rahul Mohandas (RMd)" userId="cdc53f0a-00cb-4490-8a90-22675af5e74d" providerId="ADAL" clId="{27642D6F-5C6D-E94E-8259-BB6042076223}" dt="2024-08-03T14:29:46.959" v="2058" actId="2696"/>
        <pc:sldMkLst>
          <pc:docMk/>
          <pc:sldMk cId="3964588462" sldId="4177"/>
        </pc:sldMkLst>
      </pc:sldChg>
      <pc:sldChg chg="addSp modSp add del mod modNotesTx">
        <pc:chgData name="Rahul Mohandas (RMd)" userId="cdc53f0a-00cb-4490-8a90-22675af5e74d" providerId="ADAL" clId="{27642D6F-5C6D-E94E-8259-BB6042076223}" dt="2024-08-04T12:21:17.930" v="5585" actId="20577"/>
        <pc:sldMkLst>
          <pc:docMk/>
          <pc:sldMk cId="525733354" sldId="4178"/>
        </pc:sldMkLst>
      </pc:sldChg>
      <pc:sldChg chg="del">
        <pc:chgData name="Rahul Mohandas (RMd)" userId="cdc53f0a-00cb-4490-8a90-22675af5e74d" providerId="ADAL" clId="{27642D6F-5C6D-E94E-8259-BB6042076223}" dt="2024-08-01T13:59:53.089" v="43" actId="2696"/>
        <pc:sldMkLst>
          <pc:docMk/>
          <pc:sldMk cId="1779549199" sldId="4178"/>
        </pc:sldMkLst>
      </pc:sldChg>
      <pc:sldChg chg="addSp delSp modSp new del mod modClrScheme chgLayout modNotesTx">
        <pc:chgData name="Rahul Mohandas (RMd)" userId="cdc53f0a-00cb-4490-8a90-22675af5e74d" providerId="ADAL" clId="{27642D6F-5C6D-E94E-8259-BB6042076223}" dt="2024-08-04T06:18:33.528" v="3258" actId="2696"/>
        <pc:sldMkLst>
          <pc:docMk/>
          <pc:sldMk cId="4239298598" sldId="4178"/>
        </pc:sldMkLst>
      </pc:sldChg>
      <pc:sldChg chg="addSp delSp modSp new mod modClrScheme chgLayout">
        <pc:chgData name="Rahul Mohandas (RMd)" userId="cdc53f0a-00cb-4490-8a90-22675af5e74d" providerId="ADAL" clId="{27642D6F-5C6D-E94E-8259-BB6042076223}" dt="2024-08-01T14:08:28.169" v="528" actId="20577"/>
        <pc:sldMkLst>
          <pc:docMk/>
          <pc:sldMk cId="1051106196" sldId="4179"/>
        </pc:sldMkLst>
      </pc:sldChg>
      <pc:sldChg chg="del">
        <pc:chgData name="Rahul Mohandas (RMd)" userId="cdc53f0a-00cb-4490-8a90-22675af5e74d" providerId="ADAL" clId="{27642D6F-5C6D-E94E-8259-BB6042076223}" dt="2024-08-01T13:59:57.154" v="49" actId="2696"/>
        <pc:sldMkLst>
          <pc:docMk/>
          <pc:sldMk cId="1578609614" sldId="4180"/>
        </pc:sldMkLst>
      </pc:sldChg>
      <pc:sldChg chg="addSp delSp modSp new del mod modClrScheme chgLayout">
        <pc:chgData name="Rahul Mohandas (RMd)" userId="cdc53f0a-00cb-4490-8a90-22675af5e74d" providerId="ADAL" clId="{27642D6F-5C6D-E94E-8259-BB6042076223}" dt="2024-08-03T13:22:43.103" v="1162" actId="2696"/>
        <pc:sldMkLst>
          <pc:docMk/>
          <pc:sldMk cId="3321143509" sldId="4180"/>
        </pc:sldMkLst>
      </pc:sldChg>
      <pc:sldChg chg="del">
        <pc:chgData name="Rahul Mohandas (RMd)" userId="cdc53f0a-00cb-4490-8a90-22675af5e74d" providerId="ADAL" clId="{27642D6F-5C6D-E94E-8259-BB6042076223}" dt="2024-08-01T13:59:54.506" v="45" actId="2696"/>
        <pc:sldMkLst>
          <pc:docMk/>
          <pc:sldMk cId="2019615523" sldId="4181"/>
        </pc:sldMkLst>
      </pc:sldChg>
      <pc:sldChg chg="addSp delSp modSp new mod chgLayout">
        <pc:chgData name="Rahul Mohandas (RMd)" userId="cdc53f0a-00cb-4490-8a90-22675af5e74d" providerId="ADAL" clId="{27642D6F-5C6D-E94E-8259-BB6042076223}" dt="2024-08-04T05:04:11.586" v="2711" actId="20577"/>
        <pc:sldMkLst>
          <pc:docMk/>
          <pc:sldMk cId="3294583850" sldId="4181"/>
        </pc:sldMkLst>
      </pc:sldChg>
      <pc:sldChg chg="new del">
        <pc:chgData name="Rahul Mohandas (RMd)" userId="cdc53f0a-00cb-4490-8a90-22675af5e74d" providerId="ADAL" clId="{27642D6F-5C6D-E94E-8259-BB6042076223}" dt="2024-08-03T13:22:41.098" v="1161" actId="2696"/>
        <pc:sldMkLst>
          <pc:docMk/>
          <pc:sldMk cId="1021282562" sldId="4182"/>
        </pc:sldMkLst>
      </pc:sldChg>
      <pc:sldChg chg="del">
        <pc:chgData name="Rahul Mohandas (RMd)" userId="cdc53f0a-00cb-4490-8a90-22675af5e74d" providerId="ADAL" clId="{27642D6F-5C6D-E94E-8259-BB6042076223}" dt="2024-08-01T13:59:53.828" v="44" actId="2696"/>
        <pc:sldMkLst>
          <pc:docMk/>
          <pc:sldMk cId="1916913562" sldId="4182"/>
        </pc:sldMkLst>
      </pc:sldChg>
      <pc:sldChg chg="add modNotesTx">
        <pc:chgData name="Rahul Mohandas (RMd)" userId="cdc53f0a-00cb-4490-8a90-22675af5e74d" providerId="ADAL" clId="{27642D6F-5C6D-E94E-8259-BB6042076223}" dt="2024-08-04T06:14:28.465" v="3180" actId="20577"/>
        <pc:sldMkLst>
          <pc:docMk/>
          <pc:sldMk cId="791699772" sldId="4183"/>
        </pc:sldMkLst>
      </pc:sldChg>
      <pc:sldChg chg="modSp new del mod modNotesTx">
        <pc:chgData name="Rahul Mohandas (RMd)" userId="cdc53f0a-00cb-4490-8a90-22675af5e74d" providerId="ADAL" clId="{27642D6F-5C6D-E94E-8259-BB6042076223}" dt="2024-08-04T03:52:08.347" v="2319" actId="2696"/>
        <pc:sldMkLst>
          <pc:docMk/>
          <pc:sldMk cId="4209310940" sldId="4183"/>
        </pc:sldMkLst>
      </pc:sldChg>
      <pc:sldChg chg="del">
        <pc:chgData name="Rahul Mohandas (RMd)" userId="cdc53f0a-00cb-4490-8a90-22675af5e74d" providerId="ADAL" clId="{27642D6F-5C6D-E94E-8259-BB6042076223}" dt="2024-08-01T13:59:54.989" v="46" actId="2696"/>
        <pc:sldMkLst>
          <pc:docMk/>
          <pc:sldMk cId="1962266202" sldId="4184"/>
        </pc:sldMkLst>
      </pc:sldChg>
      <pc:sldChg chg="addSp delSp modSp new add del mod modClrScheme chgLayout modNotesTx">
        <pc:chgData name="Rahul Mohandas (RMd)" userId="cdc53f0a-00cb-4490-8a90-22675af5e74d" providerId="ADAL" clId="{27642D6F-5C6D-E94E-8259-BB6042076223}" dt="2024-08-04T12:15:42.887" v="5144" actId="14100"/>
        <pc:sldMkLst>
          <pc:docMk/>
          <pc:sldMk cId="4236916943" sldId="4184"/>
        </pc:sldMkLst>
      </pc:sldChg>
      <pc:sldChg chg="del">
        <pc:chgData name="Rahul Mohandas (RMd)" userId="cdc53f0a-00cb-4490-8a90-22675af5e74d" providerId="ADAL" clId="{27642D6F-5C6D-E94E-8259-BB6042076223}" dt="2024-08-01T13:59:55.478" v="47" actId="2696"/>
        <pc:sldMkLst>
          <pc:docMk/>
          <pc:sldMk cId="166545887" sldId="4185"/>
        </pc:sldMkLst>
      </pc:sldChg>
      <pc:sldChg chg="addSp modSp new add del mod modNotesTx">
        <pc:chgData name="Rahul Mohandas (RMd)" userId="cdc53f0a-00cb-4490-8a90-22675af5e74d" providerId="ADAL" clId="{27642D6F-5C6D-E94E-8259-BB6042076223}" dt="2024-08-04T12:18:47.295" v="5327" actId="20577"/>
        <pc:sldMkLst>
          <pc:docMk/>
          <pc:sldMk cId="3813146382" sldId="4185"/>
        </pc:sldMkLst>
      </pc:sldChg>
      <pc:sldChg chg="addSp modSp new add del mod modNotesTx">
        <pc:chgData name="Rahul Mohandas (RMd)" userId="cdc53f0a-00cb-4490-8a90-22675af5e74d" providerId="ADAL" clId="{27642D6F-5C6D-E94E-8259-BB6042076223}" dt="2024-08-04T12:20:07.754" v="5482" actId="20577"/>
        <pc:sldMkLst>
          <pc:docMk/>
          <pc:sldMk cId="2093650038" sldId="4186"/>
        </pc:sldMkLst>
      </pc:sldChg>
      <pc:sldChg chg="del">
        <pc:chgData name="Rahul Mohandas (RMd)" userId="cdc53f0a-00cb-4490-8a90-22675af5e74d" providerId="ADAL" clId="{27642D6F-5C6D-E94E-8259-BB6042076223}" dt="2024-08-01T13:59:55.957" v="48" actId="2696"/>
        <pc:sldMkLst>
          <pc:docMk/>
          <pc:sldMk cId="3538695487" sldId="4186"/>
        </pc:sldMkLst>
      </pc:sldChg>
      <pc:sldChg chg="modSp add mod">
        <pc:chgData name="Rahul Mohandas (RMd)" userId="cdc53f0a-00cb-4490-8a90-22675af5e74d" providerId="ADAL" clId="{27642D6F-5C6D-E94E-8259-BB6042076223}" dt="2024-08-03T13:53:27.094" v="2001" actId="20577"/>
        <pc:sldMkLst>
          <pc:docMk/>
          <pc:sldMk cId="368787866" sldId="4187"/>
        </pc:sldMkLst>
      </pc:sldChg>
      <pc:sldChg chg="del">
        <pc:chgData name="Rahul Mohandas (RMd)" userId="cdc53f0a-00cb-4490-8a90-22675af5e74d" providerId="ADAL" clId="{27642D6F-5C6D-E94E-8259-BB6042076223}" dt="2024-08-01T13:59:52.205" v="42" actId="2696"/>
        <pc:sldMkLst>
          <pc:docMk/>
          <pc:sldMk cId="2954272492" sldId="4187"/>
        </pc:sldMkLst>
      </pc:sldChg>
      <pc:sldChg chg="add">
        <pc:chgData name="Rahul Mohandas (RMd)" userId="cdc53f0a-00cb-4490-8a90-22675af5e74d" providerId="ADAL" clId="{27642D6F-5C6D-E94E-8259-BB6042076223}" dt="2024-08-04T03:52:22.184" v="2320"/>
        <pc:sldMkLst>
          <pc:docMk/>
          <pc:sldMk cId="2460590757" sldId="4188"/>
        </pc:sldMkLst>
      </pc:sldChg>
      <pc:sldChg chg="modSp add del mod modNotesTx">
        <pc:chgData name="Rahul Mohandas (RMd)" userId="cdc53f0a-00cb-4490-8a90-22675af5e74d" providerId="ADAL" clId="{27642D6F-5C6D-E94E-8259-BB6042076223}" dt="2024-08-04T03:52:08.347" v="2319" actId="2696"/>
        <pc:sldMkLst>
          <pc:docMk/>
          <pc:sldMk cId="2708526894" sldId="4188"/>
        </pc:sldMkLst>
      </pc:sldChg>
      <pc:sldChg chg="del">
        <pc:chgData name="Rahul Mohandas (RMd)" userId="cdc53f0a-00cb-4490-8a90-22675af5e74d" providerId="ADAL" clId="{27642D6F-5C6D-E94E-8259-BB6042076223}" dt="2024-08-01T14:00:00.923" v="50" actId="2696"/>
        <pc:sldMkLst>
          <pc:docMk/>
          <pc:sldMk cId="2770894918" sldId="4188"/>
        </pc:sldMkLst>
      </pc:sldChg>
      <pc:sldChg chg="addSp delSp modSp new mod modNotesTx">
        <pc:chgData name="Rahul Mohandas (RMd)" userId="cdc53f0a-00cb-4490-8a90-22675af5e74d" providerId="ADAL" clId="{27642D6F-5C6D-E94E-8259-BB6042076223}" dt="2024-08-04T05:38:47.653" v="3066" actId="20577"/>
        <pc:sldMkLst>
          <pc:docMk/>
          <pc:sldMk cId="399935353" sldId="4189"/>
        </pc:sldMkLst>
      </pc:sldChg>
      <pc:sldChg chg="del">
        <pc:chgData name="Rahul Mohandas (RMd)" userId="cdc53f0a-00cb-4490-8a90-22675af5e74d" providerId="ADAL" clId="{27642D6F-5C6D-E94E-8259-BB6042076223}" dt="2024-08-01T13:59:48.403" v="34" actId="2696"/>
        <pc:sldMkLst>
          <pc:docMk/>
          <pc:sldMk cId="2108373856" sldId="4189"/>
        </pc:sldMkLst>
      </pc:sldChg>
      <pc:sldChg chg="addSp delSp modSp new mod modClrScheme chgLayout">
        <pc:chgData name="Rahul Mohandas (RMd)" userId="cdc53f0a-00cb-4490-8a90-22675af5e74d" providerId="ADAL" clId="{27642D6F-5C6D-E94E-8259-BB6042076223}" dt="2024-08-04T05:40:05.004" v="3152" actId="20577"/>
        <pc:sldMkLst>
          <pc:docMk/>
          <pc:sldMk cId="4157782236" sldId="4190"/>
        </pc:sldMkLst>
      </pc:sldChg>
    </pc:docChg>
  </pc:docChgLst>
  <pc:docChgLst>
    <pc:chgData name="Rahul Mohandas (RMd)" userId="cdc53f0a-00cb-4490-8a90-22675af5e74d" providerId="ADAL" clId="{02295B80-9E4E-9A4D-9DA3-F2664E9D02D1}"/>
    <pc:docChg chg="undo custSel addSld delSld modSld modMainMaster">
      <pc:chgData name="Rahul Mohandas (RMd)" userId="cdc53f0a-00cb-4490-8a90-22675af5e74d" providerId="ADAL" clId="{02295B80-9E4E-9A4D-9DA3-F2664E9D02D1}" dt="2025-02-09T07:57:51.894" v="211"/>
      <pc:docMkLst>
        <pc:docMk/>
      </pc:docMkLst>
      <pc:sldChg chg="modSp mod">
        <pc:chgData name="Rahul Mohandas (RMd)" userId="cdc53f0a-00cb-4490-8a90-22675af5e74d" providerId="ADAL" clId="{02295B80-9E4E-9A4D-9DA3-F2664E9D02D1}" dt="2025-02-09T06:12:53.642" v="8" actId="20577"/>
        <pc:sldMkLst>
          <pc:docMk/>
          <pc:sldMk cId="0" sldId="257"/>
        </pc:sldMkLst>
      </pc:sldChg>
      <pc:sldChg chg="addSp modSp">
        <pc:chgData name="Rahul Mohandas (RMd)" userId="cdc53f0a-00cb-4490-8a90-22675af5e74d" providerId="ADAL" clId="{02295B80-9E4E-9A4D-9DA3-F2664E9D02D1}" dt="2025-02-09T06:14:22.287" v="21"/>
        <pc:sldMkLst>
          <pc:docMk/>
          <pc:sldMk cId="2301697734" sldId="262"/>
        </pc:sldMkLst>
      </pc:sldChg>
      <pc:sldChg chg="addSp modSp">
        <pc:chgData name="Rahul Mohandas (RMd)" userId="cdc53f0a-00cb-4490-8a90-22675af5e74d" providerId="ADAL" clId="{02295B80-9E4E-9A4D-9DA3-F2664E9D02D1}" dt="2025-02-09T06:14:22.287" v="21"/>
        <pc:sldMkLst>
          <pc:docMk/>
          <pc:sldMk cId="3832112072" sldId="4170"/>
        </pc:sldMkLst>
      </pc:sldChg>
      <pc:sldChg chg="addSp modSp">
        <pc:chgData name="Rahul Mohandas (RMd)" userId="cdc53f0a-00cb-4490-8a90-22675af5e74d" providerId="ADAL" clId="{02295B80-9E4E-9A4D-9DA3-F2664E9D02D1}" dt="2025-02-09T06:14:22.287" v="21"/>
        <pc:sldMkLst>
          <pc:docMk/>
          <pc:sldMk cId="1404816291" sldId="4174"/>
        </pc:sldMkLst>
      </pc:sldChg>
      <pc:sldChg chg="addSp modSp mod">
        <pc:chgData name="Rahul Mohandas (RMd)" userId="cdc53f0a-00cb-4490-8a90-22675af5e74d" providerId="ADAL" clId="{02295B80-9E4E-9A4D-9DA3-F2664E9D02D1}" dt="2025-02-09T06:35:27.244" v="207" actId="21"/>
        <pc:sldMkLst>
          <pc:docMk/>
          <pc:sldMk cId="1863019508" sldId="4191"/>
        </pc:sldMkLst>
      </pc:sldChg>
      <pc:sldChg chg="addSp modSp del">
        <pc:chgData name="Rahul Mohandas (RMd)" userId="cdc53f0a-00cb-4490-8a90-22675af5e74d" providerId="ADAL" clId="{02295B80-9E4E-9A4D-9DA3-F2664E9D02D1}" dt="2025-02-09T06:14:38.303" v="23" actId="2696"/>
        <pc:sldMkLst>
          <pc:docMk/>
          <pc:sldMk cId="1519144150" sldId="4192"/>
        </pc:sldMkLst>
      </pc:sldChg>
      <pc:sldChg chg="addSp modSp">
        <pc:chgData name="Rahul Mohandas (RMd)" userId="cdc53f0a-00cb-4490-8a90-22675af5e74d" providerId="ADAL" clId="{02295B80-9E4E-9A4D-9DA3-F2664E9D02D1}" dt="2025-02-09T06:14:22.287" v="21"/>
        <pc:sldMkLst>
          <pc:docMk/>
          <pc:sldMk cId="2413290457" sldId="4193"/>
        </pc:sldMkLst>
      </pc:sldChg>
      <pc:sldChg chg="addSp modSp">
        <pc:chgData name="Rahul Mohandas (RMd)" userId="cdc53f0a-00cb-4490-8a90-22675af5e74d" providerId="ADAL" clId="{02295B80-9E4E-9A4D-9DA3-F2664E9D02D1}" dt="2025-02-09T06:14:22.287" v="21"/>
        <pc:sldMkLst>
          <pc:docMk/>
          <pc:sldMk cId="3200134892" sldId="4194"/>
        </pc:sldMkLst>
      </pc:sldChg>
      <pc:sldChg chg="addSp modSp">
        <pc:chgData name="Rahul Mohandas (RMd)" userId="cdc53f0a-00cb-4490-8a90-22675af5e74d" providerId="ADAL" clId="{02295B80-9E4E-9A4D-9DA3-F2664E9D02D1}" dt="2025-02-09T06:14:22.287" v="21"/>
        <pc:sldMkLst>
          <pc:docMk/>
          <pc:sldMk cId="3739314591" sldId="4195"/>
        </pc:sldMkLst>
      </pc:sldChg>
      <pc:sldChg chg="addSp modSp">
        <pc:chgData name="Rahul Mohandas (RMd)" userId="cdc53f0a-00cb-4490-8a90-22675af5e74d" providerId="ADAL" clId="{02295B80-9E4E-9A4D-9DA3-F2664E9D02D1}" dt="2025-02-09T06:14:22.287" v="21"/>
        <pc:sldMkLst>
          <pc:docMk/>
          <pc:sldMk cId="408449925" sldId="4196"/>
        </pc:sldMkLst>
      </pc:sldChg>
      <pc:sldChg chg="addSp modSp">
        <pc:chgData name="Rahul Mohandas (RMd)" userId="cdc53f0a-00cb-4490-8a90-22675af5e74d" providerId="ADAL" clId="{02295B80-9E4E-9A4D-9DA3-F2664E9D02D1}" dt="2025-02-09T06:14:22.287" v="21"/>
        <pc:sldMkLst>
          <pc:docMk/>
          <pc:sldMk cId="79606075" sldId="4197"/>
        </pc:sldMkLst>
      </pc:sldChg>
      <pc:sldChg chg="addSp modSp mod">
        <pc:chgData name="Rahul Mohandas (RMd)" userId="cdc53f0a-00cb-4490-8a90-22675af5e74d" providerId="ADAL" clId="{02295B80-9E4E-9A4D-9DA3-F2664E9D02D1}" dt="2025-02-09T06:22:04.644" v="195" actId="5793"/>
        <pc:sldMkLst>
          <pc:docMk/>
          <pc:sldMk cId="1746968758" sldId="4200"/>
        </pc:sldMkLst>
      </pc:sldChg>
      <pc:sldChg chg="addSp delSp modSp mod">
        <pc:chgData name="Rahul Mohandas (RMd)" userId="cdc53f0a-00cb-4490-8a90-22675af5e74d" providerId="ADAL" clId="{02295B80-9E4E-9A4D-9DA3-F2664E9D02D1}" dt="2025-02-09T06:22:28.085" v="199"/>
        <pc:sldMkLst>
          <pc:docMk/>
          <pc:sldMk cId="3687925654" sldId="4201"/>
        </pc:sldMkLst>
      </pc:sldChg>
      <pc:sldChg chg="addSp modSp">
        <pc:chgData name="Rahul Mohandas (RMd)" userId="cdc53f0a-00cb-4490-8a90-22675af5e74d" providerId="ADAL" clId="{02295B80-9E4E-9A4D-9DA3-F2664E9D02D1}" dt="2025-02-09T06:14:22.287" v="21"/>
        <pc:sldMkLst>
          <pc:docMk/>
          <pc:sldMk cId="2433204486" sldId="4202"/>
        </pc:sldMkLst>
      </pc:sldChg>
      <pc:sldChg chg="addSp modSp">
        <pc:chgData name="Rahul Mohandas (RMd)" userId="cdc53f0a-00cb-4490-8a90-22675af5e74d" providerId="ADAL" clId="{02295B80-9E4E-9A4D-9DA3-F2664E9D02D1}" dt="2025-02-09T06:14:22.287" v="21"/>
        <pc:sldMkLst>
          <pc:docMk/>
          <pc:sldMk cId="2719943156" sldId="4203"/>
        </pc:sldMkLst>
      </pc:sldChg>
      <pc:sldChg chg="addSp modSp">
        <pc:chgData name="Rahul Mohandas (RMd)" userId="cdc53f0a-00cb-4490-8a90-22675af5e74d" providerId="ADAL" clId="{02295B80-9E4E-9A4D-9DA3-F2664E9D02D1}" dt="2025-02-09T06:14:22.287" v="21"/>
        <pc:sldMkLst>
          <pc:docMk/>
          <pc:sldMk cId="2644135828" sldId="4204"/>
        </pc:sldMkLst>
      </pc:sldChg>
      <pc:sldChg chg="addSp modSp mod">
        <pc:chgData name="Rahul Mohandas (RMd)" userId="cdc53f0a-00cb-4490-8a90-22675af5e74d" providerId="ADAL" clId="{02295B80-9E4E-9A4D-9DA3-F2664E9D02D1}" dt="2025-02-09T07:57:51.894" v="211"/>
        <pc:sldMkLst>
          <pc:docMk/>
          <pc:sldMk cId="1769403112" sldId="4206"/>
        </pc:sldMkLst>
      </pc:sldChg>
      <pc:sldChg chg="addSp modSp">
        <pc:chgData name="Rahul Mohandas (RMd)" userId="cdc53f0a-00cb-4490-8a90-22675af5e74d" providerId="ADAL" clId="{02295B80-9E4E-9A4D-9DA3-F2664E9D02D1}" dt="2025-02-09T06:14:22.287" v="21"/>
        <pc:sldMkLst>
          <pc:docMk/>
          <pc:sldMk cId="3717781636" sldId="4207"/>
        </pc:sldMkLst>
      </pc:sldChg>
      <pc:sldChg chg="addSp modSp">
        <pc:chgData name="Rahul Mohandas (RMd)" userId="cdc53f0a-00cb-4490-8a90-22675af5e74d" providerId="ADAL" clId="{02295B80-9E4E-9A4D-9DA3-F2664E9D02D1}" dt="2025-02-09T06:14:22.287" v="21"/>
        <pc:sldMkLst>
          <pc:docMk/>
          <pc:sldMk cId="303049574" sldId="4209"/>
        </pc:sldMkLst>
      </pc:sldChg>
      <pc:sldChg chg="addSp modSp">
        <pc:chgData name="Rahul Mohandas (RMd)" userId="cdc53f0a-00cb-4490-8a90-22675af5e74d" providerId="ADAL" clId="{02295B80-9E4E-9A4D-9DA3-F2664E9D02D1}" dt="2025-02-09T06:14:22.287" v="21"/>
        <pc:sldMkLst>
          <pc:docMk/>
          <pc:sldMk cId="1080664823" sldId="4210"/>
        </pc:sldMkLst>
      </pc:sldChg>
      <pc:sldChg chg="addSp modSp">
        <pc:chgData name="Rahul Mohandas (RMd)" userId="cdc53f0a-00cb-4490-8a90-22675af5e74d" providerId="ADAL" clId="{02295B80-9E4E-9A4D-9DA3-F2664E9D02D1}" dt="2025-02-09T06:14:22.287" v="21"/>
        <pc:sldMkLst>
          <pc:docMk/>
          <pc:sldMk cId="1151640591" sldId="4211"/>
        </pc:sldMkLst>
      </pc:sldChg>
      <pc:sldChg chg="addSp modSp">
        <pc:chgData name="Rahul Mohandas (RMd)" userId="cdc53f0a-00cb-4490-8a90-22675af5e74d" providerId="ADAL" clId="{02295B80-9E4E-9A4D-9DA3-F2664E9D02D1}" dt="2025-02-09T06:14:22.287" v="21"/>
        <pc:sldMkLst>
          <pc:docMk/>
          <pc:sldMk cId="3502321957" sldId="4212"/>
        </pc:sldMkLst>
      </pc:sldChg>
      <pc:sldChg chg="new del">
        <pc:chgData name="Rahul Mohandas (RMd)" userId="cdc53f0a-00cb-4490-8a90-22675af5e74d" providerId="ADAL" clId="{02295B80-9E4E-9A4D-9DA3-F2664E9D02D1}" dt="2025-02-09T06:14:25.412" v="22" actId="2696"/>
        <pc:sldMkLst>
          <pc:docMk/>
          <pc:sldMk cId="3591020939" sldId="4213"/>
        </pc:sldMkLst>
      </pc:sldChg>
      <pc:sldMasterChg chg="delSp modSp mod modSldLayout">
        <pc:chgData name="Rahul Mohandas (RMd)" userId="cdc53f0a-00cb-4490-8a90-22675af5e74d" providerId="ADAL" clId="{02295B80-9E4E-9A4D-9DA3-F2664E9D02D1}" dt="2025-02-09T06:13:52.988" v="19"/>
        <pc:sldMasterMkLst>
          <pc:docMk/>
          <pc:sldMasterMk cId="0" sldId="2147483723"/>
        </pc:sldMasterMkLst>
        <pc:sldLayoutChg chg="addSp modSp mod">
          <pc:chgData name="Rahul Mohandas (RMd)" userId="cdc53f0a-00cb-4490-8a90-22675af5e74d" providerId="ADAL" clId="{02295B80-9E4E-9A4D-9DA3-F2664E9D02D1}" dt="2025-02-09T06:13:35.399" v="14" actId="1076"/>
          <pc:sldLayoutMkLst>
            <pc:docMk/>
            <pc:sldMasterMk cId="0" sldId="2147483648"/>
            <pc:sldLayoutMk cId="975937277" sldId="2147483724"/>
          </pc:sldLayoutMkLst>
        </pc:sldLayoutChg>
        <pc:sldLayoutChg chg="addSp delSp modSp mod">
          <pc:chgData name="Rahul Mohandas (RMd)" userId="cdc53f0a-00cb-4490-8a90-22675af5e74d" providerId="ADAL" clId="{02295B80-9E4E-9A4D-9DA3-F2664E9D02D1}" dt="2025-02-09T06:13:49.188" v="17"/>
          <pc:sldLayoutMkLst>
            <pc:docMk/>
            <pc:sldMasterMk cId="0" sldId="2147483648"/>
            <pc:sldLayoutMk cId="1409962327" sldId="2147483725"/>
          </pc:sldLayoutMkLst>
        </pc:sldLayoutChg>
        <pc:sldLayoutChg chg="addSp modSp">
          <pc:chgData name="Rahul Mohandas (RMd)" userId="cdc53f0a-00cb-4490-8a90-22675af5e74d" providerId="ADAL" clId="{02295B80-9E4E-9A4D-9DA3-F2664E9D02D1}" dt="2025-02-09T06:13:51.299" v="18"/>
          <pc:sldLayoutMkLst>
            <pc:docMk/>
            <pc:sldMasterMk cId="0" sldId="2147483648"/>
            <pc:sldLayoutMk cId="3232453031" sldId="2147483726"/>
          </pc:sldLayoutMkLst>
        </pc:sldLayoutChg>
        <pc:sldLayoutChg chg="addSp modSp">
          <pc:chgData name="Rahul Mohandas (RMd)" userId="cdc53f0a-00cb-4490-8a90-22675af5e74d" providerId="ADAL" clId="{02295B80-9E4E-9A4D-9DA3-F2664E9D02D1}" dt="2025-02-09T06:13:52.988" v="19"/>
          <pc:sldLayoutMkLst>
            <pc:docMk/>
            <pc:sldMasterMk cId="0" sldId="2147483648"/>
            <pc:sldLayoutMk cId="3056628485" sldId="2147483727"/>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BD30F9-488B-486D-B201-9A91F501397F}"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F1F9188B-B3B7-46F7-8FE0-7D3FABFD8ECF}">
      <dgm:prSet/>
      <dgm:spPr/>
      <dgm:t>
        <a:bodyPr/>
        <a:lstStyle/>
        <a:p>
          <a:pPr>
            <a:lnSpc>
              <a:spcPct val="100000"/>
            </a:lnSpc>
          </a:pPr>
          <a:r>
            <a:rPr lang="en-US"/>
            <a:t>Relationships</a:t>
          </a:r>
        </a:p>
      </dgm:t>
    </dgm:pt>
    <dgm:pt modelId="{E2E8D0E8-BBED-4225-A055-F71CBD1879FD}" type="parTrans" cxnId="{0AA7BE5B-4916-41BC-8A92-D48E78026F52}">
      <dgm:prSet/>
      <dgm:spPr/>
      <dgm:t>
        <a:bodyPr/>
        <a:lstStyle/>
        <a:p>
          <a:endParaRPr lang="en-US"/>
        </a:p>
      </dgm:t>
    </dgm:pt>
    <dgm:pt modelId="{FA641C0B-87A0-451F-9BB2-2E24C677A2D1}" type="sibTrans" cxnId="{0AA7BE5B-4916-41BC-8A92-D48E78026F52}">
      <dgm:prSet/>
      <dgm:spPr/>
      <dgm:t>
        <a:bodyPr/>
        <a:lstStyle/>
        <a:p>
          <a:endParaRPr lang="en-US"/>
        </a:p>
      </dgm:t>
    </dgm:pt>
    <dgm:pt modelId="{AA174583-F07B-4D1F-906F-D70242E2265B}">
      <dgm:prSet/>
      <dgm:spPr/>
      <dgm:t>
        <a:bodyPr/>
        <a:lstStyle/>
        <a:p>
          <a:pPr>
            <a:lnSpc>
              <a:spcPct val="100000"/>
            </a:lnSpc>
          </a:pPr>
          <a:r>
            <a:rPr lang="en-US" dirty="0"/>
            <a:t>Expertise</a:t>
          </a:r>
        </a:p>
      </dgm:t>
    </dgm:pt>
    <dgm:pt modelId="{8D669AE9-A589-47B6-A010-EA8217365D53}" type="parTrans" cxnId="{92A00562-B73D-4424-8370-1944397BF60D}">
      <dgm:prSet/>
      <dgm:spPr/>
      <dgm:t>
        <a:bodyPr/>
        <a:lstStyle/>
        <a:p>
          <a:endParaRPr lang="en-US"/>
        </a:p>
      </dgm:t>
    </dgm:pt>
    <dgm:pt modelId="{173273CD-3E90-416E-9AB6-3A39158B6E35}" type="sibTrans" cxnId="{92A00562-B73D-4424-8370-1944397BF60D}">
      <dgm:prSet/>
      <dgm:spPr/>
      <dgm:t>
        <a:bodyPr/>
        <a:lstStyle/>
        <a:p>
          <a:endParaRPr lang="en-US"/>
        </a:p>
      </dgm:t>
    </dgm:pt>
    <dgm:pt modelId="{5A666C74-36F9-496B-A6E9-68C41F0DEE20}">
      <dgm:prSet/>
      <dgm:spPr/>
      <dgm:t>
        <a:bodyPr/>
        <a:lstStyle/>
        <a:p>
          <a:pPr>
            <a:lnSpc>
              <a:spcPct val="100000"/>
            </a:lnSpc>
          </a:pPr>
          <a:r>
            <a:rPr lang="en-US"/>
            <a:t>Consistency</a:t>
          </a:r>
        </a:p>
      </dgm:t>
    </dgm:pt>
    <dgm:pt modelId="{C1352901-F024-4083-AD00-77E3EF850B90}" type="parTrans" cxnId="{2269C56F-6905-40F8-9319-25985C437157}">
      <dgm:prSet/>
      <dgm:spPr/>
      <dgm:t>
        <a:bodyPr/>
        <a:lstStyle/>
        <a:p>
          <a:endParaRPr lang="en-US"/>
        </a:p>
      </dgm:t>
    </dgm:pt>
    <dgm:pt modelId="{DE63327E-443B-438E-9A18-ED7B27BBE71A}" type="sibTrans" cxnId="{2269C56F-6905-40F8-9319-25985C437157}">
      <dgm:prSet/>
      <dgm:spPr/>
      <dgm:t>
        <a:bodyPr/>
        <a:lstStyle/>
        <a:p>
          <a:endParaRPr lang="en-US"/>
        </a:p>
      </dgm:t>
    </dgm:pt>
    <dgm:pt modelId="{81F6D7C2-A6E9-47A2-B595-4312000A0B27}" type="pres">
      <dgm:prSet presAssocID="{A9BD30F9-488B-486D-B201-9A91F501397F}" presName="root" presStyleCnt="0">
        <dgm:presLayoutVars>
          <dgm:dir/>
          <dgm:resizeHandles val="exact"/>
        </dgm:presLayoutVars>
      </dgm:prSet>
      <dgm:spPr/>
    </dgm:pt>
    <dgm:pt modelId="{7E055E44-EDFD-495A-9E8D-F5966C402214}" type="pres">
      <dgm:prSet presAssocID="{AA174583-F07B-4D1F-906F-D70242E2265B}" presName="compNode" presStyleCnt="0"/>
      <dgm:spPr/>
    </dgm:pt>
    <dgm:pt modelId="{F8AA58F4-BB2B-4AF5-8751-795CD652106F}" type="pres">
      <dgm:prSet presAssocID="{AA174583-F07B-4D1F-906F-D70242E226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D6FE8F3-1F04-4B8F-AA5B-4BB7BF667794}" type="pres">
      <dgm:prSet presAssocID="{AA174583-F07B-4D1F-906F-D70242E2265B}" presName="spaceRect" presStyleCnt="0"/>
      <dgm:spPr/>
    </dgm:pt>
    <dgm:pt modelId="{10A4DA19-ABD5-4AEB-B737-3A362E1A8109}" type="pres">
      <dgm:prSet presAssocID="{AA174583-F07B-4D1F-906F-D70242E2265B}" presName="textRect" presStyleLbl="revTx" presStyleIdx="0" presStyleCnt="3">
        <dgm:presLayoutVars>
          <dgm:chMax val="1"/>
          <dgm:chPref val="1"/>
        </dgm:presLayoutVars>
      </dgm:prSet>
      <dgm:spPr/>
    </dgm:pt>
    <dgm:pt modelId="{D9062E93-97D1-455A-BB57-B05FE29D6BD3}" type="pres">
      <dgm:prSet presAssocID="{173273CD-3E90-416E-9AB6-3A39158B6E35}" presName="sibTrans" presStyleCnt="0"/>
      <dgm:spPr/>
    </dgm:pt>
    <dgm:pt modelId="{2B19A395-3346-4C22-90AB-0F664FF2C051}" type="pres">
      <dgm:prSet presAssocID="{5A666C74-36F9-496B-A6E9-68C41F0DEE20}" presName="compNode" presStyleCnt="0"/>
      <dgm:spPr/>
    </dgm:pt>
    <dgm:pt modelId="{31520029-2B7D-411B-BD3D-75892D0D18F9}" type="pres">
      <dgm:prSet presAssocID="{5A666C74-36F9-496B-A6E9-68C41F0DEE2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EBE15D4D-C463-4DB9-A9C2-8572D10A7872}" type="pres">
      <dgm:prSet presAssocID="{5A666C74-36F9-496B-A6E9-68C41F0DEE20}" presName="spaceRect" presStyleCnt="0"/>
      <dgm:spPr/>
    </dgm:pt>
    <dgm:pt modelId="{57AE0EA6-68E5-4E1B-BF5E-D9A42C7A90D9}" type="pres">
      <dgm:prSet presAssocID="{5A666C74-36F9-496B-A6E9-68C41F0DEE20}" presName="textRect" presStyleLbl="revTx" presStyleIdx="1" presStyleCnt="3">
        <dgm:presLayoutVars>
          <dgm:chMax val="1"/>
          <dgm:chPref val="1"/>
        </dgm:presLayoutVars>
      </dgm:prSet>
      <dgm:spPr/>
    </dgm:pt>
    <dgm:pt modelId="{02474C37-D060-1449-83EA-2E4B7019386D}" type="pres">
      <dgm:prSet presAssocID="{DE63327E-443B-438E-9A18-ED7B27BBE71A}" presName="sibTrans" presStyleCnt="0"/>
      <dgm:spPr/>
    </dgm:pt>
    <dgm:pt modelId="{1787BFF0-8DC4-498F-993A-A072CA35978D}" type="pres">
      <dgm:prSet presAssocID="{F1F9188B-B3B7-46F7-8FE0-7D3FABFD8ECF}" presName="compNode" presStyleCnt="0"/>
      <dgm:spPr/>
    </dgm:pt>
    <dgm:pt modelId="{C479D044-6448-4B01-8116-8A37EE038C8F}" type="pres">
      <dgm:prSet presAssocID="{F1F9188B-B3B7-46F7-8FE0-7D3FABFD8EC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02C091E4-BDE4-47F7-822C-472E1BD25D5B}" type="pres">
      <dgm:prSet presAssocID="{F1F9188B-B3B7-46F7-8FE0-7D3FABFD8ECF}" presName="spaceRect" presStyleCnt="0"/>
      <dgm:spPr/>
    </dgm:pt>
    <dgm:pt modelId="{A492E5B6-765C-47A2-A7EE-C641C380FE80}" type="pres">
      <dgm:prSet presAssocID="{F1F9188B-B3B7-46F7-8FE0-7D3FABFD8ECF}" presName="textRect" presStyleLbl="revTx" presStyleIdx="2" presStyleCnt="3">
        <dgm:presLayoutVars>
          <dgm:chMax val="1"/>
          <dgm:chPref val="1"/>
        </dgm:presLayoutVars>
      </dgm:prSet>
      <dgm:spPr/>
    </dgm:pt>
  </dgm:ptLst>
  <dgm:cxnLst>
    <dgm:cxn modelId="{0156B51C-9120-7443-AED9-811F1E447353}" type="presOf" srcId="{5A666C74-36F9-496B-A6E9-68C41F0DEE20}" destId="{57AE0EA6-68E5-4E1B-BF5E-D9A42C7A90D9}" srcOrd="0" destOrd="0" presId="urn:microsoft.com/office/officeart/2018/2/layout/IconLabelList"/>
    <dgm:cxn modelId="{18704D45-857B-AD4F-8C5D-EDDDCBB2972A}" type="presOf" srcId="{F1F9188B-B3B7-46F7-8FE0-7D3FABFD8ECF}" destId="{A492E5B6-765C-47A2-A7EE-C641C380FE80}" srcOrd="0" destOrd="0" presId="urn:microsoft.com/office/officeart/2018/2/layout/IconLabelList"/>
    <dgm:cxn modelId="{0AA7BE5B-4916-41BC-8A92-D48E78026F52}" srcId="{A9BD30F9-488B-486D-B201-9A91F501397F}" destId="{F1F9188B-B3B7-46F7-8FE0-7D3FABFD8ECF}" srcOrd="2" destOrd="0" parTransId="{E2E8D0E8-BBED-4225-A055-F71CBD1879FD}" sibTransId="{FA641C0B-87A0-451F-9BB2-2E24C677A2D1}"/>
    <dgm:cxn modelId="{92A00562-B73D-4424-8370-1944397BF60D}" srcId="{A9BD30F9-488B-486D-B201-9A91F501397F}" destId="{AA174583-F07B-4D1F-906F-D70242E2265B}" srcOrd="0" destOrd="0" parTransId="{8D669AE9-A589-47B6-A010-EA8217365D53}" sibTransId="{173273CD-3E90-416E-9AB6-3A39158B6E35}"/>
    <dgm:cxn modelId="{2269C56F-6905-40F8-9319-25985C437157}" srcId="{A9BD30F9-488B-486D-B201-9A91F501397F}" destId="{5A666C74-36F9-496B-A6E9-68C41F0DEE20}" srcOrd="1" destOrd="0" parTransId="{C1352901-F024-4083-AD00-77E3EF850B90}" sibTransId="{DE63327E-443B-438E-9A18-ED7B27BBE71A}"/>
    <dgm:cxn modelId="{A28686E3-D100-AF4F-9608-B76FBD33FF60}" type="presOf" srcId="{AA174583-F07B-4D1F-906F-D70242E2265B}" destId="{10A4DA19-ABD5-4AEB-B737-3A362E1A8109}" srcOrd="0" destOrd="0" presId="urn:microsoft.com/office/officeart/2018/2/layout/IconLabelList"/>
    <dgm:cxn modelId="{125997EB-D914-4627-A873-C1A8B7ABA275}" type="presOf" srcId="{A9BD30F9-488B-486D-B201-9A91F501397F}" destId="{81F6D7C2-A6E9-47A2-B595-4312000A0B27}" srcOrd="0" destOrd="0" presId="urn:microsoft.com/office/officeart/2018/2/layout/IconLabelList"/>
    <dgm:cxn modelId="{7EE44484-2583-9045-9102-BCB63FA89869}" type="presParOf" srcId="{81F6D7C2-A6E9-47A2-B595-4312000A0B27}" destId="{7E055E44-EDFD-495A-9E8D-F5966C402214}" srcOrd="0" destOrd="0" presId="urn:microsoft.com/office/officeart/2018/2/layout/IconLabelList"/>
    <dgm:cxn modelId="{F47A32A2-C46A-6648-AAA4-824C8273AD01}" type="presParOf" srcId="{7E055E44-EDFD-495A-9E8D-F5966C402214}" destId="{F8AA58F4-BB2B-4AF5-8751-795CD652106F}" srcOrd="0" destOrd="0" presId="urn:microsoft.com/office/officeart/2018/2/layout/IconLabelList"/>
    <dgm:cxn modelId="{3A87D452-F7CA-7448-A6B3-EE90F0380F97}" type="presParOf" srcId="{7E055E44-EDFD-495A-9E8D-F5966C402214}" destId="{7D6FE8F3-1F04-4B8F-AA5B-4BB7BF667794}" srcOrd="1" destOrd="0" presId="urn:microsoft.com/office/officeart/2018/2/layout/IconLabelList"/>
    <dgm:cxn modelId="{5D94D699-79F8-1548-8740-D3D0A097DA8C}" type="presParOf" srcId="{7E055E44-EDFD-495A-9E8D-F5966C402214}" destId="{10A4DA19-ABD5-4AEB-B737-3A362E1A8109}" srcOrd="2" destOrd="0" presId="urn:microsoft.com/office/officeart/2018/2/layout/IconLabelList"/>
    <dgm:cxn modelId="{49A8D11B-5BEC-F045-A413-59A2045A8937}" type="presParOf" srcId="{81F6D7C2-A6E9-47A2-B595-4312000A0B27}" destId="{D9062E93-97D1-455A-BB57-B05FE29D6BD3}" srcOrd="1" destOrd="0" presId="urn:microsoft.com/office/officeart/2018/2/layout/IconLabelList"/>
    <dgm:cxn modelId="{5837EB35-4889-1248-A6EB-16E3F49227F7}" type="presParOf" srcId="{81F6D7C2-A6E9-47A2-B595-4312000A0B27}" destId="{2B19A395-3346-4C22-90AB-0F664FF2C051}" srcOrd="2" destOrd="0" presId="urn:microsoft.com/office/officeart/2018/2/layout/IconLabelList"/>
    <dgm:cxn modelId="{4D8C94A8-A7F7-F84E-B5E4-9FBC5D2ED819}" type="presParOf" srcId="{2B19A395-3346-4C22-90AB-0F664FF2C051}" destId="{31520029-2B7D-411B-BD3D-75892D0D18F9}" srcOrd="0" destOrd="0" presId="urn:microsoft.com/office/officeart/2018/2/layout/IconLabelList"/>
    <dgm:cxn modelId="{31AC5EED-4528-2C40-AD4D-66138D33A95C}" type="presParOf" srcId="{2B19A395-3346-4C22-90AB-0F664FF2C051}" destId="{EBE15D4D-C463-4DB9-A9C2-8572D10A7872}" srcOrd="1" destOrd="0" presId="urn:microsoft.com/office/officeart/2018/2/layout/IconLabelList"/>
    <dgm:cxn modelId="{8CB801F1-6FD8-BA4C-9037-E9DC480755CF}" type="presParOf" srcId="{2B19A395-3346-4C22-90AB-0F664FF2C051}" destId="{57AE0EA6-68E5-4E1B-BF5E-D9A42C7A90D9}" srcOrd="2" destOrd="0" presId="urn:microsoft.com/office/officeart/2018/2/layout/IconLabelList"/>
    <dgm:cxn modelId="{ED5D8620-B800-4448-A4F6-3C3A76DCD0C8}" type="presParOf" srcId="{81F6D7C2-A6E9-47A2-B595-4312000A0B27}" destId="{02474C37-D060-1449-83EA-2E4B7019386D}" srcOrd="3" destOrd="0" presId="urn:microsoft.com/office/officeart/2018/2/layout/IconLabelList"/>
    <dgm:cxn modelId="{37090D30-6555-194D-A9CC-40D77459A838}" type="presParOf" srcId="{81F6D7C2-A6E9-47A2-B595-4312000A0B27}" destId="{1787BFF0-8DC4-498F-993A-A072CA35978D}" srcOrd="4" destOrd="0" presId="urn:microsoft.com/office/officeart/2018/2/layout/IconLabelList"/>
    <dgm:cxn modelId="{E7FF2698-A38F-A74D-96C4-5DA1D51C4F45}" type="presParOf" srcId="{1787BFF0-8DC4-498F-993A-A072CA35978D}" destId="{C479D044-6448-4B01-8116-8A37EE038C8F}" srcOrd="0" destOrd="0" presId="urn:microsoft.com/office/officeart/2018/2/layout/IconLabelList"/>
    <dgm:cxn modelId="{9AA3C45D-487E-C146-B6F3-7D109DC18B07}" type="presParOf" srcId="{1787BFF0-8DC4-498F-993A-A072CA35978D}" destId="{02C091E4-BDE4-47F7-822C-472E1BD25D5B}" srcOrd="1" destOrd="0" presId="urn:microsoft.com/office/officeart/2018/2/layout/IconLabelList"/>
    <dgm:cxn modelId="{4D9A9F99-BE24-E940-BE0B-EAC80F48AB48}" type="presParOf" srcId="{1787BFF0-8DC4-498F-993A-A072CA35978D}" destId="{A492E5B6-765C-47A2-A7EE-C641C380FE8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AA58F4-BB2B-4AF5-8751-795CD652106F}">
      <dsp:nvSpPr>
        <dsp:cNvPr id="0" name=""/>
        <dsp:cNvSpPr/>
      </dsp:nvSpPr>
      <dsp:spPr>
        <a:xfrm>
          <a:off x="1237334" y="1071971"/>
          <a:ext cx="1304538" cy="13045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A4DA19-ABD5-4AEB-B737-3A362E1A8109}">
      <dsp:nvSpPr>
        <dsp:cNvPr id="0" name=""/>
        <dsp:cNvSpPr/>
      </dsp:nvSpPr>
      <dsp:spPr>
        <a:xfrm>
          <a:off x="440116" y="2733991"/>
          <a:ext cx="28989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Expertise</a:t>
          </a:r>
        </a:p>
      </dsp:txBody>
      <dsp:txXfrm>
        <a:off x="440116" y="2733991"/>
        <a:ext cx="2898975" cy="720000"/>
      </dsp:txXfrm>
    </dsp:sp>
    <dsp:sp modelId="{31520029-2B7D-411B-BD3D-75892D0D18F9}">
      <dsp:nvSpPr>
        <dsp:cNvPr id="0" name=""/>
        <dsp:cNvSpPr/>
      </dsp:nvSpPr>
      <dsp:spPr>
        <a:xfrm>
          <a:off x="4643630" y="1071971"/>
          <a:ext cx="1304538" cy="13045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AE0EA6-68E5-4E1B-BF5E-D9A42C7A90D9}">
      <dsp:nvSpPr>
        <dsp:cNvPr id="0" name=""/>
        <dsp:cNvSpPr/>
      </dsp:nvSpPr>
      <dsp:spPr>
        <a:xfrm>
          <a:off x="3846412" y="2733991"/>
          <a:ext cx="28989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a:t>Consistency</a:t>
          </a:r>
        </a:p>
      </dsp:txBody>
      <dsp:txXfrm>
        <a:off x="3846412" y="2733991"/>
        <a:ext cx="2898975" cy="720000"/>
      </dsp:txXfrm>
    </dsp:sp>
    <dsp:sp modelId="{C479D044-6448-4B01-8116-8A37EE038C8F}">
      <dsp:nvSpPr>
        <dsp:cNvPr id="0" name=""/>
        <dsp:cNvSpPr/>
      </dsp:nvSpPr>
      <dsp:spPr>
        <a:xfrm>
          <a:off x="8049926" y="1071971"/>
          <a:ext cx="1304538" cy="13045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92E5B6-765C-47A2-A7EE-C641C380FE80}">
      <dsp:nvSpPr>
        <dsp:cNvPr id="0" name=""/>
        <dsp:cNvSpPr/>
      </dsp:nvSpPr>
      <dsp:spPr>
        <a:xfrm>
          <a:off x="7252708" y="2733991"/>
          <a:ext cx="28989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a:t>Relationships</a:t>
          </a:r>
        </a:p>
      </dsp:txBody>
      <dsp:txXfrm>
        <a:off x="7252708" y="2733991"/>
        <a:ext cx="2898975"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16888-5FFD-474F-AD57-4AC70FF07A82}" type="datetimeFigureOut">
              <a:rPr lang="en-US" smtClean="0"/>
              <a:t>8/10/25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07901-BB8B-7E4D-8FB9-39CBADF67B3C}" type="slidenum">
              <a:rPr lang="en-US" smtClean="0"/>
              <a:t>‹#›</a:t>
            </a:fld>
            <a:endParaRPr lang="en-US"/>
          </a:p>
        </p:txBody>
      </p:sp>
    </p:spTree>
    <p:extLst>
      <p:ext uri="{BB962C8B-B14F-4D97-AF65-F5344CB8AC3E}">
        <p14:creationId xmlns:p14="http://schemas.microsoft.com/office/powerpoint/2010/main" val="213416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6F4C1-B371-63BC-CEA1-3E0443DF7351}"/>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F907A518-0EB7-F6A5-CEB3-3B509AC9F7A8}"/>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491967A4-7E5A-F9A9-CB35-C6C7F1CEE1E5}"/>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107F13C5-8798-2C25-4493-3457A7D06054}"/>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99400A4-1CB2-9051-CB0E-0A1B5CE9DD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D46F3B2-7F21-0CA8-1824-C6727EDD31FE}"/>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5ABDD20-7142-9744-80A4-18FD33D5EAE8}"/>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058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5F90EC-0745-7E9F-0510-D5AB37F5CC98}"/>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E616D80-0F45-2768-B84C-AC30A4B99677}"/>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E90BEF9-78F1-22EC-BFE3-DBF2B053C5F2}"/>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5F01178-96C5-59E4-B790-C8A7236881AA}"/>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F960195-B344-C921-7B59-B7C42D72579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2B4082D-27B9-C1E8-CCB6-21398E95F666}"/>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F99183E4-8393-1E07-66C5-8E174C81C819}"/>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207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78A451AA-0746-B1D4-1762-48DF10B2EB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DE029DE-4E3A-4A12-A23F-4A453DA997DD}"/>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FE8D8F83-F4A7-FD02-B4A2-F2C8EC6D39B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D7E6AC2-3D5E-B0FB-1D8E-59C132065437}"/>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EDBD2B7-5D34-50DC-7126-303F90B23D27}"/>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B295F5F-CBB2-90AD-B9E2-0DE72D2B1C96}"/>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a:extLst>
              <a:ext uri="{FF2B5EF4-FFF2-40B4-BE49-F238E27FC236}">
                <a16:creationId xmlns:a16="http://schemas.microsoft.com/office/drawing/2014/main" id="{D0A3DD41-7D1E-2B1C-73A1-4C7C026A03FE}"/>
              </a:ext>
            </a:extLst>
          </p:cNvPr>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C8A837E-AE1D-1B14-93D0-EDA849DFE0C2}"/>
              </a:ext>
            </a:extLst>
          </p:cNvPr>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0296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787DF-7FDC-71A0-68F1-391AA083D685}"/>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4" name="Group 11">
            <a:extLst>
              <a:ext uri="{FF2B5EF4-FFF2-40B4-BE49-F238E27FC236}">
                <a16:creationId xmlns:a16="http://schemas.microsoft.com/office/drawing/2014/main" id="{2AC9E22D-67FE-9FD6-B152-4D4A39E881E0}"/>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754A15DE-75A2-3E13-CA96-399103A6D3F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46D7328-9101-702C-3349-9ECF74D0089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0FDFCFD-B7A4-9358-B321-820A79289448}"/>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BCDBF7F-ADDC-70AC-450F-9C268E4FE7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646D5C53-61DF-6F65-8E8D-935FC72C3DB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7826D55-5050-1A58-84B2-387533C157D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2E791F12-0FF1-6829-3771-BD8F023BF0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FC7C7F28-7FC2-D627-9757-DB8C5284732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22">
            <a:extLst>
              <a:ext uri="{FF2B5EF4-FFF2-40B4-BE49-F238E27FC236}">
                <a16:creationId xmlns:a16="http://schemas.microsoft.com/office/drawing/2014/main" id="{3B449E19-05FE-0EC2-489B-1F9F40CD3807}"/>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5B2BC1F6-CB3B-794E-CB2E-1491BCE5BC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a:extLst>
                <a:ext uri="{FF2B5EF4-FFF2-40B4-BE49-F238E27FC236}">
                  <a16:creationId xmlns:a16="http://schemas.microsoft.com/office/drawing/2014/main" id="{A4484643-2902-C35C-112C-56F24DA844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a:extLst>
                <a:ext uri="{FF2B5EF4-FFF2-40B4-BE49-F238E27FC236}">
                  <a16:creationId xmlns:a16="http://schemas.microsoft.com/office/drawing/2014/main" id="{0F2C65AB-C337-CB37-D234-BE4462CD0F2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5">
            <a:extLst>
              <a:ext uri="{FF2B5EF4-FFF2-40B4-BE49-F238E27FC236}">
                <a16:creationId xmlns:a16="http://schemas.microsoft.com/office/drawing/2014/main" id="{55697CB2-61CC-B01F-DA01-B9EA5D00D45B}"/>
              </a:ext>
            </a:extLst>
          </p:cNvPr>
          <p:cNvSpPr>
            <a:spLocks noGrp="1"/>
          </p:cNvSpPr>
          <p:nvPr>
            <p:ph type="sldNum" sz="quarter" idx="4"/>
          </p:nvPr>
        </p:nvSpPr>
        <p:spPr>
          <a:xfrm>
            <a:off x="405699" y="6492875"/>
            <a:ext cx="28448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975937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B3F9B1F-867C-EC25-0C04-DB341C3E5FC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7A459421-2319-E18E-EFA6-41A53A206A91}"/>
              </a:ext>
            </a:extLst>
          </p:cNvPr>
          <p:cNvGrpSpPr>
            <a:grpSpLocks/>
          </p:cNvGrpSpPr>
          <p:nvPr userDrawn="1"/>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D5EDBF78-B510-27AC-969C-A42521734A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57C862E-1198-9607-4F16-D61277ABD57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61FC8239-77C9-521C-5942-9865AFAAB16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28">
            <a:extLst>
              <a:ext uri="{FF2B5EF4-FFF2-40B4-BE49-F238E27FC236}">
                <a16:creationId xmlns:a16="http://schemas.microsoft.com/office/drawing/2014/main" id="{ED499DC2-04A4-2B05-E7FE-B30CE0FD644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B9870F2C-C7D2-5CA1-6D1F-D360994DA0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14C78396-65A4-2E74-0A3A-30697DD513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5E966ACC-7FE5-FC35-B0A9-7E723A7ED3B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3" name="TextBox 12">
            <a:extLst>
              <a:ext uri="{FF2B5EF4-FFF2-40B4-BE49-F238E27FC236}">
                <a16:creationId xmlns:a16="http://schemas.microsoft.com/office/drawing/2014/main" id="{CA110F75-1685-2FF1-C3E3-4A01AF2977B4}"/>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5" name="Slide Number Placeholder 5">
            <a:extLst>
              <a:ext uri="{FF2B5EF4-FFF2-40B4-BE49-F238E27FC236}">
                <a16:creationId xmlns:a16="http://schemas.microsoft.com/office/drawing/2014/main" id="{231B6915-A926-2F0C-3219-C9A6E8AD6008}"/>
              </a:ext>
            </a:extLst>
          </p:cNvPr>
          <p:cNvSpPr>
            <a:spLocks noGrp="1"/>
          </p:cNvSpPr>
          <p:nvPr>
            <p:ph type="sldNum" sz="quarter" idx="4"/>
          </p:nvPr>
        </p:nvSpPr>
        <p:spPr>
          <a:xfrm>
            <a:off x="405699" y="6492875"/>
            <a:ext cx="28448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140996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38AC30A-EA15-268D-27F6-1554AC1D06D5}"/>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6737A389-B5AE-2E8B-1C0E-67F4079FEC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771E054C-4184-FC52-6081-7815548C18A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AB76A227-11C9-7D0D-1A61-2C3E52822E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5">
            <a:extLst>
              <a:ext uri="{FF2B5EF4-FFF2-40B4-BE49-F238E27FC236}">
                <a16:creationId xmlns:a16="http://schemas.microsoft.com/office/drawing/2014/main" id="{6815CEEC-35E2-8CC7-661F-41BD08614E68}"/>
              </a:ext>
            </a:extLst>
          </p:cNvPr>
          <p:cNvGrpSpPr>
            <a:grpSpLocks/>
          </p:cNvGrpSpPr>
          <p:nvPr userDrawn="1"/>
        </p:nvGrpSpPr>
        <p:grpSpPr bwMode="auto">
          <a:xfrm>
            <a:off x="2844800" y="6553200"/>
            <a:ext cx="9347200" cy="46038"/>
            <a:chOff x="1905000" y="6553200"/>
            <a:chExt cx="7010400" cy="45719"/>
          </a:xfrm>
        </p:grpSpPr>
        <p:sp>
          <p:nvSpPr>
            <p:cNvPr id="12" name="Rectangle 11">
              <a:extLst>
                <a:ext uri="{FF2B5EF4-FFF2-40B4-BE49-F238E27FC236}">
                  <a16:creationId xmlns:a16="http://schemas.microsoft.com/office/drawing/2014/main" id="{9DF3A05D-6094-E546-768A-E69BB41C42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022624F4-3652-6C87-A1DC-123572BF37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a:extLst>
                <a:ext uri="{FF2B5EF4-FFF2-40B4-BE49-F238E27FC236}">
                  <a16:creationId xmlns:a16="http://schemas.microsoft.com/office/drawing/2014/main" id="{5CB87FA4-EB11-A94C-B040-40A5068BFD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BFD271EC-1594-E23F-77BD-19DE714DB0F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C8F2954-7E81-F252-859C-C1BAC280CA70}"/>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7" name="Slide Number Placeholder 5">
            <a:extLst>
              <a:ext uri="{FF2B5EF4-FFF2-40B4-BE49-F238E27FC236}">
                <a16:creationId xmlns:a16="http://schemas.microsoft.com/office/drawing/2014/main" id="{621361F1-A286-8F12-217E-82107596EAE5}"/>
              </a:ext>
            </a:extLst>
          </p:cNvPr>
          <p:cNvSpPr>
            <a:spLocks noGrp="1"/>
          </p:cNvSpPr>
          <p:nvPr>
            <p:ph type="sldNum" sz="quarter" idx="11"/>
          </p:nvPr>
        </p:nvSpPr>
        <p:spPr>
          <a:xfrm>
            <a:off x="405699" y="6492875"/>
            <a:ext cx="28448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32324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BB64361-28A6-DFFF-E85E-714AF889F0D5}"/>
              </a:ext>
            </a:extLst>
          </p:cNvPr>
          <p:cNvGrpSpPr>
            <a:grpSpLocks/>
          </p:cNvGrpSpPr>
          <p:nvPr userDrawn="1"/>
        </p:nvGrpSpPr>
        <p:grpSpPr bwMode="auto">
          <a:xfrm>
            <a:off x="0" y="1295400"/>
            <a:ext cx="9347200" cy="46038"/>
            <a:chOff x="1905000" y="6553200"/>
            <a:chExt cx="7010400" cy="45719"/>
          </a:xfrm>
        </p:grpSpPr>
        <p:sp>
          <p:nvSpPr>
            <p:cNvPr id="3" name="Rectangle 2">
              <a:extLst>
                <a:ext uri="{FF2B5EF4-FFF2-40B4-BE49-F238E27FC236}">
                  <a16:creationId xmlns:a16="http://schemas.microsoft.com/office/drawing/2014/main" id="{5F8F244C-6559-87E4-FCB4-587302A3AB3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BD605ECF-A3BC-5186-45CE-8CA88DA38C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4806DCE-9255-F2E2-902D-27146983D3B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10">
            <a:extLst>
              <a:ext uri="{FF2B5EF4-FFF2-40B4-BE49-F238E27FC236}">
                <a16:creationId xmlns:a16="http://schemas.microsoft.com/office/drawing/2014/main" id="{29692ECC-3B99-B3F3-A43B-7DA00B08E06A}"/>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DCA5879F-260A-DD85-69E6-B59FDD955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381CD090-47A2-FDF6-614E-34C8D3CD2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C462E2A2-DD41-B565-9C98-301EE42DBD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C1AB2B4-BB04-CE2C-DDDC-60B8A2168B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CE2D532-445A-49EE-4D92-3CC2A530EA12}"/>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13" name="Slide Number Placeholder 5">
            <a:extLst>
              <a:ext uri="{FF2B5EF4-FFF2-40B4-BE49-F238E27FC236}">
                <a16:creationId xmlns:a16="http://schemas.microsoft.com/office/drawing/2014/main" id="{F2724C4E-35FB-2EA9-FD82-F2DAA2003BF0}"/>
              </a:ext>
            </a:extLst>
          </p:cNvPr>
          <p:cNvSpPr>
            <a:spLocks noGrp="1"/>
          </p:cNvSpPr>
          <p:nvPr>
            <p:ph type="sldNum" sz="quarter" idx="4"/>
          </p:nvPr>
        </p:nvSpPr>
        <p:spPr>
          <a:xfrm>
            <a:off x="405699" y="6492875"/>
            <a:ext cx="28448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extLst>
      <p:ext uri="{BB962C8B-B14F-4D97-AF65-F5344CB8AC3E}">
        <p14:creationId xmlns:p14="http://schemas.microsoft.com/office/powerpoint/2010/main" val="305662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CF204-B4DA-19F8-A95C-600E736EA728}"/>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76A98CF-2FD4-3001-9D9E-D7F37EEC1E3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a:extLst>
              <a:ext uri="{FF2B5EF4-FFF2-40B4-BE49-F238E27FC236}">
                <a16:creationId xmlns:a16="http://schemas.microsoft.com/office/drawing/2014/main" id="{00415557-86AA-54E4-D77C-3148B531F7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20D5BE07-73D3-50BE-02A5-B17FFB8A5050}"/>
              </a:ext>
            </a:extLst>
          </p:cNvPr>
          <p:cNvSpPr>
            <a:spLocks noGrp="1"/>
          </p:cNvSpPr>
          <p:nvPr>
            <p:ph type="sldNum" sz="quarter" idx="4"/>
          </p:nvPr>
        </p:nvSpPr>
        <p:spPr>
          <a:xfrm>
            <a:off x="609600" y="6400799"/>
            <a:ext cx="28448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614D22B9-C88A-F74D-986E-88AF5B093992}" type="slidenum">
              <a:rPr lang="en-US" altLang="en-US" smtClean="0"/>
              <a:pPr/>
              <a:t>‹#›</a:t>
            </a:fld>
            <a:endParaRPr lang="en-US"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Lst>
  <p:hf hdr="0" ftr="0" dt="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hbr.org/2019/02/the-3-elements-of-trust" TargetMode="Externa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hyperlink" Target="https://hbr.org/2019/02/the-3-elements-of-trus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hyperlink" Target="https://hbr.org/2019/02/the-3-elements-of-trus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hyperlink" Target="https://hbr.org/2019/02/the-3-elements-of-trus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1E1709-732B-D83F-467D-D2FDB123E57A}"/>
              </a:ext>
            </a:extLst>
          </p:cNvPr>
          <p:cNvSpPr>
            <a:spLocks noGrp="1"/>
          </p:cNvSpPr>
          <p:nvPr>
            <p:ph type="title"/>
          </p:nvPr>
        </p:nvSpPr>
        <p:spPr/>
        <p:txBody>
          <a:bodyPr/>
          <a:lstStyle/>
          <a:p>
            <a:pPr eaLnBrk="1" fontAlgn="auto" hangingPunct="1">
              <a:spcAft>
                <a:spcPts val="0"/>
              </a:spcAft>
              <a:defRPr/>
            </a:pPr>
            <a:r>
              <a:rPr lang="en-US" dirty="0"/>
              <a:t>Communication, Estimation &amp; Negotiation</a:t>
            </a:r>
          </a:p>
        </p:txBody>
      </p:sp>
      <p:sp>
        <p:nvSpPr>
          <p:cNvPr id="13315" name="Content Placeholder 5">
            <a:extLst>
              <a:ext uri="{FF2B5EF4-FFF2-40B4-BE49-F238E27FC236}">
                <a16:creationId xmlns:a16="http://schemas.microsoft.com/office/drawing/2014/main" id="{9B2DAEF6-6F9A-B62B-285D-D897E19EEA6A}"/>
              </a:ext>
            </a:extLst>
          </p:cNvPr>
          <p:cNvSpPr>
            <a:spLocks noGrp="1"/>
          </p:cNvSpPr>
          <p:nvPr>
            <p:ph sz="quarter" idx="13"/>
          </p:nvPr>
        </p:nvSpPr>
        <p:spPr/>
        <p:txBody>
          <a:bodyPr/>
          <a:lstStyle/>
          <a:p>
            <a:pPr eaLnBrk="1" hangingPunct="1">
              <a:spcBef>
                <a:spcPct val="0"/>
              </a:spcBef>
            </a:pPr>
            <a:r>
              <a:rPr lang="en-US" altLang="en-US" dirty="0"/>
              <a:t>Rahul Mohandas</a:t>
            </a:r>
          </a:p>
          <a:p>
            <a:pPr eaLnBrk="1" hangingPunct="1">
              <a:spcBef>
                <a:spcPct val="0"/>
              </a:spcBef>
            </a:pP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F6331-FA13-C3D2-E2AC-DE29B104FF03}"/>
              </a:ext>
            </a:extLst>
          </p:cNvPr>
          <p:cNvSpPr>
            <a:spLocks noGrp="1"/>
          </p:cNvSpPr>
          <p:nvPr>
            <p:ph sz="quarter" idx="10"/>
          </p:nvPr>
        </p:nvSpPr>
        <p:spPr/>
        <p:txBody>
          <a:bodyPr/>
          <a:lstStyle/>
          <a:p>
            <a:pPr eaLnBrk="1" hangingPunct="1">
              <a:spcBef>
                <a:spcPct val="0"/>
              </a:spcBef>
              <a:defRPr/>
            </a:pPr>
            <a:r>
              <a:rPr lang="en-US" sz="3200" dirty="0">
                <a:latin typeface="Arial" charset="0"/>
                <a:cs typeface="Arial" charset="0"/>
              </a:rPr>
              <a:t>S1-25_SEZG509 Communication, Estimation &amp; Negotiation</a:t>
            </a:r>
          </a:p>
          <a:p>
            <a:pPr eaLnBrk="1" hangingPunct="1">
              <a:spcBef>
                <a:spcPct val="0"/>
              </a:spcBef>
              <a:buFont typeface="Arial" charset="0"/>
              <a:buNone/>
              <a:defRPr/>
            </a:pPr>
            <a:r>
              <a:rPr lang="en-US" sz="3200" dirty="0">
                <a:latin typeface="Arial" charset="0"/>
                <a:cs typeface="Arial" charset="0"/>
              </a:rPr>
              <a:t>Session #3 – Sunday, 10 Aug 2025</a:t>
            </a:r>
          </a:p>
          <a:p>
            <a:pPr eaLnBrk="1" hangingPunct="1">
              <a:spcBef>
                <a:spcPct val="0"/>
              </a:spcBef>
              <a:buFont typeface="Arial" charset="0"/>
              <a:buNone/>
              <a:defRPr/>
            </a:pPr>
            <a:r>
              <a:rPr lang="en-US" sz="3200" dirty="0">
                <a:latin typeface="Arial" charset="0"/>
                <a:cs typeface="Arial" charset="0"/>
              </a:rPr>
              <a:t>Rahul Mohandas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478C4CD-E9F9-366B-FEF4-47DBD402599A}"/>
              </a:ext>
            </a:extLst>
          </p:cNvPr>
          <p:cNvSpPr>
            <a:spLocks noGrp="1"/>
          </p:cNvSpPr>
          <p:nvPr>
            <p:ph idx="1"/>
          </p:nvPr>
        </p:nvSpPr>
        <p:spPr>
          <a:xfrm>
            <a:off x="406400" y="1493838"/>
            <a:ext cx="10972800" cy="4525963"/>
          </a:xfrm>
        </p:spPr>
        <p:txBody>
          <a:bodyPr/>
          <a:lstStyle/>
          <a:p>
            <a:pPr marL="0" indent="0"/>
            <a:r>
              <a:rPr lang="en-US" dirty="0"/>
              <a:t>Stakeholders for a Lean &amp; Agile environment</a:t>
            </a:r>
          </a:p>
          <a:p>
            <a:pPr>
              <a:buFont typeface="Arial" panose="020B0604020202020204" pitchFamily="34" charset="0"/>
              <a:buChar char="•"/>
            </a:pPr>
            <a:r>
              <a:rPr lang="en-US" dirty="0"/>
              <a:t>Information networks</a:t>
            </a:r>
          </a:p>
          <a:p>
            <a:pPr>
              <a:buFont typeface="Arial" panose="020B0604020202020204" pitchFamily="34" charset="0"/>
              <a:buChar char="•"/>
            </a:pPr>
            <a:r>
              <a:rPr lang="en-US" dirty="0"/>
              <a:t>Lean &amp; Agile Mindset</a:t>
            </a:r>
          </a:p>
          <a:p>
            <a:pPr>
              <a:buFont typeface="Arial" panose="020B0604020202020204" pitchFamily="34" charset="0"/>
              <a:buChar char="•"/>
            </a:pPr>
            <a:r>
              <a:rPr lang="en-US" dirty="0"/>
              <a:t>Communication and staying agile</a:t>
            </a:r>
          </a:p>
          <a:p>
            <a:pPr>
              <a:buFont typeface="Arial" panose="020B0604020202020204" pitchFamily="34" charset="0"/>
              <a:buChar char="•"/>
            </a:pPr>
            <a:r>
              <a:rPr lang="en-IN" dirty="0"/>
              <a:t>Mindset elements</a:t>
            </a:r>
            <a:endParaRPr lang="en-US" dirty="0"/>
          </a:p>
          <a:p>
            <a:pPr>
              <a:buFont typeface="Arial" panose="020B0604020202020204" pitchFamily="34" charset="0"/>
              <a:buChar char="•"/>
            </a:pPr>
            <a:r>
              <a:rPr lang="en-IN" dirty="0"/>
              <a:t>No decision Vs wrong decisions</a:t>
            </a:r>
            <a:r>
              <a:rPr lang="en-US" dirty="0"/>
              <a:t> </a:t>
            </a:r>
            <a:endParaRPr lang="en-IN" dirty="0"/>
          </a:p>
        </p:txBody>
      </p:sp>
      <p:sp>
        <p:nvSpPr>
          <p:cNvPr id="5" name="Content Placeholder 4">
            <a:extLst>
              <a:ext uri="{FF2B5EF4-FFF2-40B4-BE49-F238E27FC236}">
                <a16:creationId xmlns:a16="http://schemas.microsoft.com/office/drawing/2014/main" id="{8E29BA93-FC40-3782-060A-5695B34807F8}"/>
              </a:ext>
            </a:extLst>
          </p:cNvPr>
          <p:cNvSpPr>
            <a:spLocks noGrp="1"/>
          </p:cNvSpPr>
          <p:nvPr>
            <p:ph sz="quarter" idx="10"/>
          </p:nvPr>
        </p:nvSpPr>
        <p:spPr>
          <a:xfrm>
            <a:off x="406400" y="152400"/>
            <a:ext cx="8432800" cy="1143000"/>
          </a:xfrm>
        </p:spPr>
        <p:txBody>
          <a:bodyPr/>
          <a:lstStyle/>
          <a:p>
            <a:r>
              <a:rPr lang="en-US" dirty="0"/>
              <a:t>Your Take On Week 2</a:t>
            </a:r>
          </a:p>
        </p:txBody>
      </p:sp>
      <p:sp>
        <p:nvSpPr>
          <p:cNvPr id="2" name="Slide Number Placeholder 1">
            <a:extLst>
              <a:ext uri="{FF2B5EF4-FFF2-40B4-BE49-F238E27FC236}">
                <a16:creationId xmlns:a16="http://schemas.microsoft.com/office/drawing/2014/main" id="{3B2D2E1F-9966-99C8-8177-C8D3DC6EAB9B}"/>
              </a:ext>
            </a:extLst>
          </p:cNvPr>
          <p:cNvSpPr>
            <a:spLocks noGrp="1"/>
          </p:cNvSpPr>
          <p:nvPr>
            <p:ph type="sldNum" sz="quarter" idx="4"/>
          </p:nvPr>
        </p:nvSpPr>
        <p:spPr/>
        <p:txBody>
          <a:bodyPr/>
          <a:lstStyle/>
          <a:p>
            <a:fld id="{614D22B9-C88A-F74D-986E-88AF5B093992}" type="slidenum">
              <a:rPr lang="en-US" altLang="en-US" smtClean="0"/>
              <a:pPr/>
              <a:t>3</a:t>
            </a:fld>
            <a:endParaRPr lang="en-US" altLang="en-US"/>
          </a:p>
        </p:txBody>
      </p:sp>
    </p:spTree>
    <p:extLst>
      <p:ext uri="{BB962C8B-B14F-4D97-AF65-F5344CB8AC3E}">
        <p14:creationId xmlns:p14="http://schemas.microsoft.com/office/powerpoint/2010/main" val="23016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24C5C-1DD1-710D-B3A2-D1BAA5C8A334}"/>
              </a:ext>
            </a:extLst>
          </p:cNvPr>
          <p:cNvSpPr>
            <a:spLocks noGrp="1"/>
          </p:cNvSpPr>
          <p:nvPr>
            <p:ph idx="1"/>
          </p:nvPr>
        </p:nvSpPr>
        <p:spPr/>
        <p:txBody>
          <a:bodyPr/>
          <a:lstStyle/>
          <a:p>
            <a:r>
              <a:rPr lang="en-US" dirty="0"/>
              <a:t>Communication: Understanding Stakeholders</a:t>
            </a:r>
          </a:p>
          <a:p>
            <a:pPr>
              <a:buFontTx/>
              <a:buChar char="-"/>
            </a:pPr>
            <a:r>
              <a:rPr lang="en-US" dirty="0"/>
              <a:t>Building Trust</a:t>
            </a:r>
          </a:p>
          <a:p>
            <a:pPr lvl="0">
              <a:buFontTx/>
              <a:buChar char="-"/>
            </a:pPr>
            <a:r>
              <a:rPr lang="en-US" dirty="0"/>
              <a:t>Prioritization &amp; Personal time management</a:t>
            </a:r>
          </a:p>
          <a:p>
            <a:pPr lvl="0">
              <a:buFontTx/>
              <a:buChar char="-"/>
            </a:pPr>
            <a:r>
              <a:rPr lang="en-US" dirty="0"/>
              <a:t>Investing in relationships</a:t>
            </a:r>
          </a:p>
          <a:p>
            <a:pPr lvl="0">
              <a:buFontTx/>
              <a:buChar char="-"/>
            </a:pPr>
            <a:r>
              <a:rPr lang="en-US" dirty="0"/>
              <a:t>Identifying and mapping stakeholders </a:t>
            </a:r>
            <a:endParaRPr lang="en-IN" dirty="0"/>
          </a:p>
        </p:txBody>
      </p:sp>
      <p:sp>
        <p:nvSpPr>
          <p:cNvPr id="3" name="Content Placeholder 2">
            <a:extLst>
              <a:ext uri="{FF2B5EF4-FFF2-40B4-BE49-F238E27FC236}">
                <a16:creationId xmlns:a16="http://schemas.microsoft.com/office/drawing/2014/main" id="{86F6AAC4-48AB-D241-F743-C3E939A75516}"/>
              </a:ext>
            </a:extLst>
          </p:cNvPr>
          <p:cNvSpPr>
            <a:spLocks noGrp="1"/>
          </p:cNvSpPr>
          <p:nvPr>
            <p:ph sz="quarter" idx="10"/>
          </p:nvPr>
        </p:nvSpPr>
        <p:spPr/>
        <p:txBody>
          <a:bodyPr/>
          <a:lstStyle/>
          <a:p>
            <a:r>
              <a:rPr lang="en-US" dirty="0"/>
              <a:t>Discussion Topics – Week 3</a:t>
            </a:r>
          </a:p>
        </p:txBody>
      </p:sp>
      <p:sp>
        <p:nvSpPr>
          <p:cNvPr id="4" name="Slide Number Placeholder 3">
            <a:extLst>
              <a:ext uri="{FF2B5EF4-FFF2-40B4-BE49-F238E27FC236}">
                <a16:creationId xmlns:a16="http://schemas.microsoft.com/office/drawing/2014/main" id="{ACB30067-3A33-5513-0F9B-0AADDE3D14CB}"/>
              </a:ext>
            </a:extLst>
          </p:cNvPr>
          <p:cNvSpPr>
            <a:spLocks noGrp="1"/>
          </p:cNvSpPr>
          <p:nvPr>
            <p:ph type="sldNum" sz="quarter" idx="4"/>
          </p:nvPr>
        </p:nvSpPr>
        <p:spPr/>
        <p:txBody>
          <a:bodyPr/>
          <a:lstStyle/>
          <a:p>
            <a:fld id="{614D22B9-C88A-F74D-986E-88AF5B093992}" type="slidenum">
              <a:rPr lang="en-US" altLang="en-US" smtClean="0"/>
              <a:pPr/>
              <a:t>4</a:t>
            </a:fld>
            <a:endParaRPr lang="en-US" altLang="en-US"/>
          </a:p>
        </p:txBody>
      </p:sp>
    </p:spTree>
    <p:extLst>
      <p:ext uri="{BB962C8B-B14F-4D97-AF65-F5344CB8AC3E}">
        <p14:creationId xmlns:p14="http://schemas.microsoft.com/office/powerpoint/2010/main" val="186301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3EAF34E-910B-8CEC-F9D2-091118705759}"/>
              </a:ext>
            </a:extLst>
          </p:cNvPr>
          <p:cNvSpPr>
            <a:spLocks noGrp="1"/>
          </p:cNvSpPr>
          <p:nvPr>
            <p:ph sz="quarter" idx="10"/>
          </p:nvPr>
        </p:nvSpPr>
        <p:spPr/>
        <p:txBody>
          <a:bodyPr/>
          <a:lstStyle/>
          <a:p>
            <a:r>
              <a:rPr lang="en-US" dirty="0"/>
              <a:t>Building Trust</a:t>
            </a:r>
          </a:p>
        </p:txBody>
      </p:sp>
    </p:spTree>
    <p:extLst>
      <p:ext uri="{BB962C8B-B14F-4D97-AF65-F5344CB8AC3E}">
        <p14:creationId xmlns:p14="http://schemas.microsoft.com/office/powerpoint/2010/main" val="4244090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79DF7-26C6-41CB-3C28-39C4427FAC7D}"/>
              </a:ext>
            </a:extLst>
          </p:cNvPr>
          <p:cNvSpPr>
            <a:spLocks noGrp="1"/>
          </p:cNvSpPr>
          <p:nvPr>
            <p:ph sz="quarter" idx="10"/>
          </p:nvPr>
        </p:nvSpPr>
        <p:spPr>
          <a:xfrm>
            <a:off x="406400" y="152400"/>
            <a:ext cx="8432800" cy="1143000"/>
          </a:xfrm>
        </p:spPr>
        <p:txBody>
          <a:bodyPr vert="horz" wrap="square" lIns="91440" tIns="45720" rIns="91440" bIns="45720" numCol="1" anchor="ctr" anchorCtr="0" compatLnSpc="1">
            <a:prstTxWarp prst="textNoShape">
              <a:avLst/>
            </a:prstTxWarp>
            <a:normAutofit/>
          </a:bodyPr>
          <a:lstStyle/>
          <a:p>
            <a:pPr>
              <a:spcAft>
                <a:spcPts val="600"/>
              </a:spcAft>
            </a:pPr>
            <a:r>
              <a:rPr lang="en-US" b="1" kern="1200" spc="-150" baseline="0">
                <a:latin typeface="Arial" pitchFamily="34" charset="0"/>
                <a:ea typeface="+mn-ea"/>
                <a:cs typeface="Arial" pitchFamily="34" charset="0"/>
              </a:rPr>
              <a:t>3 Elements of Trust</a:t>
            </a:r>
          </a:p>
        </p:txBody>
      </p:sp>
      <p:graphicFrame>
        <p:nvGraphicFramePr>
          <p:cNvPr id="7" name="Content Placeholder 1">
            <a:extLst>
              <a:ext uri="{FF2B5EF4-FFF2-40B4-BE49-F238E27FC236}">
                <a16:creationId xmlns:a16="http://schemas.microsoft.com/office/drawing/2014/main" id="{2A76C64F-9AB2-BBCE-1392-8724011E10BE}"/>
              </a:ext>
            </a:extLst>
          </p:cNvPr>
          <p:cNvGraphicFramePr>
            <a:graphicFrameLocks noGrp="1"/>
          </p:cNvGraphicFramePr>
          <p:nvPr>
            <p:ph sz="half" idx="2"/>
            <p:extLst>
              <p:ext uri="{D42A27DB-BD31-4B8C-83A1-F6EECF244321}">
                <p14:modId xmlns:p14="http://schemas.microsoft.com/office/powerpoint/2010/main" val="3470066375"/>
              </p:ext>
            </p:extLst>
          </p:nvPr>
        </p:nvGraphicFramePr>
        <p:xfrm>
          <a:off x="800100" y="1626445"/>
          <a:ext cx="10591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445EEAB3-7359-28DB-9CBC-5144FF8C094C}"/>
              </a:ext>
            </a:extLst>
          </p:cNvPr>
          <p:cNvSpPr txBox="1"/>
          <p:nvPr/>
        </p:nvSpPr>
        <p:spPr>
          <a:xfrm>
            <a:off x="406400" y="6183086"/>
            <a:ext cx="6604000" cy="369332"/>
          </a:xfrm>
          <a:prstGeom prst="rect">
            <a:avLst/>
          </a:prstGeom>
          <a:noFill/>
        </p:spPr>
        <p:txBody>
          <a:bodyPr wrap="square">
            <a:spAutoFit/>
          </a:bodyPr>
          <a:lstStyle/>
          <a:p>
            <a:pPr marL="342900" indent="-342900" fontAlgn="auto">
              <a:spcBef>
                <a:spcPct val="20000"/>
              </a:spcBef>
              <a:spcAft>
                <a:spcPts val="0"/>
              </a:spcAft>
              <a:buClr>
                <a:srgbClr val="101141"/>
              </a:buClr>
              <a:buFont typeface="Arial" pitchFamily="34" charset="0"/>
            </a:pPr>
            <a:r>
              <a:rPr lang="en-US" sz="1800" dirty="0">
                <a:effectLst/>
              </a:rPr>
              <a:t>Read more: </a:t>
            </a:r>
            <a:r>
              <a:rPr lang="en-US" sz="1800" u="sng" dirty="0">
                <a:effectLst/>
                <a:hlinkClick r:id="rId7">
                  <a:extLst>
                    <a:ext uri="{A12FA001-AC4F-418D-AE19-62706E023703}">
                      <ahyp:hlinkClr xmlns:ahyp="http://schemas.microsoft.com/office/drawing/2018/hyperlinkcolor" val="tx"/>
                    </a:ext>
                  </a:extLst>
                </a:hlinkClick>
              </a:rPr>
              <a:t>https://hbr.org/2019/02/the-3-elements-of-trust</a:t>
            </a:r>
            <a:r>
              <a:rPr lang="en-US" sz="1800" u="sng" dirty="0">
                <a:effectLst/>
              </a:rPr>
              <a:t> </a:t>
            </a:r>
            <a:r>
              <a:rPr lang="en-US" sz="1800" dirty="0">
                <a:effectLst/>
              </a:rPr>
              <a:t> </a:t>
            </a:r>
          </a:p>
        </p:txBody>
      </p:sp>
      <p:sp>
        <p:nvSpPr>
          <p:cNvPr id="2" name="Slide Number Placeholder 1">
            <a:extLst>
              <a:ext uri="{FF2B5EF4-FFF2-40B4-BE49-F238E27FC236}">
                <a16:creationId xmlns:a16="http://schemas.microsoft.com/office/drawing/2014/main" id="{E23FFBE9-03A8-6D44-7F7B-D98F76860374}"/>
              </a:ext>
            </a:extLst>
          </p:cNvPr>
          <p:cNvSpPr>
            <a:spLocks noGrp="1"/>
          </p:cNvSpPr>
          <p:nvPr>
            <p:ph type="sldNum" sz="quarter" idx="4"/>
          </p:nvPr>
        </p:nvSpPr>
        <p:spPr/>
        <p:txBody>
          <a:bodyPr/>
          <a:lstStyle/>
          <a:p>
            <a:fld id="{614D22B9-C88A-F74D-986E-88AF5B093992}" type="slidenum">
              <a:rPr lang="en-US" altLang="en-US" smtClean="0"/>
              <a:pPr/>
              <a:t>6</a:t>
            </a:fld>
            <a:endParaRPr lang="en-US" altLang="en-US"/>
          </a:p>
        </p:txBody>
      </p:sp>
    </p:spTree>
    <p:extLst>
      <p:ext uri="{BB962C8B-B14F-4D97-AF65-F5344CB8AC3E}">
        <p14:creationId xmlns:p14="http://schemas.microsoft.com/office/powerpoint/2010/main" val="241329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E14199-2F22-21D8-EDA8-BB8298B917EF}"/>
              </a:ext>
            </a:extLst>
          </p:cNvPr>
          <p:cNvSpPr>
            <a:spLocks noGrp="1"/>
          </p:cNvSpPr>
          <p:nvPr>
            <p:ph sz="half" idx="1"/>
          </p:nvPr>
        </p:nvSpPr>
        <p:spPr/>
        <p:txBody>
          <a:bodyPr/>
          <a:lstStyle/>
          <a:p>
            <a:pPr marL="457200" indent="-457200">
              <a:buFontTx/>
              <a:buChar char="-"/>
            </a:pPr>
            <a:r>
              <a:rPr lang="en-US" sz="2400" dirty="0">
                <a:solidFill>
                  <a:srgbClr val="282828"/>
                </a:solidFill>
              </a:rPr>
              <a:t>They use good judgement when making decisions.</a:t>
            </a:r>
          </a:p>
          <a:p>
            <a:pPr marL="457200" indent="-457200">
              <a:buFontTx/>
              <a:buChar char="-"/>
            </a:pPr>
            <a:r>
              <a:rPr lang="en-US" sz="2400" dirty="0">
                <a:solidFill>
                  <a:srgbClr val="282828"/>
                </a:solidFill>
              </a:rPr>
              <a:t>Others trust their ideas and opinions.</a:t>
            </a:r>
          </a:p>
          <a:p>
            <a:pPr marL="457200" indent="-457200">
              <a:buFontTx/>
              <a:buChar char="-"/>
            </a:pPr>
            <a:r>
              <a:rPr lang="en-US" sz="2400" dirty="0">
                <a:solidFill>
                  <a:srgbClr val="282828"/>
                </a:solidFill>
              </a:rPr>
              <a:t>Others seek after their opinions.</a:t>
            </a:r>
          </a:p>
          <a:p>
            <a:pPr marL="457200" indent="-457200">
              <a:buFontTx/>
              <a:buChar char="-"/>
            </a:pPr>
            <a:r>
              <a:rPr lang="en-US" sz="2400" dirty="0">
                <a:solidFill>
                  <a:srgbClr val="282828"/>
                </a:solidFill>
              </a:rPr>
              <a:t>Their knowledge and expertise make an important contribution to achieving results.</a:t>
            </a:r>
          </a:p>
          <a:p>
            <a:pPr marL="457200" indent="-457200">
              <a:buFontTx/>
              <a:buChar char="-"/>
            </a:pPr>
            <a:r>
              <a:rPr lang="en-US" sz="2400" dirty="0">
                <a:solidFill>
                  <a:srgbClr val="282828"/>
                </a:solidFill>
              </a:rPr>
              <a:t>Can anticipate and respond quickly to problems.</a:t>
            </a:r>
          </a:p>
        </p:txBody>
      </p:sp>
      <p:sp>
        <p:nvSpPr>
          <p:cNvPr id="4" name="Content Placeholder 3">
            <a:extLst>
              <a:ext uri="{FF2B5EF4-FFF2-40B4-BE49-F238E27FC236}">
                <a16:creationId xmlns:a16="http://schemas.microsoft.com/office/drawing/2014/main" id="{E6D87034-D531-E55D-ADCC-75152CC64972}"/>
              </a:ext>
            </a:extLst>
          </p:cNvPr>
          <p:cNvSpPr>
            <a:spLocks noGrp="1"/>
          </p:cNvSpPr>
          <p:nvPr>
            <p:ph sz="quarter" idx="10"/>
          </p:nvPr>
        </p:nvSpPr>
        <p:spPr/>
        <p:txBody>
          <a:bodyPr/>
          <a:lstStyle/>
          <a:p>
            <a:r>
              <a:rPr lang="en-US" dirty="0"/>
              <a:t>Expertise</a:t>
            </a:r>
          </a:p>
        </p:txBody>
      </p:sp>
      <p:sp>
        <p:nvSpPr>
          <p:cNvPr id="5" name="Rectangle 4" descr="Head with Gears">
            <a:extLst>
              <a:ext uri="{FF2B5EF4-FFF2-40B4-BE49-F238E27FC236}">
                <a16:creationId xmlns:a16="http://schemas.microsoft.com/office/drawing/2014/main" id="{1EABE7B0-D903-3120-527D-74299A19E25F}"/>
              </a:ext>
            </a:extLst>
          </p:cNvPr>
          <p:cNvSpPr/>
          <p:nvPr/>
        </p:nvSpPr>
        <p:spPr>
          <a:xfrm>
            <a:off x="7086600" y="2124460"/>
            <a:ext cx="3200400" cy="2980939"/>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D08E35C5-5E07-82B5-4B2A-774F31F56DC5}"/>
              </a:ext>
            </a:extLst>
          </p:cNvPr>
          <p:cNvSpPr txBox="1"/>
          <p:nvPr/>
        </p:nvSpPr>
        <p:spPr>
          <a:xfrm>
            <a:off x="406400" y="6183086"/>
            <a:ext cx="6604000" cy="369332"/>
          </a:xfrm>
          <a:prstGeom prst="rect">
            <a:avLst/>
          </a:prstGeom>
          <a:noFill/>
        </p:spPr>
        <p:txBody>
          <a:bodyPr wrap="square">
            <a:spAutoFit/>
          </a:bodyPr>
          <a:lstStyle/>
          <a:p>
            <a:pPr marL="342900" indent="-342900" fontAlgn="auto">
              <a:spcBef>
                <a:spcPct val="20000"/>
              </a:spcBef>
              <a:spcAft>
                <a:spcPts val="0"/>
              </a:spcAft>
              <a:buClr>
                <a:srgbClr val="101141"/>
              </a:buClr>
              <a:buFont typeface="Arial" pitchFamily="34" charset="0"/>
            </a:pPr>
            <a:r>
              <a:rPr lang="en-US" sz="1800" dirty="0">
                <a:effectLst/>
              </a:rPr>
              <a:t>Read more: </a:t>
            </a:r>
            <a:r>
              <a:rPr lang="en-US" sz="1800" u="sng" dirty="0">
                <a:effectLst/>
                <a:hlinkClick r:id="rId4">
                  <a:extLst>
                    <a:ext uri="{A12FA001-AC4F-418D-AE19-62706E023703}">
                      <ahyp:hlinkClr xmlns:ahyp="http://schemas.microsoft.com/office/drawing/2018/hyperlinkcolor" val="tx"/>
                    </a:ext>
                  </a:extLst>
                </a:hlinkClick>
              </a:rPr>
              <a:t>https://hbr.org/2019/02/the-3-elements-of-trust</a:t>
            </a:r>
            <a:r>
              <a:rPr lang="en-US" sz="1800" u="sng" dirty="0">
                <a:effectLst/>
              </a:rPr>
              <a:t> </a:t>
            </a:r>
            <a:r>
              <a:rPr lang="en-US" sz="1800" dirty="0">
                <a:effectLst/>
              </a:rPr>
              <a:t> </a:t>
            </a:r>
          </a:p>
        </p:txBody>
      </p:sp>
      <p:sp>
        <p:nvSpPr>
          <p:cNvPr id="3" name="Slide Number Placeholder 2">
            <a:extLst>
              <a:ext uri="{FF2B5EF4-FFF2-40B4-BE49-F238E27FC236}">
                <a16:creationId xmlns:a16="http://schemas.microsoft.com/office/drawing/2014/main" id="{4C1D8057-1C2F-D52C-CD05-57B16ED2B879}"/>
              </a:ext>
            </a:extLst>
          </p:cNvPr>
          <p:cNvSpPr>
            <a:spLocks noGrp="1"/>
          </p:cNvSpPr>
          <p:nvPr>
            <p:ph type="sldNum" sz="quarter" idx="4"/>
          </p:nvPr>
        </p:nvSpPr>
        <p:spPr/>
        <p:txBody>
          <a:bodyPr/>
          <a:lstStyle/>
          <a:p>
            <a:fld id="{614D22B9-C88A-F74D-986E-88AF5B093992}" type="slidenum">
              <a:rPr lang="en-US" altLang="en-US" smtClean="0"/>
              <a:pPr/>
              <a:t>7</a:t>
            </a:fld>
            <a:endParaRPr lang="en-US" altLang="en-US"/>
          </a:p>
        </p:txBody>
      </p:sp>
    </p:spTree>
    <p:extLst>
      <p:ext uri="{BB962C8B-B14F-4D97-AF65-F5344CB8AC3E}">
        <p14:creationId xmlns:p14="http://schemas.microsoft.com/office/powerpoint/2010/main" val="3739314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603B5F-EC30-EF71-125E-00D7F3E32E1D}"/>
              </a:ext>
            </a:extLst>
          </p:cNvPr>
          <p:cNvSpPr>
            <a:spLocks noGrp="1"/>
          </p:cNvSpPr>
          <p:nvPr>
            <p:ph sz="half" idx="1"/>
          </p:nvPr>
        </p:nvSpPr>
        <p:spPr/>
        <p:txBody>
          <a:bodyPr/>
          <a:lstStyle/>
          <a:p>
            <a:pPr marL="457200" indent="-457200">
              <a:buFontTx/>
              <a:buChar char="-"/>
            </a:pPr>
            <a:r>
              <a:rPr lang="en-US" sz="2400" dirty="0">
                <a:solidFill>
                  <a:srgbClr val="282828"/>
                </a:solidFill>
              </a:rPr>
              <a:t>Walk the talk</a:t>
            </a:r>
          </a:p>
          <a:p>
            <a:pPr marL="457200" indent="-457200">
              <a:buFontTx/>
              <a:buChar char="-"/>
            </a:pPr>
            <a:r>
              <a:rPr lang="en-US" sz="2400" dirty="0">
                <a:solidFill>
                  <a:srgbClr val="282828"/>
                </a:solidFill>
              </a:rPr>
              <a:t>Honor commitments and keep promises</a:t>
            </a:r>
          </a:p>
          <a:p>
            <a:pPr marL="457200" indent="-457200">
              <a:buFontTx/>
              <a:buChar char="-"/>
            </a:pPr>
            <a:r>
              <a:rPr lang="en-US" sz="2400" dirty="0">
                <a:solidFill>
                  <a:srgbClr val="282828"/>
                </a:solidFill>
              </a:rPr>
              <a:t>Are a role model and set a good example</a:t>
            </a:r>
          </a:p>
          <a:p>
            <a:pPr marL="457200" indent="-457200">
              <a:buFontTx/>
              <a:buChar char="-"/>
            </a:pPr>
            <a:r>
              <a:rPr lang="en-US" sz="2400" dirty="0">
                <a:solidFill>
                  <a:srgbClr val="282828"/>
                </a:solidFill>
              </a:rPr>
              <a:t>Are willing to go above and beyond what needs to be done.</a:t>
            </a:r>
          </a:p>
          <a:p>
            <a:endParaRPr lang="en-US" dirty="0"/>
          </a:p>
        </p:txBody>
      </p:sp>
      <p:sp>
        <p:nvSpPr>
          <p:cNvPr id="4" name="Content Placeholder 3">
            <a:extLst>
              <a:ext uri="{FF2B5EF4-FFF2-40B4-BE49-F238E27FC236}">
                <a16:creationId xmlns:a16="http://schemas.microsoft.com/office/drawing/2014/main" id="{D8552CFE-6BFB-C2FA-7A57-D3924C9A4DF4}"/>
              </a:ext>
            </a:extLst>
          </p:cNvPr>
          <p:cNvSpPr>
            <a:spLocks noGrp="1"/>
          </p:cNvSpPr>
          <p:nvPr>
            <p:ph sz="quarter" idx="10"/>
          </p:nvPr>
        </p:nvSpPr>
        <p:spPr/>
        <p:txBody>
          <a:bodyPr/>
          <a:lstStyle/>
          <a:p>
            <a:r>
              <a:rPr lang="en-US" dirty="0"/>
              <a:t>Consistency</a:t>
            </a:r>
          </a:p>
        </p:txBody>
      </p:sp>
      <p:sp>
        <p:nvSpPr>
          <p:cNvPr id="5" name="Rectangle 4" descr="Tick">
            <a:extLst>
              <a:ext uri="{FF2B5EF4-FFF2-40B4-BE49-F238E27FC236}">
                <a16:creationId xmlns:a16="http://schemas.microsoft.com/office/drawing/2014/main" id="{E36611B0-D458-4EB4-18CA-97879BE46AFC}"/>
              </a:ext>
            </a:extLst>
          </p:cNvPr>
          <p:cNvSpPr/>
          <p:nvPr/>
        </p:nvSpPr>
        <p:spPr>
          <a:xfrm>
            <a:off x="7086600" y="2124460"/>
            <a:ext cx="2819400" cy="2676140"/>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0C5CCFC6-B0B2-A50D-81C8-E8FC11445801}"/>
              </a:ext>
            </a:extLst>
          </p:cNvPr>
          <p:cNvSpPr txBox="1"/>
          <p:nvPr/>
        </p:nvSpPr>
        <p:spPr>
          <a:xfrm>
            <a:off x="406400" y="6183086"/>
            <a:ext cx="6604000" cy="369332"/>
          </a:xfrm>
          <a:prstGeom prst="rect">
            <a:avLst/>
          </a:prstGeom>
          <a:noFill/>
        </p:spPr>
        <p:txBody>
          <a:bodyPr wrap="square">
            <a:spAutoFit/>
          </a:bodyPr>
          <a:lstStyle/>
          <a:p>
            <a:pPr marL="342900" indent="-342900" fontAlgn="auto">
              <a:spcBef>
                <a:spcPct val="20000"/>
              </a:spcBef>
              <a:spcAft>
                <a:spcPts val="0"/>
              </a:spcAft>
              <a:buClr>
                <a:srgbClr val="101141"/>
              </a:buClr>
              <a:buFont typeface="Arial" pitchFamily="34" charset="0"/>
            </a:pPr>
            <a:r>
              <a:rPr lang="en-US" sz="1800" dirty="0">
                <a:effectLst/>
              </a:rPr>
              <a:t>Read more: </a:t>
            </a:r>
            <a:r>
              <a:rPr lang="en-US" sz="1800" u="sng" dirty="0">
                <a:effectLst/>
                <a:hlinkClick r:id="rId4">
                  <a:extLst>
                    <a:ext uri="{A12FA001-AC4F-418D-AE19-62706E023703}">
                      <ahyp:hlinkClr xmlns:ahyp="http://schemas.microsoft.com/office/drawing/2018/hyperlinkcolor" val="tx"/>
                    </a:ext>
                  </a:extLst>
                </a:hlinkClick>
              </a:rPr>
              <a:t>https://hbr.org/2019/02/the-3-elements-of-trust</a:t>
            </a:r>
            <a:r>
              <a:rPr lang="en-US" sz="1800" u="sng" dirty="0">
                <a:effectLst/>
              </a:rPr>
              <a:t> </a:t>
            </a:r>
            <a:r>
              <a:rPr lang="en-US" sz="1800" dirty="0">
                <a:effectLst/>
              </a:rPr>
              <a:t> </a:t>
            </a:r>
          </a:p>
        </p:txBody>
      </p:sp>
      <p:sp>
        <p:nvSpPr>
          <p:cNvPr id="3" name="Slide Number Placeholder 2">
            <a:extLst>
              <a:ext uri="{FF2B5EF4-FFF2-40B4-BE49-F238E27FC236}">
                <a16:creationId xmlns:a16="http://schemas.microsoft.com/office/drawing/2014/main" id="{571FF7EE-5C4A-AA04-D265-F13F7E8E8ED5}"/>
              </a:ext>
            </a:extLst>
          </p:cNvPr>
          <p:cNvSpPr>
            <a:spLocks noGrp="1"/>
          </p:cNvSpPr>
          <p:nvPr>
            <p:ph type="sldNum" sz="quarter" idx="4"/>
          </p:nvPr>
        </p:nvSpPr>
        <p:spPr/>
        <p:txBody>
          <a:bodyPr/>
          <a:lstStyle/>
          <a:p>
            <a:fld id="{614D22B9-C88A-F74D-986E-88AF5B093992}" type="slidenum">
              <a:rPr lang="en-US" altLang="en-US" smtClean="0"/>
              <a:pPr/>
              <a:t>8</a:t>
            </a:fld>
            <a:endParaRPr lang="en-US" altLang="en-US"/>
          </a:p>
        </p:txBody>
      </p:sp>
    </p:spTree>
    <p:extLst>
      <p:ext uri="{BB962C8B-B14F-4D97-AF65-F5344CB8AC3E}">
        <p14:creationId xmlns:p14="http://schemas.microsoft.com/office/powerpoint/2010/main" val="408449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AB77F-1377-4AF9-0538-3DF6D052405E}"/>
              </a:ext>
            </a:extLst>
          </p:cNvPr>
          <p:cNvSpPr>
            <a:spLocks noGrp="1"/>
          </p:cNvSpPr>
          <p:nvPr>
            <p:ph sz="half" idx="1"/>
          </p:nvPr>
        </p:nvSpPr>
        <p:spPr/>
        <p:txBody>
          <a:bodyPr/>
          <a:lstStyle/>
          <a:p>
            <a:pPr marL="457200" indent="-457200" algn="l">
              <a:buFontTx/>
              <a:buChar char="-"/>
            </a:pPr>
            <a:r>
              <a:rPr lang="en-US" sz="2400" b="0" i="0" u="none" strike="noStrike" dirty="0">
                <a:solidFill>
                  <a:srgbClr val="282828"/>
                </a:solidFill>
                <a:effectLst/>
              </a:rPr>
              <a:t>Stay in touch on the issues and concerns of others</a:t>
            </a:r>
          </a:p>
          <a:p>
            <a:pPr marL="457200" indent="-457200" algn="l">
              <a:buFontTx/>
              <a:buChar char="-"/>
            </a:pPr>
            <a:r>
              <a:rPr lang="en-US" sz="2400" b="0" i="0" u="none" strike="noStrike" dirty="0">
                <a:solidFill>
                  <a:srgbClr val="282828"/>
                </a:solidFill>
                <a:effectLst/>
              </a:rPr>
              <a:t>Balance results with concern for others</a:t>
            </a:r>
          </a:p>
          <a:p>
            <a:pPr marL="457200" indent="-457200" algn="l">
              <a:buFontTx/>
              <a:buChar char="-"/>
            </a:pPr>
            <a:r>
              <a:rPr lang="en-US" sz="2400" b="0" i="0" u="none" strike="noStrike" dirty="0">
                <a:solidFill>
                  <a:srgbClr val="282828"/>
                </a:solidFill>
                <a:effectLst/>
              </a:rPr>
              <a:t>Generate cooperation between others</a:t>
            </a:r>
          </a:p>
          <a:p>
            <a:pPr marL="457200" indent="-457200" algn="l">
              <a:buFontTx/>
              <a:buChar char="-"/>
            </a:pPr>
            <a:r>
              <a:rPr lang="en-US" sz="2400" b="0" i="0" u="none" strike="noStrike" dirty="0">
                <a:solidFill>
                  <a:srgbClr val="282828"/>
                </a:solidFill>
                <a:effectLst/>
              </a:rPr>
              <a:t>Resolve conflict with others</a:t>
            </a:r>
          </a:p>
          <a:p>
            <a:pPr marL="457200" indent="-457200" algn="l">
              <a:buFontTx/>
              <a:buChar char="-"/>
            </a:pPr>
            <a:r>
              <a:rPr lang="en-US" sz="2400" b="0" i="0" u="none" strike="noStrike" dirty="0">
                <a:solidFill>
                  <a:srgbClr val="282828"/>
                </a:solidFill>
                <a:effectLst/>
              </a:rPr>
              <a:t>Give honest feedback in a helpful way</a:t>
            </a:r>
          </a:p>
        </p:txBody>
      </p:sp>
      <p:sp>
        <p:nvSpPr>
          <p:cNvPr id="4" name="Content Placeholder 3">
            <a:extLst>
              <a:ext uri="{FF2B5EF4-FFF2-40B4-BE49-F238E27FC236}">
                <a16:creationId xmlns:a16="http://schemas.microsoft.com/office/drawing/2014/main" id="{92E28ECB-0A40-9890-43B4-B0F4EA300CF6}"/>
              </a:ext>
            </a:extLst>
          </p:cNvPr>
          <p:cNvSpPr>
            <a:spLocks noGrp="1"/>
          </p:cNvSpPr>
          <p:nvPr>
            <p:ph sz="quarter" idx="10"/>
          </p:nvPr>
        </p:nvSpPr>
        <p:spPr/>
        <p:txBody>
          <a:bodyPr/>
          <a:lstStyle/>
          <a:p>
            <a:r>
              <a:rPr lang="en-US" dirty="0"/>
              <a:t>Relationships</a:t>
            </a:r>
          </a:p>
        </p:txBody>
      </p:sp>
      <p:sp>
        <p:nvSpPr>
          <p:cNvPr id="7" name="Rectangle 6" descr="Connections">
            <a:extLst>
              <a:ext uri="{FF2B5EF4-FFF2-40B4-BE49-F238E27FC236}">
                <a16:creationId xmlns:a16="http://schemas.microsoft.com/office/drawing/2014/main" id="{B32C1214-0E3F-FD86-CE1D-6279BCF28136}"/>
              </a:ext>
            </a:extLst>
          </p:cNvPr>
          <p:cNvSpPr/>
          <p:nvPr/>
        </p:nvSpPr>
        <p:spPr>
          <a:xfrm>
            <a:off x="7086600" y="2124461"/>
            <a:ext cx="3200400" cy="3133337"/>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9" name="TextBox 8">
            <a:extLst>
              <a:ext uri="{FF2B5EF4-FFF2-40B4-BE49-F238E27FC236}">
                <a16:creationId xmlns:a16="http://schemas.microsoft.com/office/drawing/2014/main" id="{E947EAF3-9AE9-052A-F0B6-B2C8F86DC1B1}"/>
              </a:ext>
            </a:extLst>
          </p:cNvPr>
          <p:cNvSpPr txBox="1"/>
          <p:nvPr/>
        </p:nvSpPr>
        <p:spPr>
          <a:xfrm>
            <a:off x="406400" y="6183086"/>
            <a:ext cx="6604000" cy="369332"/>
          </a:xfrm>
          <a:prstGeom prst="rect">
            <a:avLst/>
          </a:prstGeom>
          <a:noFill/>
        </p:spPr>
        <p:txBody>
          <a:bodyPr wrap="square">
            <a:spAutoFit/>
          </a:bodyPr>
          <a:lstStyle/>
          <a:p>
            <a:pPr marL="342900" indent="-342900" fontAlgn="auto">
              <a:spcBef>
                <a:spcPct val="20000"/>
              </a:spcBef>
              <a:spcAft>
                <a:spcPts val="0"/>
              </a:spcAft>
              <a:buClr>
                <a:srgbClr val="101141"/>
              </a:buClr>
              <a:buFont typeface="Arial" pitchFamily="34" charset="0"/>
            </a:pPr>
            <a:r>
              <a:rPr lang="en-US" sz="1800" dirty="0">
                <a:effectLst/>
              </a:rPr>
              <a:t>Read more: </a:t>
            </a:r>
            <a:r>
              <a:rPr lang="en-US" sz="1800" u="sng" dirty="0">
                <a:effectLst/>
                <a:hlinkClick r:id="rId4">
                  <a:extLst>
                    <a:ext uri="{A12FA001-AC4F-418D-AE19-62706E023703}">
                      <ahyp:hlinkClr xmlns:ahyp="http://schemas.microsoft.com/office/drawing/2018/hyperlinkcolor" val="tx"/>
                    </a:ext>
                  </a:extLst>
                </a:hlinkClick>
              </a:rPr>
              <a:t>https://hbr.org/2019/02/the-3-elements-of-trust</a:t>
            </a:r>
            <a:r>
              <a:rPr lang="en-US" sz="1800" u="sng" dirty="0">
                <a:effectLst/>
              </a:rPr>
              <a:t> </a:t>
            </a:r>
            <a:r>
              <a:rPr lang="en-US" sz="1800" dirty="0">
                <a:effectLst/>
              </a:rPr>
              <a:t> </a:t>
            </a:r>
          </a:p>
        </p:txBody>
      </p:sp>
      <p:sp>
        <p:nvSpPr>
          <p:cNvPr id="3" name="Slide Number Placeholder 2">
            <a:extLst>
              <a:ext uri="{FF2B5EF4-FFF2-40B4-BE49-F238E27FC236}">
                <a16:creationId xmlns:a16="http://schemas.microsoft.com/office/drawing/2014/main" id="{990008E5-4C84-4C1A-463C-76DCA48BB62D}"/>
              </a:ext>
            </a:extLst>
          </p:cNvPr>
          <p:cNvSpPr>
            <a:spLocks noGrp="1"/>
          </p:cNvSpPr>
          <p:nvPr>
            <p:ph type="sldNum" sz="quarter" idx="4"/>
          </p:nvPr>
        </p:nvSpPr>
        <p:spPr/>
        <p:txBody>
          <a:bodyPr/>
          <a:lstStyle/>
          <a:p>
            <a:fld id="{614D22B9-C88A-F74D-986E-88AF5B093992}" type="slidenum">
              <a:rPr lang="en-US" altLang="en-US" smtClean="0"/>
              <a:pPr/>
              <a:t>9</a:t>
            </a:fld>
            <a:endParaRPr lang="en-US" altLang="en-US"/>
          </a:p>
        </p:txBody>
      </p:sp>
    </p:spTree>
    <p:extLst>
      <p:ext uri="{BB962C8B-B14F-4D97-AF65-F5344CB8AC3E}">
        <p14:creationId xmlns:p14="http://schemas.microsoft.com/office/powerpoint/2010/main" val="3200134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CA06E9C-8D00-1401-789B-AE9496903404}"/>
              </a:ext>
            </a:extLst>
          </p:cNvPr>
          <p:cNvSpPr>
            <a:spLocks noGrp="1"/>
          </p:cNvSpPr>
          <p:nvPr>
            <p:ph sz="quarter" idx="10"/>
          </p:nvPr>
        </p:nvSpPr>
        <p:spPr/>
        <p:txBody>
          <a:bodyPr/>
          <a:lstStyle/>
          <a:p>
            <a:r>
              <a:rPr lang="en-US" dirty="0"/>
              <a:t>Time Management</a:t>
            </a:r>
          </a:p>
        </p:txBody>
      </p:sp>
    </p:spTree>
    <p:extLst>
      <p:ext uri="{BB962C8B-B14F-4D97-AF65-F5344CB8AC3E}">
        <p14:creationId xmlns:p14="http://schemas.microsoft.com/office/powerpoint/2010/main" val="425169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7358C-9683-756D-1AB7-9A4DC43452C8}"/>
              </a:ext>
            </a:extLst>
          </p:cNvPr>
          <p:cNvSpPr>
            <a:spLocks noGrp="1"/>
          </p:cNvSpPr>
          <p:nvPr>
            <p:ph idx="1"/>
          </p:nvPr>
        </p:nvSpPr>
        <p:spPr/>
        <p:txBody>
          <a:bodyPr/>
          <a:lstStyle/>
          <a:p>
            <a:endParaRPr lang="en-US"/>
          </a:p>
        </p:txBody>
      </p:sp>
      <p:sp>
        <p:nvSpPr>
          <p:cNvPr id="4" name="Content Placeholder 3">
            <a:extLst>
              <a:ext uri="{FF2B5EF4-FFF2-40B4-BE49-F238E27FC236}">
                <a16:creationId xmlns:a16="http://schemas.microsoft.com/office/drawing/2014/main" id="{28B9C2C5-631C-9B85-0621-B008980209F4}"/>
              </a:ext>
            </a:extLst>
          </p:cNvPr>
          <p:cNvSpPr>
            <a:spLocks noGrp="1"/>
          </p:cNvSpPr>
          <p:nvPr>
            <p:ph sz="quarter" idx="10"/>
          </p:nvPr>
        </p:nvSpPr>
        <p:spPr/>
        <p:txBody>
          <a:bodyPr/>
          <a:lstStyle/>
          <a:p>
            <a:r>
              <a:rPr lang="en-US" dirty="0"/>
              <a:t>Is it Time Management?</a:t>
            </a:r>
          </a:p>
        </p:txBody>
      </p:sp>
    </p:spTree>
    <p:extLst>
      <p:ext uri="{BB962C8B-B14F-4D97-AF65-F5344CB8AC3E}">
        <p14:creationId xmlns:p14="http://schemas.microsoft.com/office/powerpoint/2010/main" val="1938054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9E7C8-24C2-A236-40A9-7247E9361322}"/>
              </a:ext>
            </a:extLst>
          </p:cNvPr>
          <p:cNvSpPr>
            <a:spLocks noGrp="1"/>
          </p:cNvSpPr>
          <p:nvPr>
            <p:ph idx="1"/>
          </p:nvPr>
        </p:nvSpPr>
        <p:spPr/>
        <p:txBody>
          <a:bodyPr/>
          <a:lstStyle/>
          <a:p>
            <a:r>
              <a:rPr lang="en-US" dirty="0"/>
              <a:t>Identify where you have been spending time in the last 2 weeks.</a:t>
            </a:r>
          </a:p>
        </p:txBody>
      </p:sp>
      <p:sp>
        <p:nvSpPr>
          <p:cNvPr id="3" name="Content Placeholder 2">
            <a:extLst>
              <a:ext uri="{FF2B5EF4-FFF2-40B4-BE49-F238E27FC236}">
                <a16:creationId xmlns:a16="http://schemas.microsoft.com/office/drawing/2014/main" id="{B133774B-2CB7-E001-A1E3-25232CED10A6}"/>
              </a:ext>
            </a:extLst>
          </p:cNvPr>
          <p:cNvSpPr>
            <a:spLocks noGrp="1"/>
          </p:cNvSpPr>
          <p:nvPr>
            <p:ph sz="quarter" idx="10"/>
          </p:nvPr>
        </p:nvSpPr>
        <p:spPr/>
        <p:txBody>
          <a:bodyPr/>
          <a:lstStyle/>
          <a:p>
            <a:r>
              <a:rPr lang="en-US" dirty="0"/>
              <a:t>Individual Activity</a:t>
            </a:r>
          </a:p>
        </p:txBody>
      </p:sp>
      <p:sp>
        <p:nvSpPr>
          <p:cNvPr id="4" name="Slide Number Placeholder 3">
            <a:extLst>
              <a:ext uri="{FF2B5EF4-FFF2-40B4-BE49-F238E27FC236}">
                <a16:creationId xmlns:a16="http://schemas.microsoft.com/office/drawing/2014/main" id="{4F36305E-2B05-B1F2-3E87-64D5618EDA26}"/>
              </a:ext>
            </a:extLst>
          </p:cNvPr>
          <p:cNvSpPr>
            <a:spLocks noGrp="1"/>
          </p:cNvSpPr>
          <p:nvPr>
            <p:ph type="sldNum" sz="quarter" idx="4"/>
          </p:nvPr>
        </p:nvSpPr>
        <p:spPr/>
        <p:txBody>
          <a:bodyPr/>
          <a:lstStyle/>
          <a:p>
            <a:fld id="{614D22B9-C88A-F74D-986E-88AF5B093992}" type="slidenum">
              <a:rPr lang="en-US" altLang="en-US" smtClean="0"/>
              <a:pPr/>
              <a:t>12</a:t>
            </a:fld>
            <a:endParaRPr lang="en-US" altLang="en-US"/>
          </a:p>
        </p:txBody>
      </p:sp>
    </p:spTree>
    <p:extLst>
      <p:ext uri="{BB962C8B-B14F-4D97-AF65-F5344CB8AC3E}">
        <p14:creationId xmlns:p14="http://schemas.microsoft.com/office/powerpoint/2010/main" val="2433204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53B6E3-B7E4-22A5-C88F-601FD9319068}"/>
              </a:ext>
            </a:extLst>
          </p:cNvPr>
          <p:cNvSpPr>
            <a:spLocks noGrp="1"/>
          </p:cNvSpPr>
          <p:nvPr>
            <p:ph idx="1"/>
          </p:nvPr>
        </p:nvSpPr>
        <p:spPr/>
        <p:txBody>
          <a:bodyPr/>
          <a:lstStyle/>
          <a:p>
            <a:pPr marL="407988" indent="-338138">
              <a:buSzPct val="100000"/>
              <a:buFont typeface="System Font Regular"/>
              <a:buChar char="-"/>
            </a:pPr>
            <a:r>
              <a:rPr lang="en-US" sz="1400" dirty="0"/>
              <a:t>Teaching 		- 6 hours</a:t>
            </a:r>
          </a:p>
          <a:p>
            <a:pPr marL="407988" indent="-338138">
              <a:buSzPct val="100000"/>
              <a:buFont typeface="System Font Regular"/>
              <a:buChar char="-"/>
            </a:pPr>
            <a:r>
              <a:rPr lang="en-US" sz="1400" dirty="0"/>
              <a:t>Teaching prep		- 4 hours</a:t>
            </a:r>
          </a:p>
          <a:p>
            <a:pPr marL="407988" indent="-338138">
              <a:buSzPct val="100000"/>
              <a:buFont typeface="System Font Regular"/>
              <a:buChar char="-"/>
            </a:pPr>
            <a:r>
              <a:rPr lang="en-US" sz="1400" dirty="0"/>
              <a:t>Evaluation		- 4 hours</a:t>
            </a:r>
          </a:p>
          <a:p>
            <a:pPr marL="407988" indent="-338138">
              <a:buSzPct val="100000"/>
              <a:buFont typeface="System Font Regular"/>
              <a:buChar char="-"/>
            </a:pPr>
            <a:r>
              <a:rPr lang="en-US" sz="1400" dirty="0"/>
              <a:t>Quiz prep		- 1 hour</a:t>
            </a:r>
          </a:p>
          <a:p>
            <a:pPr marL="407988" indent="-338138">
              <a:buSzPct val="100000"/>
              <a:buFont typeface="System Font Regular"/>
              <a:buChar char="-"/>
            </a:pPr>
            <a:r>
              <a:rPr lang="en-US" sz="1400" dirty="0"/>
              <a:t>Corporate workshops 	- 27 hours (Bangalore)</a:t>
            </a:r>
          </a:p>
          <a:p>
            <a:pPr marL="407988" indent="-338138">
              <a:buSzPct val="100000"/>
              <a:buFont typeface="System Font Regular"/>
              <a:buChar char="-"/>
            </a:pPr>
            <a:r>
              <a:rPr lang="en-US" sz="1400" dirty="0"/>
              <a:t>Workshop prep		- 8 hours</a:t>
            </a:r>
          </a:p>
          <a:p>
            <a:pPr marL="407988" indent="-338138">
              <a:buSzPct val="100000"/>
              <a:buFont typeface="System Font Regular"/>
              <a:buChar char="-"/>
            </a:pPr>
            <a:r>
              <a:rPr lang="en-US" sz="1400" dirty="0"/>
              <a:t>Attending Coaching training	- 8 hours</a:t>
            </a:r>
          </a:p>
          <a:p>
            <a:pPr marL="407988" indent="-338138">
              <a:buSzPct val="100000"/>
              <a:buFont typeface="System Font Regular"/>
              <a:buChar char="-"/>
            </a:pPr>
            <a:r>
              <a:rPr lang="en-US" sz="1400" dirty="0"/>
              <a:t>Coaching conversation	- 3 hours</a:t>
            </a:r>
          </a:p>
          <a:p>
            <a:pPr marL="407988" indent="-338138">
              <a:buSzPct val="100000"/>
              <a:buFont typeface="System Font Regular"/>
              <a:buChar char="-"/>
            </a:pPr>
            <a:r>
              <a:rPr lang="en-US" sz="1400" dirty="0"/>
              <a:t>Mentoring conversation	- 1 hour</a:t>
            </a:r>
          </a:p>
          <a:p>
            <a:pPr marL="407988" indent="-338138">
              <a:buSzPct val="100000"/>
              <a:buFont typeface="System Font Regular"/>
              <a:buChar char="-"/>
            </a:pPr>
            <a:r>
              <a:rPr lang="en-US" sz="1400" dirty="0"/>
              <a:t>LinkedIn		- 4 hours</a:t>
            </a:r>
          </a:p>
          <a:p>
            <a:pPr marL="407988" indent="-338138">
              <a:buSzPct val="100000"/>
              <a:buFont typeface="System Font Regular"/>
              <a:buChar char="-"/>
            </a:pPr>
            <a:r>
              <a:rPr lang="en-US" sz="1400" dirty="0"/>
              <a:t>Prospect conversations	- 6 hours</a:t>
            </a:r>
          </a:p>
          <a:p>
            <a:pPr marL="407988" indent="-338138">
              <a:buSzPct val="100000"/>
              <a:buFont typeface="System Font Regular"/>
              <a:buChar char="-"/>
            </a:pPr>
            <a:r>
              <a:rPr lang="en-US" sz="1400" dirty="0"/>
              <a:t>New course prep		- 6 hours</a:t>
            </a:r>
          </a:p>
          <a:p>
            <a:pPr marL="407988" indent="-338138">
              <a:buSzPct val="100000"/>
              <a:buFont typeface="System Font Regular"/>
              <a:buChar char="-"/>
            </a:pPr>
            <a:r>
              <a:rPr lang="en-US" sz="1400" dirty="0"/>
              <a:t>Assignment setup		- 2 hours</a:t>
            </a:r>
          </a:p>
          <a:p>
            <a:pPr marL="407988" indent="-338138">
              <a:buSzPct val="100000"/>
              <a:buFont typeface="System Font Regular"/>
              <a:buChar char="-"/>
            </a:pPr>
            <a:r>
              <a:rPr lang="en-US" sz="1400" dirty="0"/>
              <a:t>Networking calls		- 3 hours</a:t>
            </a:r>
          </a:p>
          <a:p>
            <a:pPr marL="407988" indent="-338138">
              <a:buSzPct val="100000"/>
              <a:buFont typeface="System Font Regular"/>
              <a:buChar char="-"/>
            </a:pPr>
            <a:r>
              <a:rPr lang="en-US" sz="1400" dirty="0"/>
              <a:t>Biz dev actions		- 1 hours</a:t>
            </a:r>
          </a:p>
          <a:p>
            <a:pPr marL="407988" indent="-338138">
              <a:buSzPct val="100000"/>
              <a:buFont typeface="System Font Regular"/>
              <a:buChar char="-"/>
            </a:pPr>
            <a:r>
              <a:rPr lang="en-US" sz="1400" dirty="0"/>
              <a:t>Exercise		- 12 hours</a:t>
            </a:r>
          </a:p>
          <a:p>
            <a:pPr marL="407988" indent="-338138">
              <a:buSzPct val="100000"/>
              <a:buFont typeface="System Font Regular"/>
              <a:buChar char="-"/>
            </a:pPr>
            <a:r>
              <a:rPr lang="en-US" sz="1400" dirty="0"/>
              <a:t>Bike fix		- 2 hours</a:t>
            </a:r>
          </a:p>
          <a:p>
            <a:pPr marL="407988" indent="-338138">
              <a:buSzPct val="100000"/>
              <a:buFont typeface="System Font Regular"/>
              <a:buChar char="-"/>
            </a:pPr>
            <a:r>
              <a:rPr lang="en-US" sz="1400" dirty="0"/>
              <a:t>Travel – city		- 9 hours</a:t>
            </a:r>
          </a:p>
        </p:txBody>
      </p:sp>
      <p:sp>
        <p:nvSpPr>
          <p:cNvPr id="3" name="Content Placeholder 2">
            <a:extLst>
              <a:ext uri="{FF2B5EF4-FFF2-40B4-BE49-F238E27FC236}">
                <a16:creationId xmlns:a16="http://schemas.microsoft.com/office/drawing/2014/main" id="{5CEC4C1B-9619-C06D-8CBB-99BF33E946B4}"/>
              </a:ext>
            </a:extLst>
          </p:cNvPr>
          <p:cNvSpPr>
            <a:spLocks noGrp="1"/>
          </p:cNvSpPr>
          <p:nvPr>
            <p:ph sz="quarter" idx="10"/>
          </p:nvPr>
        </p:nvSpPr>
        <p:spPr/>
        <p:txBody>
          <a:bodyPr/>
          <a:lstStyle/>
          <a:p>
            <a:r>
              <a:rPr lang="en-US" dirty="0"/>
              <a:t>Example</a:t>
            </a:r>
          </a:p>
        </p:txBody>
      </p:sp>
      <p:sp>
        <p:nvSpPr>
          <p:cNvPr id="4" name="Slide Number Placeholder 3">
            <a:extLst>
              <a:ext uri="{FF2B5EF4-FFF2-40B4-BE49-F238E27FC236}">
                <a16:creationId xmlns:a16="http://schemas.microsoft.com/office/drawing/2014/main" id="{7A0C9EC9-3F5A-7B7A-5C6E-617E35FC8744}"/>
              </a:ext>
            </a:extLst>
          </p:cNvPr>
          <p:cNvSpPr>
            <a:spLocks noGrp="1"/>
          </p:cNvSpPr>
          <p:nvPr>
            <p:ph type="sldNum" sz="quarter" idx="4"/>
          </p:nvPr>
        </p:nvSpPr>
        <p:spPr/>
        <p:txBody>
          <a:bodyPr/>
          <a:lstStyle/>
          <a:p>
            <a:fld id="{614D22B9-C88A-F74D-986E-88AF5B093992}" type="slidenum">
              <a:rPr lang="en-US" altLang="en-US" smtClean="0"/>
              <a:pPr/>
              <a:t>13</a:t>
            </a:fld>
            <a:endParaRPr lang="en-US" altLang="en-US"/>
          </a:p>
        </p:txBody>
      </p:sp>
    </p:spTree>
    <p:extLst>
      <p:ext uri="{BB962C8B-B14F-4D97-AF65-F5344CB8AC3E}">
        <p14:creationId xmlns:p14="http://schemas.microsoft.com/office/powerpoint/2010/main" val="1769403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74D2C18F-A96F-37A0-409A-20DFFB65A35E}"/>
              </a:ext>
            </a:extLst>
          </p:cNvPr>
          <p:cNvSpPr>
            <a:spLocks noGrp="1"/>
          </p:cNvSpPr>
          <p:nvPr>
            <p:ph sz="half" idx="2"/>
          </p:nvPr>
        </p:nvSpPr>
        <p:spPr/>
        <p:txBody>
          <a:bodyPr/>
          <a:lstStyle/>
          <a:p>
            <a:pPr marL="457200" indent="-457200">
              <a:buFontTx/>
              <a:buChar char="-"/>
            </a:pPr>
            <a:r>
              <a:rPr lang="en-US" dirty="0"/>
              <a:t>Q1 – Escalations/ Production Issues</a:t>
            </a:r>
          </a:p>
          <a:p>
            <a:pPr marL="457200" indent="-457200">
              <a:buFontTx/>
              <a:buChar char="-"/>
            </a:pPr>
            <a:r>
              <a:rPr lang="en-US" dirty="0"/>
              <a:t>Q2 – Learning/ Planning/ Recreation/ …</a:t>
            </a:r>
          </a:p>
          <a:p>
            <a:pPr marL="457200" indent="-457200">
              <a:buFontTx/>
              <a:buChar char="-"/>
            </a:pPr>
            <a:r>
              <a:rPr lang="en-US" dirty="0"/>
              <a:t>Q3 – Someone else’s Q1</a:t>
            </a:r>
          </a:p>
          <a:p>
            <a:pPr marL="457200" indent="-457200">
              <a:buFontTx/>
              <a:buChar char="-"/>
            </a:pPr>
            <a:r>
              <a:rPr lang="en-US" dirty="0"/>
              <a:t>Q4 – Meaningless chats/ distractions/ Too much of anything</a:t>
            </a:r>
          </a:p>
        </p:txBody>
      </p:sp>
      <p:sp>
        <p:nvSpPr>
          <p:cNvPr id="19" name="Content Placeholder 18">
            <a:extLst>
              <a:ext uri="{FF2B5EF4-FFF2-40B4-BE49-F238E27FC236}">
                <a16:creationId xmlns:a16="http://schemas.microsoft.com/office/drawing/2014/main" id="{DDACE4DE-EAA2-742B-3557-E3B8F7FCC0DC}"/>
              </a:ext>
            </a:extLst>
          </p:cNvPr>
          <p:cNvSpPr>
            <a:spLocks noGrp="1"/>
          </p:cNvSpPr>
          <p:nvPr>
            <p:ph sz="quarter" idx="10"/>
          </p:nvPr>
        </p:nvSpPr>
        <p:spPr/>
        <p:txBody>
          <a:bodyPr/>
          <a:lstStyle/>
          <a:p>
            <a:r>
              <a:rPr lang="en-US" dirty="0"/>
              <a:t>Eisenhower/ Time Management Matrix</a:t>
            </a:r>
          </a:p>
        </p:txBody>
      </p:sp>
      <p:sp>
        <p:nvSpPr>
          <p:cNvPr id="4" name="Left-right Arrow 3">
            <a:extLst>
              <a:ext uri="{FF2B5EF4-FFF2-40B4-BE49-F238E27FC236}">
                <a16:creationId xmlns:a16="http://schemas.microsoft.com/office/drawing/2014/main" id="{EA7FAF2A-0D24-5329-DFF0-AFE32A41FF70}"/>
              </a:ext>
            </a:extLst>
          </p:cNvPr>
          <p:cNvSpPr/>
          <p:nvPr/>
        </p:nvSpPr>
        <p:spPr>
          <a:xfrm rot="16200000">
            <a:off x="846540" y="3746801"/>
            <a:ext cx="4542971" cy="524639"/>
          </a:xfrm>
          <a:prstGeom prst="leftRightArrow">
            <a:avLst>
              <a:gd name="adj1" fmla="val 100000"/>
              <a:gd name="adj2" fmla="val 74899"/>
            </a:avLst>
          </a:prstGeom>
          <a:solidFill>
            <a:schemeClr val="accent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algn="l"/>
            <a:endParaRPr lang="en-US" spc="100" baseline="0" dirty="0" err="1">
              <a:solidFill>
                <a:schemeClr val="bg1"/>
              </a:solidFill>
              <a:latin typeface="Avenir Book" panose="02000503020000020003" pitchFamily="2" charset="0"/>
            </a:endParaRPr>
          </a:p>
        </p:txBody>
      </p:sp>
      <p:sp>
        <p:nvSpPr>
          <p:cNvPr id="5" name="Left-right Arrow 4">
            <a:extLst>
              <a:ext uri="{FF2B5EF4-FFF2-40B4-BE49-F238E27FC236}">
                <a16:creationId xmlns:a16="http://schemas.microsoft.com/office/drawing/2014/main" id="{FDD0FAC5-B476-6CEC-0765-DF711C6A0031}"/>
              </a:ext>
            </a:extLst>
          </p:cNvPr>
          <p:cNvSpPr/>
          <p:nvPr/>
        </p:nvSpPr>
        <p:spPr>
          <a:xfrm>
            <a:off x="867229" y="3746802"/>
            <a:ext cx="4542971" cy="524639"/>
          </a:xfrm>
          <a:prstGeom prst="leftRightArrow">
            <a:avLst>
              <a:gd name="adj1" fmla="val 100000"/>
              <a:gd name="adj2" fmla="val 74899"/>
            </a:avLst>
          </a:prstGeom>
          <a:solidFill>
            <a:schemeClr val="accent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algn="l"/>
            <a:endParaRPr lang="en-US" spc="100" baseline="0" dirty="0" err="1">
              <a:solidFill>
                <a:schemeClr val="bg1"/>
              </a:solidFill>
              <a:latin typeface="Avenir Book" panose="02000503020000020003" pitchFamily="2" charset="0"/>
            </a:endParaRPr>
          </a:p>
        </p:txBody>
      </p:sp>
      <p:sp>
        <p:nvSpPr>
          <p:cNvPr id="6" name="Freeform 5">
            <a:extLst>
              <a:ext uri="{FF2B5EF4-FFF2-40B4-BE49-F238E27FC236}">
                <a16:creationId xmlns:a16="http://schemas.microsoft.com/office/drawing/2014/main" id="{B1544066-98A9-8017-F3F0-B03A062BC9DA}"/>
              </a:ext>
            </a:extLst>
          </p:cNvPr>
          <p:cNvSpPr/>
          <p:nvPr/>
        </p:nvSpPr>
        <p:spPr>
          <a:xfrm>
            <a:off x="1254934" y="2193722"/>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Crisis</a:t>
            </a:r>
            <a:endParaRPr lang="en-GB" sz="1200" dirty="0">
              <a:solidFill>
                <a:schemeClr val="tx2"/>
              </a:solidFill>
              <a:latin typeface="Avenir Book" panose="02000503020000020003" pitchFamily="2" charset="0"/>
            </a:endParaRPr>
          </a:p>
        </p:txBody>
      </p:sp>
      <p:sp>
        <p:nvSpPr>
          <p:cNvPr id="7" name="Freeform 6">
            <a:extLst>
              <a:ext uri="{FF2B5EF4-FFF2-40B4-BE49-F238E27FC236}">
                <a16:creationId xmlns:a16="http://schemas.microsoft.com/office/drawing/2014/main" id="{C49677BE-820C-6406-39F9-5312987888A7}"/>
              </a:ext>
            </a:extLst>
          </p:cNvPr>
          <p:cNvSpPr/>
          <p:nvPr/>
        </p:nvSpPr>
        <p:spPr>
          <a:xfrm>
            <a:off x="3365831" y="2193722"/>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Growth </a:t>
            </a:r>
          </a:p>
          <a:p>
            <a:pPr marL="0" lvl="0" indent="0" algn="ctr" defTabSz="889000">
              <a:lnSpc>
                <a:spcPct val="90000"/>
              </a:lnSpc>
              <a:spcBef>
                <a:spcPct val="0"/>
              </a:spcBef>
              <a:spcAft>
                <a:spcPct val="35000"/>
              </a:spcAft>
              <a:buNone/>
            </a:pPr>
            <a:r>
              <a:rPr lang="en-GB" sz="1200" kern="1200" dirty="0">
                <a:solidFill>
                  <a:schemeClr val="tx2"/>
                </a:solidFill>
                <a:latin typeface="Avenir Book" panose="02000503020000020003" pitchFamily="2" charset="0"/>
              </a:rPr>
              <a:t>(But don’t ignore)</a:t>
            </a:r>
          </a:p>
        </p:txBody>
      </p:sp>
      <p:sp>
        <p:nvSpPr>
          <p:cNvPr id="8" name="Freeform 7">
            <a:extLst>
              <a:ext uri="{FF2B5EF4-FFF2-40B4-BE49-F238E27FC236}">
                <a16:creationId xmlns:a16="http://schemas.microsoft.com/office/drawing/2014/main" id="{F94FDA1F-D9A1-604B-3CE5-33A44424B76C}"/>
              </a:ext>
            </a:extLst>
          </p:cNvPr>
          <p:cNvSpPr/>
          <p:nvPr/>
        </p:nvSpPr>
        <p:spPr>
          <a:xfrm>
            <a:off x="1254934" y="4217436"/>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Distraction</a:t>
            </a:r>
          </a:p>
        </p:txBody>
      </p:sp>
      <p:sp>
        <p:nvSpPr>
          <p:cNvPr id="9" name="Freeform 8">
            <a:extLst>
              <a:ext uri="{FF2B5EF4-FFF2-40B4-BE49-F238E27FC236}">
                <a16:creationId xmlns:a16="http://schemas.microsoft.com/office/drawing/2014/main" id="{EBFD6A94-5D23-79B2-94DB-6ED64A7D1743}"/>
              </a:ext>
            </a:extLst>
          </p:cNvPr>
          <p:cNvSpPr/>
          <p:nvPr/>
        </p:nvSpPr>
        <p:spPr>
          <a:xfrm>
            <a:off x="3365831" y="4217435"/>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Waste</a:t>
            </a:r>
          </a:p>
        </p:txBody>
      </p:sp>
      <p:sp>
        <p:nvSpPr>
          <p:cNvPr id="10" name="TextBox 9">
            <a:extLst>
              <a:ext uri="{FF2B5EF4-FFF2-40B4-BE49-F238E27FC236}">
                <a16:creationId xmlns:a16="http://schemas.microsoft.com/office/drawing/2014/main" id="{138D447B-FD1A-BB4D-A1F7-25530CC63718}"/>
              </a:ext>
            </a:extLst>
          </p:cNvPr>
          <p:cNvSpPr txBox="1"/>
          <p:nvPr/>
        </p:nvSpPr>
        <p:spPr>
          <a:xfrm>
            <a:off x="1254934" y="3810000"/>
            <a:ext cx="1611136" cy="402294"/>
          </a:xfrm>
          <a:prstGeom prst="rect">
            <a:avLst/>
          </a:prstGeom>
          <a:noFill/>
          <a:ln>
            <a:noFill/>
          </a:ln>
        </p:spPr>
        <p:txBody>
          <a:bodyPr wrap="square" tIns="72000" bIns="72000" rtlCol="0" anchor="ctr">
            <a:noAutofit/>
          </a:bodyPr>
          <a:lstStyle/>
          <a:p>
            <a:pPr algn="ctr"/>
            <a:r>
              <a:rPr lang="en-US" sz="1400" b="1" spc="150" baseline="0" dirty="0">
                <a:solidFill>
                  <a:schemeClr val="bg1"/>
                </a:solidFill>
                <a:latin typeface="Avenir Book" panose="02000503020000020003" pitchFamily="2" charset="0"/>
              </a:rPr>
              <a:t>Urgent</a:t>
            </a:r>
          </a:p>
        </p:txBody>
      </p:sp>
      <p:sp>
        <p:nvSpPr>
          <p:cNvPr id="11" name="TextBox 10">
            <a:extLst>
              <a:ext uri="{FF2B5EF4-FFF2-40B4-BE49-F238E27FC236}">
                <a16:creationId xmlns:a16="http://schemas.microsoft.com/office/drawing/2014/main" id="{7D2C984C-60E6-AA5D-7BC9-8F4130282CC0}"/>
              </a:ext>
            </a:extLst>
          </p:cNvPr>
          <p:cNvSpPr txBox="1"/>
          <p:nvPr/>
        </p:nvSpPr>
        <p:spPr>
          <a:xfrm>
            <a:off x="3380345" y="3810000"/>
            <a:ext cx="1611136" cy="402294"/>
          </a:xfrm>
          <a:prstGeom prst="rect">
            <a:avLst/>
          </a:prstGeom>
          <a:noFill/>
          <a:ln>
            <a:noFill/>
          </a:ln>
        </p:spPr>
        <p:txBody>
          <a:bodyPr wrap="square" tIns="72000" bIns="72000" rtlCol="0" anchor="ctr">
            <a:noAutofit/>
          </a:bodyPr>
          <a:lstStyle/>
          <a:p>
            <a:pPr algn="ctr"/>
            <a:r>
              <a:rPr lang="en-US" sz="1400" b="1" spc="150" baseline="0" dirty="0">
                <a:solidFill>
                  <a:schemeClr val="bg1"/>
                </a:solidFill>
                <a:latin typeface="Avenir Book" panose="02000503020000020003" pitchFamily="2" charset="0"/>
              </a:rPr>
              <a:t>Not Urgent</a:t>
            </a:r>
          </a:p>
        </p:txBody>
      </p:sp>
      <p:sp>
        <p:nvSpPr>
          <p:cNvPr id="12" name="TextBox 11">
            <a:extLst>
              <a:ext uri="{FF2B5EF4-FFF2-40B4-BE49-F238E27FC236}">
                <a16:creationId xmlns:a16="http://schemas.microsoft.com/office/drawing/2014/main" id="{F25D60C9-29F6-030D-8F54-B962CFCED84B}"/>
              </a:ext>
            </a:extLst>
          </p:cNvPr>
          <p:cNvSpPr txBox="1"/>
          <p:nvPr/>
        </p:nvSpPr>
        <p:spPr>
          <a:xfrm rot="16200000">
            <a:off x="2317638" y="4853050"/>
            <a:ext cx="1611137" cy="339908"/>
          </a:xfrm>
          <a:prstGeom prst="rect">
            <a:avLst/>
          </a:prstGeom>
          <a:noFill/>
          <a:ln>
            <a:noFill/>
          </a:ln>
        </p:spPr>
        <p:txBody>
          <a:bodyPr wrap="square" tIns="72000" bIns="72000" rtlCol="0" anchor="b">
            <a:noAutofit/>
          </a:bodyPr>
          <a:lstStyle/>
          <a:p>
            <a:pPr algn="ctr"/>
            <a:r>
              <a:rPr lang="en-US" sz="1400" b="1" spc="150" baseline="0" dirty="0">
                <a:solidFill>
                  <a:schemeClr val="bg1"/>
                </a:solidFill>
                <a:latin typeface="Avenir Book" panose="02000503020000020003" pitchFamily="2" charset="0"/>
              </a:rPr>
              <a:t>Not Important</a:t>
            </a:r>
          </a:p>
        </p:txBody>
      </p:sp>
      <p:sp>
        <p:nvSpPr>
          <p:cNvPr id="13" name="TextBox 12">
            <a:extLst>
              <a:ext uri="{FF2B5EF4-FFF2-40B4-BE49-F238E27FC236}">
                <a16:creationId xmlns:a16="http://schemas.microsoft.com/office/drawing/2014/main" id="{D9E67F41-E08B-54E2-549B-B31816D1B3E2}"/>
              </a:ext>
            </a:extLst>
          </p:cNvPr>
          <p:cNvSpPr txBox="1"/>
          <p:nvPr/>
        </p:nvSpPr>
        <p:spPr>
          <a:xfrm rot="16200000">
            <a:off x="2317638" y="2829337"/>
            <a:ext cx="1611137" cy="339908"/>
          </a:xfrm>
          <a:prstGeom prst="rect">
            <a:avLst/>
          </a:prstGeom>
          <a:noFill/>
          <a:ln>
            <a:noFill/>
          </a:ln>
        </p:spPr>
        <p:txBody>
          <a:bodyPr wrap="square" tIns="72000" bIns="72000" rtlCol="0" anchor="b">
            <a:noAutofit/>
          </a:bodyPr>
          <a:lstStyle/>
          <a:p>
            <a:pPr algn="ctr"/>
            <a:r>
              <a:rPr lang="en-US" sz="1400" b="1" spc="150" baseline="0" dirty="0">
                <a:solidFill>
                  <a:schemeClr val="bg1"/>
                </a:solidFill>
                <a:latin typeface="Avenir Book" panose="02000503020000020003" pitchFamily="2" charset="0"/>
              </a:rPr>
              <a:t>Important</a:t>
            </a:r>
          </a:p>
        </p:txBody>
      </p:sp>
      <p:sp>
        <p:nvSpPr>
          <p:cNvPr id="14" name="TextBox 13">
            <a:extLst>
              <a:ext uri="{FF2B5EF4-FFF2-40B4-BE49-F238E27FC236}">
                <a16:creationId xmlns:a16="http://schemas.microsoft.com/office/drawing/2014/main" id="{1012A170-C85B-B801-1481-47080DAE588F}"/>
              </a:ext>
            </a:extLst>
          </p:cNvPr>
          <p:cNvSpPr txBox="1"/>
          <p:nvPr/>
        </p:nvSpPr>
        <p:spPr>
          <a:xfrm>
            <a:off x="3834221" y="2217805"/>
            <a:ext cx="703384" cy="404370"/>
          </a:xfrm>
          <a:prstGeom prst="rect">
            <a:avLst/>
          </a:prstGeom>
          <a:noFill/>
          <a:ln>
            <a:noFill/>
          </a:ln>
        </p:spPr>
        <p:txBody>
          <a:bodyPr wrap="square" tIns="72000" bIns="72000" rtlCol="0">
            <a:noAutofit/>
          </a:bodyPr>
          <a:lstStyle/>
          <a:p>
            <a:pPr algn="ctr"/>
            <a:r>
              <a:rPr lang="en-US" spc="150" baseline="0" dirty="0">
                <a:solidFill>
                  <a:schemeClr val="tx2"/>
                </a:solidFill>
                <a:latin typeface="Avenir Book" panose="02000503020000020003" pitchFamily="2" charset="0"/>
              </a:rPr>
              <a:t>Q2</a:t>
            </a:r>
          </a:p>
        </p:txBody>
      </p:sp>
      <p:sp>
        <p:nvSpPr>
          <p:cNvPr id="15" name="TextBox 14">
            <a:extLst>
              <a:ext uri="{FF2B5EF4-FFF2-40B4-BE49-F238E27FC236}">
                <a16:creationId xmlns:a16="http://schemas.microsoft.com/office/drawing/2014/main" id="{1B9F59D5-A13B-4CDC-2244-6D1BF36DB2DB}"/>
              </a:ext>
            </a:extLst>
          </p:cNvPr>
          <p:cNvSpPr txBox="1"/>
          <p:nvPr/>
        </p:nvSpPr>
        <p:spPr>
          <a:xfrm>
            <a:off x="1714744" y="2217805"/>
            <a:ext cx="703384" cy="405863"/>
          </a:xfrm>
          <a:prstGeom prst="rect">
            <a:avLst/>
          </a:prstGeom>
          <a:noFill/>
          <a:ln>
            <a:noFill/>
          </a:ln>
        </p:spPr>
        <p:txBody>
          <a:bodyPr wrap="square" tIns="72000" bIns="72000" rtlCol="0">
            <a:noAutofit/>
          </a:bodyPr>
          <a:lstStyle/>
          <a:p>
            <a:pPr algn="ctr"/>
            <a:r>
              <a:rPr lang="en-US" spc="150" baseline="0" dirty="0">
                <a:solidFill>
                  <a:schemeClr val="tx2"/>
                </a:solidFill>
                <a:latin typeface="Avenir Book" panose="02000503020000020003" pitchFamily="2" charset="0"/>
              </a:rPr>
              <a:t>Q1</a:t>
            </a:r>
          </a:p>
        </p:txBody>
      </p:sp>
      <p:sp>
        <p:nvSpPr>
          <p:cNvPr id="16" name="TextBox 15">
            <a:extLst>
              <a:ext uri="{FF2B5EF4-FFF2-40B4-BE49-F238E27FC236}">
                <a16:creationId xmlns:a16="http://schemas.microsoft.com/office/drawing/2014/main" id="{EF65E5F2-C920-E048-1B57-BB587784FB06}"/>
              </a:ext>
            </a:extLst>
          </p:cNvPr>
          <p:cNvSpPr txBox="1"/>
          <p:nvPr/>
        </p:nvSpPr>
        <p:spPr>
          <a:xfrm>
            <a:off x="3817923" y="5335682"/>
            <a:ext cx="703384" cy="447880"/>
          </a:xfrm>
          <a:prstGeom prst="rect">
            <a:avLst/>
          </a:prstGeom>
          <a:noFill/>
          <a:ln>
            <a:noFill/>
          </a:ln>
        </p:spPr>
        <p:txBody>
          <a:bodyPr wrap="square" tIns="72000" bIns="72000" rtlCol="0" anchor="b">
            <a:noAutofit/>
          </a:bodyPr>
          <a:lstStyle/>
          <a:p>
            <a:pPr algn="ctr"/>
            <a:r>
              <a:rPr lang="en-US" spc="150" baseline="0" dirty="0">
                <a:solidFill>
                  <a:schemeClr val="tx2"/>
                </a:solidFill>
                <a:latin typeface="Avenir Book" panose="02000503020000020003" pitchFamily="2" charset="0"/>
              </a:rPr>
              <a:t>Q4</a:t>
            </a:r>
          </a:p>
        </p:txBody>
      </p:sp>
      <p:sp>
        <p:nvSpPr>
          <p:cNvPr id="17" name="TextBox 16">
            <a:extLst>
              <a:ext uri="{FF2B5EF4-FFF2-40B4-BE49-F238E27FC236}">
                <a16:creationId xmlns:a16="http://schemas.microsoft.com/office/drawing/2014/main" id="{F404DD76-9800-D95C-1886-E4F214131A36}"/>
              </a:ext>
            </a:extLst>
          </p:cNvPr>
          <p:cNvSpPr txBox="1"/>
          <p:nvPr/>
        </p:nvSpPr>
        <p:spPr>
          <a:xfrm>
            <a:off x="1714744" y="5335681"/>
            <a:ext cx="703384" cy="447880"/>
          </a:xfrm>
          <a:prstGeom prst="rect">
            <a:avLst/>
          </a:prstGeom>
          <a:noFill/>
          <a:ln>
            <a:noFill/>
          </a:ln>
        </p:spPr>
        <p:txBody>
          <a:bodyPr wrap="square" tIns="72000" bIns="72000" rtlCol="0" anchor="b">
            <a:noAutofit/>
          </a:bodyPr>
          <a:lstStyle/>
          <a:p>
            <a:pPr algn="ctr"/>
            <a:r>
              <a:rPr lang="en-US" spc="150" baseline="0" dirty="0">
                <a:solidFill>
                  <a:schemeClr val="tx2"/>
                </a:solidFill>
                <a:latin typeface="Avenir Book" panose="02000503020000020003" pitchFamily="2" charset="0"/>
              </a:rPr>
              <a:t>Q3</a:t>
            </a:r>
          </a:p>
        </p:txBody>
      </p:sp>
      <p:sp>
        <p:nvSpPr>
          <p:cNvPr id="2" name="Slide Number Placeholder 1">
            <a:extLst>
              <a:ext uri="{FF2B5EF4-FFF2-40B4-BE49-F238E27FC236}">
                <a16:creationId xmlns:a16="http://schemas.microsoft.com/office/drawing/2014/main" id="{787F7009-3F0E-ABAE-EBBC-A58FCB9F51F0}"/>
              </a:ext>
            </a:extLst>
          </p:cNvPr>
          <p:cNvSpPr>
            <a:spLocks noGrp="1"/>
          </p:cNvSpPr>
          <p:nvPr>
            <p:ph type="sldNum" sz="quarter" idx="4"/>
          </p:nvPr>
        </p:nvSpPr>
        <p:spPr/>
        <p:txBody>
          <a:bodyPr/>
          <a:lstStyle/>
          <a:p>
            <a:fld id="{614D22B9-C88A-F74D-986E-88AF5B093992}" type="slidenum">
              <a:rPr lang="en-US" altLang="en-US" smtClean="0"/>
              <a:pPr/>
              <a:t>14</a:t>
            </a:fld>
            <a:endParaRPr lang="en-US" altLang="en-US"/>
          </a:p>
        </p:txBody>
      </p:sp>
    </p:spTree>
    <p:extLst>
      <p:ext uri="{BB962C8B-B14F-4D97-AF65-F5344CB8AC3E}">
        <p14:creationId xmlns:p14="http://schemas.microsoft.com/office/powerpoint/2010/main" val="1746968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9EF480-2C5E-C0DA-D86B-FCE4C3AF6B75}"/>
              </a:ext>
            </a:extLst>
          </p:cNvPr>
          <p:cNvSpPr>
            <a:spLocks noGrp="1"/>
          </p:cNvSpPr>
          <p:nvPr>
            <p:ph sz="quarter" idx="10"/>
          </p:nvPr>
        </p:nvSpPr>
        <p:spPr/>
        <p:txBody>
          <a:bodyPr/>
          <a:lstStyle/>
          <a:p>
            <a:r>
              <a:rPr lang="en-US" dirty="0"/>
              <a:t>Investing in Relationships</a:t>
            </a:r>
          </a:p>
        </p:txBody>
      </p:sp>
      <p:sp>
        <p:nvSpPr>
          <p:cNvPr id="32" name="Content Placeholder 17">
            <a:extLst>
              <a:ext uri="{FF2B5EF4-FFF2-40B4-BE49-F238E27FC236}">
                <a16:creationId xmlns:a16="http://schemas.microsoft.com/office/drawing/2014/main" id="{2FFA859B-F220-BDFC-4778-BBAADFD8A4FE}"/>
              </a:ext>
            </a:extLst>
          </p:cNvPr>
          <p:cNvSpPr txBox="1">
            <a:spLocks/>
          </p:cNvSpPr>
          <p:nvPr/>
        </p:nvSpPr>
        <p:spPr>
          <a:xfrm>
            <a:off x="6604000" y="1600201"/>
            <a:ext cx="5384800" cy="452596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Tx/>
              <a:buChar char="-"/>
            </a:pPr>
            <a:r>
              <a:rPr lang="en-US" dirty="0"/>
              <a:t>Where does that fit in?</a:t>
            </a:r>
          </a:p>
        </p:txBody>
      </p:sp>
      <p:sp>
        <p:nvSpPr>
          <p:cNvPr id="3" name="Slide Number Placeholder 2">
            <a:extLst>
              <a:ext uri="{FF2B5EF4-FFF2-40B4-BE49-F238E27FC236}">
                <a16:creationId xmlns:a16="http://schemas.microsoft.com/office/drawing/2014/main" id="{D8579331-43B0-2A55-0ADE-B98B072CDF92}"/>
              </a:ext>
            </a:extLst>
          </p:cNvPr>
          <p:cNvSpPr>
            <a:spLocks noGrp="1"/>
          </p:cNvSpPr>
          <p:nvPr>
            <p:ph type="sldNum" sz="quarter" idx="4"/>
          </p:nvPr>
        </p:nvSpPr>
        <p:spPr/>
        <p:txBody>
          <a:bodyPr/>
          <a:lstStyle/>
          <a:p>
            <a:fld id="{614D22B9-C88A-F74D-986E-88AF5B093992}" type="slidenum">
              <a:rPr lang="en-US" altLang="en-US" smtClean="0"/>
              <a:pPr/>
              <a:t>15</a:t>
            </a:fld>
            <a:endParaRPr lang="en-US" altLang="en-US"/>
          </a:p>
        </p:txBody>
      </p:sp>
      <p:sp>
        <p:nvSpPr>
          <p:cNvPr id="33" name="Left-right Arrow 32">
            <a:extLst>
              <a:ext uri="{FF2B5EF4-FFF2-40B4-BE49-F238E27FC236}">
                <a16:creationId xmlns:a16="http://schemas.microsoft.com/office/drawing/2014/main" id="{E6013063-DD12-C3A5-88F2-BCC17B0D4ED7}"/>
              </a:ext>
            </a:extLst>
          </p:cNvPr>
          <p:cNvSpPr/>
          <p:nvPr/>
        </p:nvSpPr>
        <p:spPr>
          <a:xfrm rot="16200000">
            <a:off x="846540" y="3746801"/>
            <a:ext cx="4542971" cy="524639"/>
          </a:xfrm>
          <a:prstGeom prst="leftRightArrow">
            <a:avLst>
              <a:gd name="adj1" fmla="val 100000"/>
              <a:gd name="adj2" fmla="val 74899"/>
            </a:avLst>
          </a:prstGeom>
          <a:solidFill>
            <a:schemeClr val="accent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algn="l"/>
            <a:endParaRPr lang="en-US" spc="100" baseline="0" dirty="0" err="1">
              <a:solidFill>
                <a:schemeClr val="bg1"/>
              </a:solidFill>
              <a:latin typeface="Avenir Book" panose="02000503020000020003" pitchFamily="2" charset="0"/>
            </a:endParaRPr>
          </a:p>
        </p:txBody>
      </p:sp>
      <p:sp>
        <p:nvSpPr>
          <p:cNvPr id="34" name="Left-right Arrow 33">
            <a:extLst>
              <a:ext uri="{FF2B5EF4-FFF2-40B4-BE49-F238E27FC236}">
                <a16:creationId xmlns:a16="http://schemas.microsoft.com/office/drawing/2014/main" id="{F2E0A888-728D-07CF-FF7B-3A5FE47C9BBB}"/>
              </a:ext>
            </a:extLst>
          </p:cNvPr>
          <p:cNvSpPr/>
          <p:nvPr/>
        </p:nvSpPr>
        <p:spPr>
          <a:xfrm>
            <a:off x="867229" y="3746802"/>
            <a:ext cx="4542971" cy="524639"/>
          </a:xfrm>
          <a:prstGeom prst="leftRightArrow">
            <a:avLst>
              <a:gd name="adj1" fmla="val 100000"/>
              <a:gd name="adj2" fmla="val 74899"/>
            </a:avLst>
          </a:prstGeom>
          <a:solidFill>
            <a:schemeClr val="accent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p>
            <a:pPr algn="l"/>
            <a:endParaRPr lang="en-US" spc="100" baseline="0" dirty="0" err="1">
              <a:solidFill>
                <a:schemeClr val="bg1"/>
              </a:solidFill>
              <a:latin typeface="Avenir Book" panose="02000503020000020003" pitchFamily="2" charset="0"/>
            </a:endParaRPr>
          </a:p>
        </p:txBody>
      </p:sp>
      <p:sp>
        <p:nvSpPr>
          <p:cNvPr id="35" name="Freeform 34">
            <a:extLst>
              <a:ext uri="{FF2B5EF4-FFF2-40B4-BE49-F238E27FC236}">
                <a16:creationId xmlns:a16="http://schemas.microsoft.com/office/drawing/2014/main" id="{717F2A51-313C-CB86-B0C9-C2487E52F106}"/>
              </a:ext>
            </a:extLst>
          </p:cNvPr>
          <p:cNvSpPr/>
          <p:nvPr/>
        </p:nvSpPr>
        <p:spPr>
          <a:xfrm>
            <a:off x="1254934" y="2193722"/>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Crisis</a:t>
            </a:r>
            <a:endParaRPr lang="en-GB" sz="1200" dirty="0">
              <a:solidFill>
                <a:schemeClr val="tx2"/>
              </a:solidFill>
              <a:latin typeface="Avenir Book" panose="02000503020000020003" pitchFamily="2" charset="0"/>
            </a:endParaRPr>
          </a:p>
        </p:txBody>
      </p:sp>
      <p:sp>
        <p:nvSpPr>
          <p:cNvPr id="36" name="Freeform 35">
            <a:extLst>
              <a:ext uri="{FF2B5EF4-FFF2-40B4-BE49-F238E27FC236}">
                <a16:creationId xmlns:a16="http://schemas.microsoft.com/office/drawing/2014/main" id="{D7E1166C-8E23-8A4C-3DEF-EAF750307A16}"/>
              </a:ext>
            </a:extLst>
          </p:cNvPr>
          <p:cNvSpPr/>
          <p:nvPr/>
        </p:nvSpPr>
        <p:spPr>
          <a:xfrm>
            <a:off x="3365831" y="2193722"/>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Growth </a:t>
            </a:r>
          </a:p>
          <a:p>
            <a:pPr marL="0" lvl="0" indent="0" algn="ctr" defTabSz="889000">
              <a:lnSpc>
                <a:spcPct val="90000"/>
              </a:lnSpc>
              <a:spcBef>
                <a:spcPct val="0"/>
              </a:spcBef>
              <a:spcAft>
                <a:spcPct val="35000"/>
              </a:spcAft>
              <a:buNone/>
            </a:pPr>
            <a:r>
              <a:rPr lang="en-GB" sz="1200" kern="1200" dirty="0">
                <a:solidFill>
                  <a:schemeClr val="tx2"/>
                </a:solidFill>
                <a:latin typeface="Avenir Book" panose="02000503020000020003" pitchFamily="2" charset="0"/>
              </a:rPr>
              <a:t>(But don’t ignore)</a:t>
            </a:r>
          </a:p>
        </p:txBody>
      </p:sp>
      <p:sp>
        <p:nvSpPr>
          <p:cNvPr id="37" name="Freeform 36">
            <a:extLst>
              <a:ext uri="{FF2B5EF4-FFF2-40B4-BE49-F238E27FC236}">
                <a16:creationId xmlns:a16="http://schemas.microsoft.com/office/drawing/2014/main" id="{EC3E772D-C758-C82E-95A9-C35DBAFA87EE}"/>
              </a:ext>
            </a:extLst>
          </p:cNvPr>
          <p:cNvSpPr/>
          <p:nvPr/>
        </p:nvSpPr>
        <p:spPr>
          <a:xfrm>
            <a:off x="1254934" y="4217436"/>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Distraction</a:t>
            </a:r>
          </a:p>
        </p:txBody>
      </p:sp>
      <p:sp>
        <p:nvSpPr>
          <p:cNvPr id="38" name="Freeform 37">
            <a:extLst>
              <a:ext uri="{FF2B5EF4-FFF2-40B4-BE49-F238E27FC236}">
                <a16:creationId xmlns:a16="http://schemas.microsoft.com/office/drawing/2014/main" id="{62793ED9-98FE-FF63-494A-3148C1822B68}"/>
              </a:ext>
            </a:extLst>
          </p:cNvPr>
          <p:cNvSpPr/>
          <p:nvPr/>
        </p:nvSpPr>
        <p:spPr>
          <a:xfrm>
            <a:off x="3365831" y="4217435"/>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Waste</a:t>
            </a:r>
          </a:p>
        </p:txBody>
      </p:sp>
      <p:sp>
        <p:nvSpPr>
          <p:cNvPr id="39" name="TextBox 38">
            <a:extLst>
              <a:ext uri="{FF2B5EF4-FFF2-40B4-BE49-F238E27FC236}">
                <a16:creationId xmlns:a16="http://schemas.microsoft.com/office/drawing/2014/main" id="{E63D23E6-EB4B-750E-0146-BED0263D01B4}"/>
              </a:ext>
            </a:extLst>
          </p:cNvPr>
          <p:cNvSpPr txBox="1"/>
          <p:nvPr/>
        </p:nvSpPr>
        <p:spPr>
          <a:xfrm>
            <a:off x="1254934" y="3810000"/>
            <a:ext cx="1611136" cy="402294"/>
          </a:xfrm>
          <a:prstGeom prst="rect">
            <a:avLst/>
          </a:prstGeom>
          <a:noFill/>
          <a:ln>
            <a:noFill/>
          </a:ln>
        </p:spPr>
        <p:txBody>
          <a:bodyPr wrap="square" tIns="72000" bIns="72000" rtlCol="0" anchor="ctr">
            <a:noAutofit/>
          </a:bodyPr>
          <a:lstStyle/>
          <a:p>
            <a:pPr algn="ctr"/>
            <a:r>
              <a:rPr lang="en-US" sz="1400" b="1" spc="150" baseline="0" dirty="0">
                <a:solidFill>
                  <a:schemeClr val="bg1"/>
                </a:solidFill>
                <a:latin typeface="Avenir Book" panose="02000503020000020003" pitchFamily="2" charset="0"/>
              </a:rPr>
              <a:t>Urgent</a:t>
            </a:r>
          </a:p>
        </p:txBody>
      </p:sp>
      <p:sp>
        <p:nvSpPr>
          <p:cNvPr id="40" name="TextBox 39">
            <a:extLst>
              <a:ext uri="{FF2B5EF4-FFF2-40B4-BE49-F238E27FC236}">
                <a16:creationId xmlns:a16="http://schemas.microsoft.com/office/drawing/2014/main" id="{DE5DFF78-7FDF-19FA-02FC-896926B0D164}"/>
              </a:ext>
            </a:extLst>
          </p:cNvPr>
          <p:cNvSpPr txBox="1"/>
          <p:nvPr/>
        </p:nvSpPr>
        <p:spPr>
          <a:xfrm>
            <a:off x="3380345" y="3810000"/>
            <a:ext cx="1611136" cy="402294"/>
          </a:xfrm>
          <a:prstGeom prst="rect">
            <a:avLst/>
          </a:prstGeom>
          <a:noFill/>
          <a:ln>
            <a:noFill/>
          </a:ln>
        </p:spPr>
        <p:txBody>
          <a:bodyPr wrap="square" tIns="72000" bIns="72000" rtlCol="0" anchor="ctr">
            <a:noAutofit/>
          </a:bodyPr>
          <a:lstStyle/>
          <a:p>
            <a:pPr algn="ctr"/>
            <a:r>
              <a:rPr lang="en-US" sz="1400" b="1" spc="150" baseline="0" dirty="0">
                <a:solidFill>
                  <a:schemeClr val="bg1"/>
                </a:solidFill>
                <a:latin typeface="Avenir Book" panose="02000503020000020003" pitchFamily="2" charset="0"/>
              </a:rPr>
              <a:t>Not Urgent</a:t>
            </a:r>
          </a:p>
        </p:txBody>
      </p:sp>
      <p:sp>
        <p:nvSpPr>
          <p:cNvPr id="41" name="TextBox 40">
            <a:extLst>
              <a:ext uri="{FF2B5EF4-FFF2-40B4-BE49-F238E27FC236}">
                <a16:creationId xmlns:a16="http://schemas.microsoft.com/office/drawing/2014/main" id="{B1E7101B-BE4C-1D79-41C9-E391538D9E6F}"/>
              </a:ext>
            </a:extLst>
          </p:cNvPr>
          <p:cNvSpPr txBox="1"/>
          <p:nvPr/>
        </p:nvSpPr>
        <p:spPr>
          <a:xfrm rot="16200000">
            <a:off x="2317638" y="4853050"/>
            <a:ext cx="1611137" cy="339908"/>
          </a:xfrm>
          <a:prstGeom prst="rect">
            <a:avLst/>
          </a:prstGeom>
          <a:noFill/>
          <a:ln>
            <a:noFill/>
          </a:ln>
        </p:spPr>
        <p:txBody>
          <a:bodyPr wrap="square" tIns="72000" bIns="72000" rtlCol="0" anchor="b">
            <a:noAutofit/>
          </a:bodyPr>
          <a:lstStyle/>
          <a:p>
            <a:pPr algn="ctr"/>
            <a:r>
              <a:rPr lang="en-US" sz="1400" b="1" spc="150" baseline="0" dirty="0">
                <a:solidFill>
                  <a:schemeClr val="bg1"/>
                </a:solidFill>
                <a:latin typeface="Avenir Book" panose="02000503020000020003" pitchFamily="2" charset="0"/>
              </a:rPr>
              <a:t>Not Important</a:t>
            </a:r>
          </a:p>
        </p:txBody>
      </p:sp>
      <p:sp>
        <p:nvSpPr>
          <p:cNvPr id="42" name="TextBox 41">
            <a:extLst>
              <a:ext uri="{FF2B5EF4-FFF2-40B4-BE49-F238E27FC236}">
                <a16:creationId xmlns:a16="http://schemas.microsoft.com/office/drawing/2014/main" id="{DDB23B8A-3AE5-DAC9-45CE-C0BB5FDE7E68}"/>
              </a:ext>
            </a:extLst>
          </p:cNvPr>
          <p:cNvSpPr txBox="1"/>
          <p:nvPr/>
        </p:nvSpPr>
        <p:spPr>
          <a:xfrm rot="16200000">
            <a:off x="2317638" y="2829337"/>
            <a:ext cx="1611137" cy="339908"/>
          </a:xfrm>
          <a:prstGeom prst="rect">
            <a:avLst/>
          </a:prstGeom>
          <a:noFill/>
          <a:ln>
            <a:noFill/>
          </a:ln>
        </p:spPr>
        <p:txBody>
          <a:bodyPr wrap="square" tIns="72000" bIns="72000" rtlCol="0" anchor="b">
            <a:noAutofit/>
          </a:bodyPr>
          <a:lstStyle/>
          <a:p>
            <a:pPr algn="ctr"/>
            <a:r>
              <a:rPr lang="en-US" sz="1400" b="1" spc="150" baseline="0" dirty="0">
                <a:solidFill>
                  <a:schemeClr val="bg1"/>
                </a:solidFill>
                <a:latin typeface="Avenir Book" panose="02000503020000020003" pitchFamily="2" charset="0"/>
              </a:rPr>
              <a:t>Important</a:t>
            </a:r>
          </a:p>
        </p:txBody>
      </p:sp>
      <p:sp>
        <p:nvSpPr>
          <p:cNvPr id="43" name="TextBox 42">
            <a:extLst>
              <a:ext uri="{FF2B5EF4-FFF2-40B4-BE49-F238E27FC236}">
                <a16:creationId xmlns:a16="http://schemas.microsoft.com/office/drawing/2014/main" id="{64B07E84-EEDA-C4C0-7C5F-8280920904D2}"/>
              </a:ext>
            </a:extLst>
          </p:cNvPr>
          <p:cNvSpPr txBox="1"/>
          <p:nvPr/>
        </p:nvSpPr>
        <p:spPr>
          <a:xfrm>
            <a:off x="3834221" y="2217805"/>
            <a:ext cx="703384" cy="404370"/>
          </a:xfrm>
          <a:prstGeom prst="rect">
            <a:avLst/>
          </a:prstGeom>
          <a:noFill/>
          <a:ln>
            <a:noFill/>
          </a:ln>
        </p:spPr>
        <p:txBody>
          <a:bodyPr wrap="square" tIns="72000" bIns="72000" rtlCol="0">
            <a:noAutofit/>
          </a:bodyPr>
          <a:lstStyle/>
          <a:p>
            <a:pPr algn="ctr"/>
            <a:r>
              <a:rPr lang="en-US" spc="150" baseline="0" dirty="0">
                <a:solidFill>
                  <a:schemeClr val="tx2"/>
                </a:solidFill>
                <a:latin typeface="Avenir Book" panose="02000503020000020003" pitchFamily="2" charset="0"/>
              </a:rPr>
              <a:t>Q2</a:t>
            </a:r>
          </a:p>
        </p:txBody>
      </p:sp>
      <p:sp>
        <p:nvSpPr>
          <p:cNvPr id="44" name="TextBox 43">
            <a:extLst>
              <a:ext uri="{FF2B5EF4-FFF2-40B4-BE49-F238E27FC236}">
                <a16:creationId xmlns:a16="http://schemas.microsoft.com/office/drawing/2014/main" id="{D33765C3-0ABC-B6A0-7163-BBB9BA0B341C}"/>
              </a:ext>
            </a:extLst>
          </p:cNvPr>
          <p:cNvSpPr txBox="1"/>
          <p:nvPr/>
        </p:nvSpPr>
        <p:spPr>
          <a:xfrm>
            <a:off x="1714744" y="2217805"/>
            <a:ext cx="703384" cy="405863"/>
          </a:xfrm>
          <a:prstGeom prst="rect">
            <a:avLst/>
          </a:prstGeom>
          <a:noFill/>
          <a:ln>
            <a:noFill/>
          </a:ln>
        </p:spPr>
        <p:txBody>
          <a:bodyPr wrap="square" tIns="72000" bIns="72000" rtlCol="0">
            <a:noAutofit/>
          </a:bodyPr>
          <a:lstStyle/>
          <a:p>
            <a:pPr algn="ctr"/>
            <a:r>
              <a:rPr lang="en-US" spc="150" baseline="0" dirty="0">
                <a:solidFill>
                  <a:schemeClr val="tx2"/>
                </a:solidFill>
                <a:latin typeface="Avenir Book" panose="02000503020000020003" pitchFamily="2" charset="0"/>
              </a:rPr>
              <a:t>Q1</a:t>
            </a:r>
          </a:p>
        </p:txBody>
      </p:sp>
      <p:sp>
        <p:nvSpPr>
          <p:cNvPr id="45" name="TextBox 44">
            <a:extLst>
              <a:ext uri="{FF2B5EF4-FFF2-40B4-BE49-F238E27FC236}">
                <a16:creationId xmlns:a16="http://schemas.microsoft.com/office/drawing/2014/main" id="{E4F3FBD6-BE6E-41AF-9E9D-7231BC48006F}"/>
              </a:ext>
            </a:extLst>
          </p:cNvPr>
          <p:cNvSpPr txBox="1"/>
          <p:nvPr/>
        </p:nvSpPr>
        <p:spPr>
          <a:xfrm>
            <a:off x="3817923" y="5335682"/>
            <a:ext cx="703384" cy="447880"/>
          </a:xfrm>
          <a:prstGeom prst="rect">
            <a:avLst/>
          </a:prstGeom>
          <a:noFill/>
          <a:ln>
            <a:noFill/>
          </a:ln>
        </p:spPr>
        <p:txBody>
          <a:bodyPr wrap="square" tIns="72000" bIns="72000" rtlCol="0" anchor="b">
            <a:noAutofit/>
          </a:bodyPr>
          <a:lstStyle/>
          <a:p>
            <a:pPr algn="ctr"/>
            <a:r>
              <a:rPr lang="en-US" spc="150" baseline="0" dirty="0">
                <a:solidFill>
                  <a:schemeClr val="tx2"/>
                </a:solidFill>
                <a:latin typeface="Avenir Book" panose="02000503020000020003" pitchFamily="2" charset="0"/>
              </a:rPr>
              <a:t>Q4</a:t>
            </a:r>
          </a:p>
        </p:txBody>
      </p:sp>
      <p:sp>
        <p:nvSpPr>
          <p:cNvPr id="46" name="TextBox 45">
            <a:extLst>
              <a:ext uri="{FF2B5EF4-FFF2-40B4-BE49-F238E27FC236}">
                <a16:creationId xmlns:a16="http://schemas.microsoft.com/office/drawing/2014/main" id="{D88A090A-030D-C293-9F70-7F1EA706A840}"/>
              </a:ext>
            </a:extLst>
          </p:cNvPr>
          <p:cNvSpPr txBox="1"/>
          <p:nvPr/>
        </p:nvSpPr>
        <p:spPr>
          <a:xfrm>
            <a:off x="1714744" y="5335681"/>
            <a:ext cx="703384" cy="447880"/>
          </a:xfrm>
          <a:prstGeom prst="rect">
            <a:avLst/>
          </a:prstGeom>
          <a:noFill/>
          <a:ln>
            <a:noFill/>
          </a:ln>
        </p:spPr>
        <p:txBody>
          <a:bodyPr wrap="square" tIns="72000" bIns="72000" rtlCol="0" anchor="b">
            <a:noAutofit/>
          </a:bodyPr>
          <a:lstStyle/>
          <a:p>
            <a:pPr algn="ctr"/>
            <a:r>
              <a:rPr lang="en-US" spc="150" baseline="0" dirty="0">
                <a:solidFill>
                  <a:schemeClr val="tx2"/>
                </a:solidFill>
                <a:latin typeface="Avenir Book" panose="02000503020000020003" pitchFamily="2" charset="0"/>
              </a:rPr>
              <a:t>Q3</a:t>
            </a:r>
          </a:p>
        </p:txBody>
      </p:sp>
    </p:spTree>
    <p:extLst>
      <p:ext uri="{BB962C8B-B14F-4D97-AF65-F5344CB8AC3E}">
        <p14:creationId xmlns:p14="http://schemas.microsoft.com/office/powerpoint/2010/main" val="3687925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FC07B7-DDFD-D59A-655D-2DA022EA96AE}"/>
              </a:ext>
            </a:extLst>
          </p:cNvPr>
          <p:cNvSpPr>
            <a:spLocks noGrp="1"/>
          </p:cNvSpPr>
          <p:nvPr>
            <p:ph idx="1"/>
          </p:nvPr>
        </p:nvSpPr>
        <p:spPr/>
        <p:txBody>
          <a:bodyPr/>
          <a:lstStyle/>
          <a:p>
            <a:r>
              <a:rPr lang="en-US" dirty="0"/>
              <a:t>Where are you spending most time?</a:t>
            </a:r>
          </a:p>
          <a:p>
            <a:r>
              <a:rPr lang="en-US" dirty="0"/>
              <a:t>Are you happy with the way you are spending your time?</a:t>
            </a:r>
          </a:p>
          <a:p>
            <a:r>
              <a:rPr lang="en-US" dirty="0"/>
              <a:t>Are you investing sufficient time for Important but Not Urgent Tasks, such as:</a:t>
            </a:r>
          </a:p>
          <a:p>
            <a:pPr>
              <a:buFontTx/>
              <a:buChar char="-"/>
            </a:pPr>
            <a:r>
              <a:rPr lang="en-US" dirty="0"/>
              <a:t>Building relationships</a:t>
            </a:r>
          </a:p>
          <a:p>
            <a:pPr>
              <a:buFontTx/>
              <a:buChar char="-"/>
            </a:pPr>
            <a:r>
              <a:rPr lang="en-US" dirty="0"/>
              <a:t>Plans to reduce Q1 and Q2 in the future</a:t>
            </a:r>
          </a:p>
          <a:p>
            <a:pPr marL="0" indent="0"/>
            <a:r>
              <a:rPr lang="en-US" dirty="0"/>
              <a:t>What changes do you want to start making to the way you prioritize?</a:t>
            </a:r>
          </a:p>
          <a:p>
            <a:pPr>
              <a:buFontTx/>
              <a:buChar char="-"/>
            </a:pPr>
            <a:endParaRPr lang="en-US" dirty="0"/>
          </a:p>
        </p:txBody>
      </p:sp>
      <p:sp>
        <p:nvSpPr>
          <p:cNvPr id="4" name="Content Placeholder 3">
            <a:extLst>
              <a:ext uri="{FF2B5EF4-FFF2-40B4-BE49-F238E27FC236}">
                <a16:creationId xmlns:a16="http://schemas.microsoft.com/office/drawing/2014/main" id="{18EE2959-51A4-A205-E24D-B5B88BDA8ECD}"/>
              </a:ext>
            </a:extLst>
          </p:cNvPr>
          <p:cNvSpPr>
            <a:spLocks noGrp="1"/>
          </p:cNvSpPr>
          <p:nvPr>
            <p:ph sz="quarter" idx="10"/>
          </p:nvPr>
        </p:nvSpPr>
        <p:spPr/>
        <p:txBody>
          <a:bodyPr/>
          <a:lstStyle/>
          <a:p>
            <a:r>
              <a:rPr lang="en-US" dirty="0"/>
              <a:t>Questions to Ponder</a:t>
            </a:r>
          </a:p>
        </p:txBody>
      </p:sp>
      <p:sp>
        <p:nvSpPr>
          <p:cNvPr id="2" name="Slide Number Placeholder 1">
            <a:extLst>
              <a:ext uri="{FF2B5EF4-FFF2-40B4-BE49-F238E27FC236}">
                <a16:creationId xmlns:a16="http://schemas.microsoft.com/office/drawing/2014/main" id="{16C3163E-CCE2-A79F-7B10-372D400E0CF7}"/>
              </a:ext>
            </a:extLst>
          </p:cNvPr>
          <p:cNvSpPr>
            <a:spLocks noGrp="1"/>
          </p:cNvSpPr>
          <p:nvPr>
            <p:ph type="sldNum" sz="quarter" idx="4"/>
          </p:nvPr>
        </p:nvSpPr>
        <p:spPr/>
        <p:txBody>
          <a:bodyPr/>
          <a:lstStyle/>
          <a:p>
            <a:fld id="{614D22B9-C88A-F74D-986E-88AF5B093992}" type="slidenum">
              <a:rPr lang="en-US" altLang="en-US" smtClean="0"/>
              <a:pPr/>
              <a:t>16</a:t>
            </a:fld>
            <a:endParaRPr lang="en-US" altLang="en-US"/>
          </a:p>
        </p:txBody>
      </p:sp>
    </p:spTree>
    <p:extLst>
      <p:ext uri="{BB962C8B-B14F-4D97-AF65-F5344CB8AC3E}">
        <p14:creationId xmlns:p14="http://schemas.microsoft.com/office/powerpoint/2010/main" val="2644135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BFBEC32-0422-92E0-B294-16B6E0540E34}"/>
              </a:ext>
            </a:extLst>
          </p:cNvPr>
          <p:cNvSpPr>
            <a:spLocks noGrp="1"/>
          </p:cNvSpPr>
          <p:nvPr>
            <p:ph sz="quarter" idx="10"/>
          </p:nvPr>
        </p:nvSpPr>
        <p:spPr/>
        <p:txBody>
          <a:bodyPr/>
          <a:lstStyle/>
          <a:p>
            <a:r>
              <a:rPr lang="en-US" dirty="0"/>
              <a:t>Mapping Stakeholders</a:t>
            </a:r>
          </a:p>
        </p:txBody>
      </p:sp>
    </p:spTree>
    <p:extLst>
      <p:ext uri="{BB962C8B-B14F-4D97-AF65-F5344CB8AC3E}">
        <p14:creationId xmlns:p14="http://schemas.microsoft.com/office/powerpoint/2010/main" val="3190222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4CFC36-F8BF-FD83-89F6-AD333C865B55}"/>
              </a:ext>
            </a:extLst>
          </p:cNvPr>
          <p:cNvSpPr>
            <a:spLocks noGrp="1"/>
          </p:cNvSpPr>
          <p:nvPr>
            <p:ph sz="quarter" idx="10"/>
          </p:nvPr>
        </p:nvSpPr>
        <p:spPr/>
        <p:txBody>
          <a:bodyPr/>
          <a:lstStyle/>
          <a:p>
            <a:r>
              <a:rPr lang="en-US" dirty="0"/>
              <a:t>Interest Vs Influence</a:t>
            </a:r>
          </a:p>
        </p:txBody>
      </p:sp>
      <p:sp>
        <p:nvSpPr>
          <p:cNvPr id="3" name="Freeform 2">
            <a:extLst>
              <a:ext uri="{FF2B5EF4-FFF2-40B4-BE49-F238E27FC236}">
                <a16:creationId xmlns:a16="http://schemas.microsoft.com/office/drawing/2014/main" id="{BE95A11F-5AA9-A270-7EC7-D2A1084E6E9C}"/>
              </a:ext>
            </a:extLst>
          </p:cNvPr>
          <p:cNvSpPr/>
          <p:nvPr/>
        </p:nvSpPr>
        <p:spPr>
          <a:xfrm>
            <a:off x="4292594"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Keep Satisfied</a:t>
            </a:r>
          </a:p>
        </p:txBody>
      </p:sp>
      <p:sp>
        <p:nvSpPr>
          <p:cNvPr id="4" name="Freeform 3">
            <a:extLst>
              <a:ext uri="{FF2B5EF4-FFF2-40B4-BE49-F238E27FC236}">
                <a16:creationId xmlns:a16="http://schemas.microsoft.com/office/drawing/2014/main" id="{D3CEEB71-CABC-FB56-F1F8-DD5929303971}"/>
              </a:ext>
            </a:extLst>
          </p:cNvPr>
          <p:cNvSpPr/>
          <p:nvPr/>
        </p:nvSpPr>
        <p:spPr>
          <a:xfrm>
            <a:off x="6258351"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Manage Closely</a:t>
            </a:r>
          </a:p>
        </p:txBody>
      </p:sp>
      <p:sp>
        <p:nvSpPr>
          <p:cNvPr id="5" name="Freeform 4">
            <a:extLst>
              <a:ext uri="{FF2B5EF4-FFF2-40B4-BE49-F238E27FC236}">
                <a16:creationId xmlns:a16="http://schemas.microsoft.com/office/drawing/2014/main" id="{DA4A7B47-73ED-38B7-8A22-BAB070DE16E5}"/>
              </a:ext>
            </a:extLst>
          </p:cNvPr>
          <p:cNvSpPr/>
          <p:nvPr/>
        </p:nvSpPr>
        <p:spPr>
          <a:xfrm>
            <a:off x="4292594" y="392291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Monitor</a:t>
            </a:r>
          </a:p>
        </p:txBody>
      </p:sp>
      <p:sp>
        <p:nvSpPr>
          <p:cNvPr id="6" name="Freeform 5">
            <a:extLst>
              <a:ext uri="{FF2B5EF4-FFF2-40B4-BE49-F238E27FC236}">
                <a16:creationId xmlns:a16="http://schemas.microsoft.com/office/drawing/2014/main" id="{C44E877D-46AA-13D3-C274-FAF63FFEDCFF}"/>
              </a:ext>
            </a:extLst>
          </p:cNvPr>
          <p:cNvSpPr/>
          <p:nvPr/>
        </p:nvSpPr>
        <p:spPr>
          <a:xfrm>
            <a:off x="6258351" y="3922910"/>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r>
              <a:rPr lang="en-GB" kern="1200" dirty="0">
                <a:solidFill>
                  <a:schemeClr val="tx2"/>
                </a:solidFill>
                <a:latin typeface="Avenir Book" panose="02000503020000020003" pitchFamily="2" charset="0"/>
              </a:rPr>
              <a:t>Keep Informed</a:t>
            </a:r>
          </a:p>
        </p:txBody>
      </p:sp>
      <p:sp>
        <p:nvSpPr>
          <p:cNvPr id="7" name="TextBox 6">
            <a:extLst>
              <a:ext uri="{FF2B5EF4-FFF2-40B4-BE49-F238E27FC236}">
                <a16:creationId xmlns:a16="http://schemas.microsoft.com/office/drawing/2014/main" id="{12D4E5B0-1ADE-19A1-E30C-76DE7D9F3C94}"/>
              </a:ext>
            </a:extLst>
          </p:cNvPr>
          <p:cNvSpPr txBox="1"/>
          <p:nvPr/>
        </p:nvSpPr>
        <p:spPr>
          <a:xfrm>
            <a:off x="4292594" y="5745231"/>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Low Interest</a:t>
            </a:r>
          </a:p>
        </p:txBody>
      </p:sp>
      <p:sp>
        <p:nvSpPr>
          <p:cNvPr id="8" name="TextBox 7">
            <a:extLst>
              <a:ext uri="{FF2B5EF4-FFF2-40B4-BE49-F238E27FC236}">
                <a16:creationId xmlns:a16="http://schemas.microsoft.com/office/drawing/2014/main" id="{37B23CEA-B854-404D-E72B-95085DFCE4E2}"/>
              </a:ext>
            </a:extLst>
          </p:cNvPr>
          <p:cNvSpPr txBox="1"/>
          <p:nvPr/>
        </p:nvSpPr>
        <p:spPr>
          <a:xfrm>
            <a:off x="6258351" y="5747952"/>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High Interest</a:t>
            </a:r>
          </a:p>
        </p:txBody>
      </p:sp>
      <p:sp>
        <p:nvSpPr>
          <p:cNvPr id="9" name="TextBox 8">
            <a:extLst>
              <a:ext uri="{FF2B5EF4-FFF2-40B4-BE49-F238E27FC236}">
                <a16:creationId xmlns:a16="http://schemas.microsoft.com/office/drawing/2014/main" id="{2404AE4E-7511-B0F2-41B0-6CF95BEEE379}"/>
              </a:ext>
            </a:extLst>
          </p:cNvPr>
          <p:cNvSpPr txBox="1"/>
          <p:nvPr/>
        </p:nvSpPr>
        <p:spPr>
          <a:xfrm rot="16200000">
            <a:off x="3046500" y="4525279"/>
            <a:ext cx="1484555" cy="406397"/>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Low Influence</a:t>
            </a:r>
          </a:p>
        </p:txBody>
      </p:sp>
      <p:sp>
        <p:nvSpPr>
          <p:cNvPr id="10" name="TextBox 9">
            <a:extLst>
              <a:ext uri="{FF2B5EF4-FFF2-40B4-BE49-F238E27FC236}">
                <a16:creationId xmlns:a16="http://schemas.microsoft.com/office/drawing/2014/main" id="{882415D7-094D-9F51-C979-71B8958AB7A2}"/>
              </a:ext>
            </a:extLst>
          </p:cNvPr>
          <p:cNvSpPr txBox="1"/>
          <p:nvPr/>
        </p:nvSpPr>
        <p:spPr>
          <a:xfrm rot="16200000">
            <a:off x="2979030" y="2733790"/>
            <a:ext cx="1611137" cy="406396"/>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High Influence</a:t>
            </a:r>
          </a:p>
        </p:txBody>
      </p:sp>
      <p:cxnSp>
        <p:nvCxnSpPr>
          <p:cNvPr id="11" name="Straight Arrow Connector 10">
            <a:extLst>
              <a:ext uri="{FF2B5EF4-FFF2-40B4-BE49-F238E27FC236}">
                <a16:creationId xmlns:a16="http://schemas.microsoft.com/office/drawing/2014/main" id="{88947765-48A3-9A6E-EFED-CDC665DC2EB9}"/>
              </a:ext>
            </a:extLst>
          </p:cNvPr>
          <p:cNvCxnSpPr>
            <a:cxnSpLocks/>
          </p:cNvCxnSpPr>
          <p:nvPr/>
        </p:nvCxnSpPr>
        <p:spPr>
          <a:xfrm>
            <a:off x="4066086" y="5725743"/>
            <a:ext cx="4367262" cy="0"/>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B767535-D9DF-FB1D-E074-4C308AA11C51}"/>
              </a:ext>
            </a:extLst>
          </p:cNvPr>
          <p:cNvCxnSpPr>
            <a:cxnSpLocks/>
          </p:cNvCxnSpPr>
          <p:nvPr/>
        </p:nvCxnSpPr>
        <p:spPr>
          <a:xfrm flipV="1">
            <a:off x="4089395" y="1798415"/>
            <a:ext cx="0" cy="3927328"/>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77BB5114-54E8-DA5E-8C2E-2852426F3527}"/>
              </a:ext>
            </a:extLst>
          </p:cNvPr>
          <p:cNvSpPr>
            <a:spLocks noGrp="1"/>
          </p:cNvSpPr>
          <p:nvPr>
            <p:ph type="sldNum" sz="quarter" idx="4"/>
          </p:nvPr>
        </p:nvSpPr>
        <p:spPr/>
        <p:txBody>
          <a:bodyPr/>
          <a:lstStyle/>
          <a:p>
            <a:fld id="{614D22B9-C88A-F74D-986E-88AF5B093992}" type="slidenum">
              <a:rPr lang="en-US" altLang="en-US" smtClean="0"/>
              <a:pPr/>
              <a:t>18</a:t>
            </a:fld>
            <a:endParaRPr lang="en-US" altLang="en-US"/>
          </a:p>
        </p:txBody>
      </p:sp>
    </p:spTree>
    <p:extLst>
      <p:ext uri="{BB962C8B-B14F-4D97-AF65-F5344CB8AC3E}">
        <p14:creationId xmlns:p14="http://schemas.microsoft.com/office/powerpoint/2010/main" val="2719943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A3A24B-C0DE-0FF8-40DC-6294796BA34F}"/>
              </a:ext>
            </a:extLst>
          </p:cNvPr>
          <p:cNvSpPr>
            <a:spLocks noGrp="1"/>
          </p:cNvSpPr>
          <p:nvPr>
            <p:ph sz="quarter" idx="10"/>
          </p:nvPr>
        </p:nvSpPr>
        <p:spPr/>
        <p:txBody>
          <a:bodyPr/>
          <a:lstStyle/>
          <a:p>
            <a:r>
              <a:rPr lang="en-US" dirty="0"/>
              <a:t>Case Study – Breakout Rooms</a:t>
            </a:r>
          </a:p>
        </p:txBody>
      </p:sp>
    </p:spTree>
    <p:extLst>
      <p:ext uri="{BB962C8B-B14F-4D97-AF65-F5344CB8AC3E}">
        <p14:creationId xmlns:p14="http://schemas.microsoft.com/office/powerpoint/2010/main" val="2998439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3D18B9-6541-7C5F-39ED-2EF820DB1D82}"/>
              </a:ext>
            </a:extLst>
          </p:cNvPr>
          <p:cNvSpPr>
            <a:spLocks noGrp="1"/>
          </p:cNvSpPr>
          <p:nvPr>
            <p:ph idx="1"/>
          </p:nvPr>
        </p:nvSpPr>
        <p:spPr/>
        <p:txBody>
          <a:bodyPr/>
          <a:lstStyle/>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It was a Thursday afternoon in June 2017 and Jai, a Principal Product Manager with </a:t>
            </a:r>
            <a:r>
              <a:rPr lang="en-IN" sz="1800" dirty="0" err="1">
                <a:effectLst/>
                <a:latin typeface="Avenir Book" panose="02000503020000020003" pitchFamily="2" charset="0"/>
                <a:ea typeface="Calibri" panose="020F0502020204030204" pitchFamily="34" charset="0"/>
                <a:cs typeface="Calibri" panose="020F0502020204030204" pitchFamily="34" charset="0"/>
              </a:rPr>
              <a:t>GlobalTravel</a:t>
            </a:r>
            <a:r>
              <a:rPr lang="en-IN" sz="1800" dirty="0">
                <a:effectLst/>
                <a:latin typeface="Avenir Book" panose="02000503020000020003" pitchFamily="2" charset="0"/>
                <a:ea typeface="Calibri" panose="020F0502020204030204" pitchFamily="34" charset="0"/>
                <a:cs typeface="Calibri" panose="020F0502020204030204" pitchFamily="34" charset="0"/>
              </a:rPr>
              <a:t> (GT), had just gotten off his monthly call with the SNCB Team. What the SNCB team communicated to him on the call had him worried. </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SNCB operates the rail network in Belgium, Netherlands &amp; Luxembourg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They had an API based platform which GT had integrated with. SNCB was planning to upgrade their APIs in Jan 2018 and if GT didn’t upgrade to the latest APIs by Dec 2018, GT would lose access to the SNCB content.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GT had 2 multi-national customers  in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 AB Consulting (ABC) and EM Energy (EME). While the business from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for these 2 customers was not large, ABC and EME were 2 of GTs top 5 customers globally.</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Jai’s gut feel was that this upgrade would be expensive. His plan was to launch UK Rail in 2018, something he had promised the UK team in 2016. An expensive SNCB upgrade in 2018 would mean that he would need to postpone the UK Rail work to 2019.</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5F2225F3-E398-9DA8-7817-98938951A8A8}"/>
              </a:ext>
            </a:extLst>
          </p:cNvPr>
          <p:cNvSpPr>
            <a:spLocks noGrp="1"/>
          </p:cNvSpPr>
          <p:nvPr>
            <p:ph sz="quarter" idx="10"/>
          </p:nvPr>
        </p:nvSpPr>
        <p:spPr/>
        <p:txBody>
          <a:bodyPr/>
          <a:lstStyle/>
          <a:p>
            <a:r>
              <a:rPr lang="en-US" dirty="0"/>
              <a:t>Situation</a:t>
            </a:r>
          </a:p>
        </p:txBody>
      </p:sp>
      <p:sp>
        <p:nvSpPr>
          <p:cNvPr id="2" name="Slide Number Placeholder 1">
            <a:extLst>
              <a:ext uri="{FF2B5EF4-FFF2-40B4-BE49-F238E27FC236}">
                <a16:creationId xmlns:a16="http://schemas.microsoft.com/office/drawing/2014/main" id="{06F43940-C736-37BA-A932-242C2C90FABF}"/>
              </a:ext>
            </a:extLst>
          </p:cNvPr>
          <p:cNvSpPr>
            <a:spLocks noGrp="1"/>
          </p:cNvSpPr>
          <p:nvPr>
            <p:ph type="sldNum" sz="quarter" idx="4"/>
          </p:nvPr>
        </p:nvSpPr>
        <p:spPr/>
        <p:txBody>
          <a:bodyPr/>
          <a:lstStyle/>
          <a:p>
            <a:fld id="{614D22B9-C88A-F74D-986E-88AF5B093992}" type="slidenum">
              <a:rPr lang="en-US" altLang="en-US" smtClean="0"/>
              <a:pPr/>
              <a:t>20</a:t>
            </a:fld>
            <a:endParaRPr lang="en-US" altLang="en-US"/>
          </a:p>
        </p:txBody>
      </p:sp>
    </p:spTree>
    <p:extLst>
      <p:ext uri="{BB962C8B-B14F-4D97-AF65-F5344CB8AC3E}">
        <p14:creationId xmlns:p14="http://schemas.microsoft.com/office/powerpoint/2010/main" val="303049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3FD155-D64D-64E2-701A-ED641B0B4F0E}"/>
              </a:ext>
            </a:extLst>
          </p:cNvPr>
          <p:cNvSpPr>
            <a:spLocks noGrp="1"/>
          </p:cNvSpPr>
          <p:nvPr>
            <p:ph idx="1"/>
          </p:nvPr>
        </p:nvSpPr>
        <p:spPr/>
        <p:txBody>
          <a:bodyPr/>
          <a:lstStyle/>
          <a:p>
            <a:pPr marL="0" marR="0">
              <a:lnSpc>
                <a:spcPct val="115000"/>
              </a:lnSpc>
              <a:spcBef>
                <a:spcPts val="600"/>
              </a:spcBef>
              <a:spcAft>
                <a:spcPts val="600"/>
              </a:spcAft>
            </a:pPr>
            <a:r>
              <a:rPr lang="en-IN" sz="1800" dirty="0" err="1">
                <a:effectLst/>
                <a:latin typeface="Avenir Book" panose="02000503020000020003" pitchFamily="2" charset="0"/>
                <a:ea typeface="Calibri" panose="020F0502020204030204" pitchFamily="34" charset="0"/>
                <a:cs typeface="Calibri" panose="020F0502020204030204" pitchFamily="34" charset="0"/>
              </a:rPr>
              <a:t>GlobalTravel</a:t>
            </a:r>
            <a:r>
              <a:rPr lang="en-IN" sz="1800" dirty="0">
                <a:effectLst/>
                <a:latin typeface="Avenir Book" panose="02000503020000020003" pitchFamily="2" charset="0"/>
                <a:ea typeface="Calibri" panose="020F0502020204030204" pitchFamily="34" charset="0"/>
                <a:cs typeface="Calibri" panose="020F0502020204030204" pitchFamily="34" charset="0"/>
              </a:rPr>
              <a:t> (GT) is a corporate travel booking tool used by ~70% of the Fortune 200 in the US market. GT was launched in 1997 in the early days of the internet. </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Once a corporation signs up with GT: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60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Their travel managers can set up their travel policies (for example eligibility for business class travel based on flight duration/ designation)</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Their employees get access to GT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Employees can search for and book their own travel – air/ rail/ hotel/ rental car</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60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Travel self-service saves the corporation about $7.50 per booking</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0"/>
              </a:spcBef>
              <a:spcAft>
                <a:spcPts val="1000"/>
              </a:spcAft>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Jai as a Principal Product Manager with GT is responsible for the Hotel and Rail portfolios. Jai has been with GT since Dec 2013.</a:t>
            </a:r>
            <a:endParaRPr lang="en-US" sz="1800" dirty="0">
              <a:effectLst/>
              <a:latin typeface="Calibri" panose="020F0502020204030204" pitchFamily="34" charset="0"/>
              <a:ea typeface="Calibri" panose="020F0502020204030204" pitchFamily="34" charset="0"/>
            </a:endParaRPr>
          </a:p>
        </p:txBody>
      </p:sp>
      <p:sp>
        <p:nvSpPr>
          <p:cNvPr id="3" name="Content Placeholder 2">
            <a:extLst>
              <a:ext uri="{FF2B5EF4-FFF2-40B4-BE49-F238E27FC236}">
                <a16:creationId xmlns:a16="http://schemas.microsoft.com/office/drawing/2014/main" id="{B2110C56-A0C8-0855-E8F3-8AD1976A8EB0}"/>
              </a:ext>
            </a:extLst>
          </p:cNvPr>
          <p:cNvSpPr>
            <a:spLocks noGrp="1"/>
          </p:cNvSpPr>
          <p:nvPr>
            <p:ph sz="quarter" idx="10"/>
          </p:nvPr>
        </p:nvSpPr>
        <p:spPr/>
        <p:txBody>
          <a:bodyPr/>
          <a:lstStyle/>
          <a:p>
            <a:r>
              <a:rPr lang="en-US" dirty="0" err="1"/>
              <a:t>GlobalTravel</a:t>
            </a:r>
            <a:r>
              <a:rPr lang="en-US" dirty="0"/>
              <a:t> Company Background</a:t>
            </a:r>
          </a:p>
        </p:txBody>
      </p:sp>
      <p:sp>
        <p:nvSpPr>
          <p:cNvPr id="4" name="Slide Number Placeholder 3">
            <a:extLst>
              <a:ext uri="{FF2B5EF4-FFF2-40B4-BE49-F238E27FC236}">
                <a16:creationId xmlns:a16="http://schemas.microsoft.com/office/drawing/2014/main" id="{B228B91D-E090-E097-D749-FE03B034DA59}"/>
              </a:ext>
            </a:extLst>
          </p:cNvPr>
          <p:cNvSpPr>
            <a:spLocks noGrp="1"/>
          </p:cNvSpPr>
          <p:nvPr>
            <p:ph type="sldNum" sz="quarter" idx="4"/>
          </p:nvPr>
        </p:nvSpPr>
        <p:spPr/>
        <p:txBody>
          <a:bodyPr/>
          <a:lstStyle/>
          <a:p>
            <a:fld id="{614D22B9-C88A-F74D-986E-88AF5B093992}" type="slidenum">
              <a:rPr lang="en-US" altLang="en-US" smtClean="0"/>
              <a:pPr/>
              <a:t>21</a:t>
            </a:fld>
            <a:endParaRPr lang="en-US" altLang="en-US"/>
          </a:p>
        </p:txBody>
      </p:sp>
    </p:spTree>
    <p:extLst>
      <p:ext uri="{BB962C8B-B14F-4D97-AF65-F5344CB8AC3E}">
        <p14:creationId xmlns:p14="http://schemas.microsoft.com/office/powerpoint/2010/main" val="1080664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E6A0C5-61F2-B5C1-FFCD-85BFECBEE67A}"/>
              </a:ext>
            </a:extLst>
          </p:cNvPr>
          <p:cNvSpPr>
            <a:spLocks noGrp="1"/>
          </p:cNvSpPr>
          <p:nvPr>
            <p:ph idx="1"/>
          </p:nvPr>
        </p:nvSpPr>
        <p:spPr/>
        <p:txBody>
          <a:bodyPr/>
          <a:lstStyle/>
          <a:p>
            <a:pPr marL="0">
              <a:lnSpc>
                <a:spcPct val="115000"/>
              </a:lnSpc>
              <a:spcBef>
                <a:spcPts val="600"/>
              </a:spcBef>
              <a:spcAft>
                <a:spcPts val="600"/>
              </a:spcAft>
            </a:pPr>
            <a:r>
              <a:rPr lang="en-IN" sz="1800" dirty="0">
                <a:latin typeface="Avenir Book" panose="02000503020000020003" pitchFamily="2" charset="0"/>
                <a:cs typeface="Calibri" panose="020F0502020204030204" pitchFamily="34" charset="0"/>
              </a:rPr>
              <a:t>GT had expanded into Europe in 2012 as one of their largest customers in the US, AB Consulting, wanted their European operations also to be serviced by GT. As part of this, GT had integrated with various rail operators in Europe such as SNCF (France) and SNCB (</a:t>
            </a:r>
            <a:r>
              <a:rPr lang="en-IN" sz="1800" dirty="0" err="1">
                <a:latin typeface="Avenir Book" panose="02000503020000020003" pitchFamily="2" charset="0"/>
                <a:cs typeface="Calibri" panose="020F0502020204030204" pitchFamily="34" charset="0"/>
              </a:rPr>
              <a:t>BeNeLux</a:t>
            </a:r>
            <a:r>
              <a:rPr lang="en-IN" sz="1800" dirty="0">
                <a:latin typeface="Avenir Book" panose="02000503020000020003" pitchFamily="2" charset="0"/>
                <a:cs typeface="Calibri" panose="020F0502020204030204" pitchFamily="34" charset="0"/>
              </a:rPr>
              <a:t>) in early 2013.</a:t>
            </a:r>
            <a:endParaRPr lang="en-US" sz="1800" dirty="0">
              <a:latin typeface="Avenir Book" panose="02000503020000020003" pitchFamily="2" charset="0"/>
              <a:cs typeface="Calibri" panose="020F0502020204030204" pitchFamily="34" charset="0"/>
            </a:endParaRPr>
          </a:p>
          <a:p>
            <a:pPr marL="0">
              <a:lnSpc>
                <a:spcPct val="115000"/>
              </a:lnSpc>
              <a:spcBef>
                <a:spcPts val="600"/>
              </a:spcBef>
              <a:spcAft>
                <a:spcPts val="600"/>
              </a:spcAft>
            </a:pPr>
            <a:r>
              <a:rPr lang="en-IN" sz="1800" dirty="0">
                <a:latin typeface="Avenir Book" panose="02000503020000020003" pitchFamily="2" charset="0"/>
                <a:cs typeface="Calibri" panose="020F0502020204030204" pitchFamily="34" charset="0"/>
              </a:rPr>
              <a:t>The key customers using Belgium rail are AB Consulting and EM Energy. GT had invested over $300k for the integration 2013. The revenue from Belgium Rail is $40k per year.</a:t>
            </a:r>
            <a:endParaRPr lang="en-US" sz="1800" dirty="0">
              <a:latin typeface="Avenir Book" panose="02000503020000020003" pitchFamily="2" charset="0"/>
              <a:cs typeface="Calibri" panose="020F0502020204030204" pitchFamily="34" charset="0"/>
            </a:endParaRPr>
          </a:p>
        </p:txBody>
      </p:sp>
      <p:sp>
        <p:nvSpPr>
          <p:cNvPr id="3" name="Content Placeholder 2">
            <a:extLst>
              <a:ext uri="{FF2B5EF4-FFF2-40B4-BE49-F238E27FC236}">
                <a16:creationId xmlns:a16="http://schemas.microsoft.com/office/drawing/2014/main" id="{BDF09F74-7555-60CF-F935-832CD79FDA86}"/>
              </a:ext>
            </a:extLst>
          </p:cNvPr>
          <p:cNvSpPr>
            <a:spLocks noGrp="1"/>
          </p:cNvSpPr>
          <p:nvPr>
            <p:ph sz="quarter" idx="10"/>
          </p:nvPr>
        </p:nvSpPr>
        <p:spPr/>
        <p:txBody>
          <a:bodyPr/>
          <a:lstStyle/>
          <a:p>
            <a:r>
              <a:rPr lang="en-US" dirty="0"/>
              <a:t>GT European Operations Background</a:t>
            </a:r>
          </a:p>
        </p:txBody>
      </p:sp>
      <p:sp>
        <p:nvSpPr>
          <p:cNvPr id="4" name="Slide Number Placeholder 3">
            <a:extLst>
              <a:ext uri="{FF2B5EF4-FFF2-40B4-BE49-F238E27FC236}">
                <a16:creationId xmlns:a16="http://schemas.microsoft.com/office/drawing/2014/main" id="{BAB70D20-39CE-4819-62AC-FC6F60544410}"/>
              </a:ext>
            </a:extLst>
          </p:cNvPr>
          <p:cNvSpPr>
            <a:spLocks noGrp="1"/>
          </p:cNvSpPr>
          <p:nvPr>
            <p:ph type="sldNum" sz="quarter" idx="4"/>
          </p:nvPr>
        </p:nvSpPr>
        <p:spPr/>
        <p:txBody>
          <a:bodyPr/>
          <a:lstStyle/>
          <a:p>
            <a:fld id="{614D22B9-C88A-F74D-986E-88AF5B093992}" type="slidenum">
              <a:rPr lang="en-US" altLang="en-US" smtClean="0"/>
              <a:pPr/>
              <a:t>22</a:t>
            </a:fld>
            <a:endParaRPr lang="en-US" altLang="en-US"/>
          </a:p>
        </p:txBody>
      </p:sp>
    </p:spTree>
    <p:extLst>
      <p:ext uri="{BB962C8B-B14F-4D97-AF65-F5344CB8AC3E}">
        <p14:creationId xmlns:p14="http://schemas.microsoft.com/office/powerpoint/2010/main" val="1151640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1EBD-99CD-32CA-D409-C99FFB34B2CD}"/>
              </a:ext>
            </a:extLst>
          </p:cNvPr>
          <p:cNvSpPr>
            <a:spLocks noGrp="1"/>
          </p:cNvSpPr>
          <p:nvPr>
            <p:ph sz="quarter" idx="10"/>
          </p:nvPr>
        </p:nvSpPr>
        <p:spPr/>
        <p:txBody>
          <a:bodyPr/>
          <a:lstStyle/>
          <a:p>
            <a:r>
              <a:rPr lang="en-US" dirty="0"/>
              <a:t>GT Org Structure</a:t>
            </a:r>
          </a:p>
        </p:txBody>
      </p:sp>
      <p:graphicFrame>
        <p:nvGraphicFramePr>
          <p:cNvPr id="9" name="Content Placeholder 8">
            <a:extLst>
              <a:ext uri="{FF2B5EF4-FFF2-40B4-BE49-F238E27FC236}">
                <a16:creationId xmlns:a16="http://schemas.microsoft.com/office/drawing/2014/main" id="{D7A1AE31-D667-1BF3-F00E-4952BBAD3045}"/>
              </a:ext>
            </a:extLst>
          </p:cNvPr>
          <p:cNvGraphicFramePr>
            <a:graphicFrameLocks noGrp="1"/>
          </p:cNvGraphicFramePr>
          <p:nvPr>
            <p:ph idx="1"/>
            <p:extLst>
              <p:ext uri="{D42A27DB-BD31-4B8C-83A1-F6EECF244321}">
                <p14:modId xmlns:p14="http://schemas.microsoft.com/office/powerpoint/2010/main" val="1430020284"/>
              </p:ext>
            </p:extLst>
          </p:nvPr>
        </p:nvGraphicFramePr>
        <p:xfrm>
          <a:off x="279400" y="1442592"/>
          <a:ext cx="5689600" cy="4138803"/>
        </p:xfrm>
        <a:graphic>
          <a:graphicData uri="http://schemas.openxmlformats.org/drawingml/2006/table">
            <a:tbl>
              <a:tblPr firstRow="1" firstCol="1" bandRow="1">
                <a:tableStyleId>{5C22544A-7EE6-4342-B048-85BDC9FD1C3A}</a:tableStyleId>
              </a:tblPr>
              <a:tblGrid>
                <a:gridCol w="1270000">
                  <a:extLst>
                    <a:ext uri="{9D8B030D-6E8A-4147-A177-3AD203B41FA5}">
                      <a16:colId xmlns:a16="http://schemas.microsoft.com/office/drawing/2014/main" val="4109152578"/>
                    </a:ext>
                  </a:extLst>
                </a:gridCol>
                <a:gridCol w="4419600">
                  <a:extLst>
                    <a:ext uri="{9D8B030D-6E8A-4147-A177-3AD203B41FA5}">
                      <a16:colId xmlns:a16="http://schemas.microsoft.com/office/drawing/2014/main" val="2218397721"/>
                    </a:ext>
                  </a:extLst>
                </a:gridCol>
              </a:tblGrid>
              <a:tr h="289494">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Name/ Role/ Location</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Notes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762859"/>
                  </a:ext>
                </a:extLst>
              </a:tr>
              <a:tr h="320106">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Jai - Principal PM</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Bangalore</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Product Manager responsible for Rail &amp; Hotel. He has been with GT since Dec 2013. He is personally committed to delivering UK rail in 2018, since its been a gap in the rail portfolio since 2014.</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1668457"/>
                  </a:ext>
                </a:extLst>
              </a:tr>
              <a:tr h="586552">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Mark - Sr Principal Architect</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Dallas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Mark is responsible for the Rail architecture. He has been with GT since 2005 and is extremely passionate and knowledgeable. </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His estimate for the SNCB upgrade work is about $300k and a timeline of 6 months. In the past, his estimates have tended to be less than the actual effort.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6668327"/>
                  </a:ext>
                </a:extLst>
              </a:tr>
              <a:tr h="0">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Deepa - Tech Lead</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Bangalore</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Works closely with Mark for Rail implementations. She joined GT in Dec 2016. She is super excited about working on parts of the product which are new to her.</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97286467"/>
                  </a:ext>
                </a:extLst>
              </a:tr>
              <a:tr h="455753">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Anne - Director PM</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Dallas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Responsible for GT product Management. She joined GT in Jan 2016. Jai reports to Anne. She doesn’t like to get involved in day-to-day activities but expects to be pulled in wherever required. She has a good relationship with Denise, the Director for Customer Success (see below). Given her English origins, Anne has a keen interest in the UK market.</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85268195"/>
                  </a:ext>
                </a:extLst>
              </a:tr>
              <a:tr h="455753">
                <a:tc>
                  <a:txBody>
                    <a:bodyPr/>
                    <a:lstStyle/>
                    <a:p>
                      <a:r>
                        <a:rPr lang="en-US" sz="1050" b="0" kern="100" dirty="0">
                          <a:solidFill>
                            <a:schemeClr val="lt1"/>
                          </a:solidFill>
                          <a:effectLst/>
                          <a:latin typeface="Arial" panose="020B0604020202020204" pitchFamily="34" charset="0"/>
                          <a:ea typeface="+mn-ea"/>
                          <a:cs typeface="Arial" panose="020B0604020202020204" pitchFamily="34" charset="0"/>
                        </a:rPr>
                        <a:t>Maurizio - Customer Success Manager</a:t>
                      </a:r>
                    </a:p>
                    <a:p>
                      <a:r>
                        <a:rPr lang="en-IN" sz="1050" b="0" kern="100" dirty="0">
                          <a:solidFill>
                            <a:schemeClr val="lt1"/>
                          </a:solidFill>
                          <a:effectLst/>
                          <a:latin typeface="Arial" panose="020B0604020202020204" pitchFamily="34" charset="0"/>
                          <a:ea typeface="+mn-ea"/>
                          <a:cs typeface="Arial" panose="020B0604020202020204" pitchFamily="34" charset="0"/>
                        </a:rPr>
                        <a:t>Brussels</a:t>
                      </a:r>
                      <a:r>
                        <a:rPr lang="en-US" sz="1050" b="0" kern="100" dirty="0">
                          <a:solidFill>
                            <a:schemeClr val="lt1"/>
                          </a:solidFill>
                          <a:effectLst/>
                          <a:latin typeface="Arial" panose="020B0604020202020204" pitchFamily="34" charset="0"/>
                          <a:ea typeface="+mn-ea"/>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solidFill>
                            <a:schemeClr val="dk1"/>
                          </a:solidFill>
                          <a:effectLst/>
                          <a:latin typeface="Arial" panose="020B0604020202020204" pitchFamily="34" charset="0"/>
                          <a:ea typeface="+mn-ea"/>
                          <a:cs typeface="Arial" panose="020B0604020202020204" pitchFamily="34" charset="0"/>
                        </a:rPr>
                        <a:t>Maurizio joined GT in 2014. He is responsible for the </a:t>
                      </a:r>
                      <a:r>
                        <a:rPr lang="en-IN" sz="1050" b="0" kern="100" dirty="0" err="1">
                          <a:solidFill>
                            <a:schemeClr val="dk1"/>
                          </a:solidFill>
                          <a:effectLst/>
                          <a:latin typeface="Arial" panose="020B0604020202020204" pitchFamily="34" charset="0"/>
                          <a:ea typeface="+mn-ea"/>
                          <a:cs typeface="Arial" panose="020B0604020202020204" pitchFamily="34" charset="0"/>
                        </a:rPr>
                        <a:t>BeNeLux</a:t>
                      </a:r>
                      <a:r>
                        <a:rPr lang="en-IN" sz="1050" b="0" kern="100" dirty="0">
                          <a:solidFill>
                            <a:schemeClr val="dk1"/>
                          </a:solidFill>
                          <a:effectLst/>
                          <a:latin typeface="Arial" panose="020B0604020202020204" pitchFamily="34" charset="0"/>
                          <a:ea typeface="+mn-ea"/>
                          <a:cs typeface="Arial" panose="020B0604020202020204" pitchFamily="34" charset="0"/>
                        </a:rPr>
                        <a:t> business of AB Consulting &amp; EM Energy. Maurizio is extremely concerned about keeping the 2 customers happy since there are no other customers in </a:t>
                      </a:r>
                      <a:r>
                        <a:rPr lang="en-IN" sz="1050" b="0" kern="100" dirty="0" err="1">
                          <a:solidFill>
                            <a:schemeClr val="dk1"/>
                          </a:solidFill>
                          <a:effectLst/>
                          <a:latin typeface="Arial" panose="020B0604020202020204" pitchFamily="34" charset="0"/>
                          <a:ea typeface="+mn-ea"/>
                          <a:cs typeface="Arial" panose="020B0604020202020204" pitchFamily="34" charset="0"/>
                        </a:rPr>
                        <a:t>BeNeLux</a:t>
                      </a:r>
                      <a:r>
                        <a:rPr lang="en-IN" sz="1050" b="0" kern="100" dirty="0">
                          <a:solidFill>
                            <a:schemeClr val="dk1"/>
                          </a:solidFill>
                          <a:effectLst/>
                          <a:latin typeface="Arial" panose="020B0604020202020204" pitchFamily="34" charset="0"/>
                          <a:ea typeface="+mn-ea"/>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76144806"/>
                  </a:ext>
                </a:extLst>
              </a:tr>
            </a:tbl>
          </a:graphicData>
        </a:graphic>
      </p:graphicFrame>
      <p:graphicFrame>
        <p:nvGraphicFramePr>
          <p:cNvPr id="10" name="Content Placeholder 8">
            <a:extLst>
              <a:ext uri="{FF2B5EF4-FFF2-40B4-BE49-F238E27FC236}">
                <a16:creationId xmlns:a16="http://schemas.microsoft.com/office/drawing/2014/main" id="{ACE43DB4-E985-6565-EB87-8861DE8C22B1}"/>
              </a:ext>
            </a:extLst>
          </p:cNvPr>
          <p:cNvGraphicFramePr>
            <a:graphicFrameLocks/>
          </p:cNvGraphicFramePr>
          <p:nvPr>
            <p:extLst>
              <p:ext uri="{D42A27DB-BD31-4B8C-83A1-F6EECF244321}">
                <p14:modId xmlns:p14="http://schemas.microsoft.com/office/powerpoint/2010/main" val="4017205710"/>
              </p:ext>
            </p:extLst>
          </p:nvPr>
        </p:nvGraphicFramePr>
        <p:xfrm>
          <a:off x="6223000" y="1442592"/>
          <a:ext cx="5689600" cy="4490847"/>
        </p:xfrm>
        <a:graphic>
          <a:graphicData uri="http://schemas.openxmlformats.org/drawingml/2006/table">
            <a:tbl>
              <a:tblPr firstRow="1" firstCol="1" bandRow="1">
                <a:tableStyleId>{5C22544A-7EE6-4342-B048-85BDC9FD1C3A}</a:tableStyleId>
              </a:tblPr>
              <a:tblGrid>
                <a:gridCol w="1270000">
                  <a:extLst>
                    <a:ext uri="{9D8B030D-6E8A-4147-A177-3AD203B41FA5}">
                      <a16:colId xmlns:a16="http://schemas.microsoft.com/office/drawing/2014/main" val="4109152578"/>
                    </a:ext>
                  </a:extLst>
                </a:gridCol>
                <a:gridCol w="4419600">
                  <a:extLst>
                    <a:ext uri="{9D8B030D-6E8A-4147-A177-3AD203B41FA5}">
                      <a16:colId xmlns:a16="http://schemas.microsoft.com/office/drawing/2014/main" val="2218397721"/>
                    </a:ext>
                  </a:extLst>
                </a:gridCol>
              </a:tblGrid>
              <a:tr h="289494">
                <a:tc>
                  <a:txBody>
                    <a:bodyPr/>
                    <a:lstStyle/>
                    <a:p>
                      <a:pPr marL="0" marR="0">
                        <a:lnSpc>
                          <a:spcPct val="115000"/>
                        </a:lnSpc>
                        <a:spcBef>
                          <a:spcPts val="600"/>
                        </a:spcBef>
                        <a:spcAft>
                          <a:spcPts val="600"/>
                        </a:spcAft>
                      </a:pPr>
                      <a:r>
                        <a:rPr lang="en-IN" sz="1050" b="0" kern="100">
                          <a:effectLst/>
                          <a:latin typeface="Arial" panose="020B0604020202020204" pitchFamily="34" charset="0"/>
                          <a:cs typeface="Arial" panose="020B0604020202020204" pitchFamily="34" charset="0"/>
                        </a:rPr>
                        <a:t>Name/ Role/ Location</a:t>
                      </a:r>
                      <a:endParaRPr lang="en-US" sz="1050" b="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Notes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762859"/>
                  </a:ext>
                </a:extLst>
              </a:tr>
              <a:tr h="586552">
                <a:tc>
                  <a:txBody>
                    <a:bodyPr/>
                    <a:lstStyle/>
                    <a:p>
                      <a:pPr marL="0" marR="0">
                        <a:lnSpc>
                          <a:spcPct val="115000"/>
                        </a:lnSpc>
                        <a:spcBef>
                          <a:spcPts val="600"/>
                        </a:spcBef>
                        <a:spcAft>
                          <a:spcPts val="600"/>
                        </a:spcAft>
                      </a:pPr>
                      <a:r>
                        <a:rPr lang="en-US" sz="1050" b="0" kern="100" dirty="0">
                          <a:effectLst/>
                          <a:latin typeface="Arial" panose="020B0604020202020204" pitchFamily="34" charset="0"/>
                          <a:ea typeface="Calibri" panose="020F0502020204030204" pitchFamily="34" charset="0"/>
                          <a:cs typeface="Arial" panose="020B0604020202020204" pitchFamily="34" charset="0"/>
                        </a:rPr>
                        <a:t>Kyle - Customer Success Manager</a:t>
                      </a:r>
                    </a:p>
                    <a:p>
                      <a:pPr marL="0" marR="0">
                        <a:lnSpc>
                          <a:spcPct val="115000"/>
                        </a:lnSpc>
                        <a:spcBef>
                          <a:spcPts val="600"/>
                        </a:spcBef>
                        <a:spcAft>
                          <a:spcPts val="600"/>
                        </a:spcAft>
                      </a:pPr>
                      <a:r>
                        <a:rPr lang="en-US" sz="1050" b="0" kern="100" dirty="0">
                          <a:effectLst/>
                          <a:latin typeface="Arial" panose="020B0604020202020204" pitchFamily="34" charset="0"/>
                          <a:ea typeface="Calibri" panose="020F0502020204030204" pitchFamily="34" charset="0"/>
                          <a:cs typeface="Arial" panose="020B0604020202020204" pitchFamily="34" charset="0"/>
                        </a:rPr>
                        <a:t>San Francisco </a:t>
                      </a: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solidFill>
                            <a:schemeClr val="dk1"/>
                          </a:solidFill>
                          <a:effectLst/>
                          <a:latin typeface="Arial" panose="020B0604020202020204" pitchFamily="34" charset="0"/>
                          <a:ea typeface="+mn-ea"/>
                          <a:cs typeface="Arial" panose="020B0604020202020204" pitchFamily="34" charset="0"/>
                        </a:rPr>
                        <a:t>While she is responsible for the global business of AB Consulting &amp; EM Energy, she is primarily </a:t>
                      </a:r>
                      <a:r>
                        <a:rPr lang="en-US" sz="1050" b="0" kern="100" dirty="0" err="1">
                          <a:solidFill>
                            <a:schemeClr val="dk1"/>
                          </a:solidFill>
                          <a:effectLst/>
                          <a:latin typeface="Arial" panose="020B0604020202020204" pitchFamily="34" charset="0"/>
                          <a:ea typeface="+mn-ea"/>
                          <a:cs typeface="Arial" panose="020B0604020202020204" pitchFamily="34" charset="0"/>
                        </a:rPr>
                        <a:t>focussed</a:t>
                      </a:r>
                      <a:r>
                        <a:rPr lang="en-US" sz="1050" b="0" kern="100" dirty="0">
                          <a:solidFill>
                            <a:schemeClr val="dk1"/>
                          </a:solidFill>
                          <a:effectLst/>
                          <a:latin typeface="Arial" panose="020B0604020202020204" pitchFamily="34" charset="0"/>
                          <a:ea typeface="+mn-ea"/>
                          <a:cs typeface="Arial" panose="020B0604020202020204" pitchFamily="34" charset="0"/>
                        </a:rPr>
                        <a:t> on the US business. 2 of her key priorities for 2018 – Retain the </a:t>
                      </a:r>
                      <a:r>
                        <a:rPr lang="en-US" sz="1050" b="0" kern="100" dirty="0" err="1">
                          <a:solidFill>
                            <a:schemeClr val="dk1"/>
                          </a:solidFill>
                          <a:effectLst/>
                          <a:latin typeface="Arial" panose="020B0604020202020204" pitchFamily="34" charset="0"/>
                          <a:ea typeface="+mn-ea"/>
                          <a:cs typeface="Arial" panose="020B0604020202020204" pitchFamily="34" charset="0"/>
                        </a:rPr>
                        <a:t>BeNeLux</a:t>
                      </a:r>
                      <a:r>
                        <a:rPr lang="en-US" sz="1050" b="0" kern="100" dirty="0">
                          <a:solidFill>
                            <a:schemeClr val="dk1"/>
                          </a:solidFill>
                          <a:effectLst/>
                          <a:latin typeface="Arial" panose="020B0604020202020204" pitchFamily="34" charset="0"/>
                          <a:ea typeface="+mn-ea"/>
                          <a:cs typeface="Arial" panose="020B0604020202020204" pitchFamily="34" charset="0"/>
                        </a:rPr>
                        <a:t> business of ABC and EME and increase their business in the UK. </a:t>
                      </a:r>
                    </a:p>
                  </a:txBody>
                  <a:tcPr marL="68580" marR="68580" marT="0" marB="0"/>
                </a:tc>
                <a:extLst>
                  <a:ext uri="{0D108BD9-81ED-4DB2-BD59-A6C34878D82A}">
                    <a16:rowId xmlns:a16="http://schemas.microsoft.com/office/drawing/2014/main" val="976668327"/>
                  </a:ext>
                </a:extLst>
              </a:tr>
              <a:tr h="0">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Denise - Director Customer Success</a:t>
                      </a:r>
                    </a:p>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New York </a:t>
                      </a: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Responsible for Customer Success globally. She has been with GT since 2005. Maurizio &amp; Kyle report to Denise. She doesn’t like to get involved in the day-to-day operations and likes to leave that to her team. </a:t>
                      </a:r>
                    </a:p>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Denise is really looking forward to the UK rail delivery in 2018 so that she can onboard the UK business of some of the large US multinational customers. But she hates losing existing business more than she hates losing out on new business opportunities. </a:t>
                      </a:r>
                    </a:p>
                  </a:txBody>
                  <a:tcPr marL="68580" marR="68580" marT="0" marB="0"/>
                </a:tc>
                <a:extLst>
                  <a:ext uri="{0D108BD9-81ED-4DB2-BD59-A6C34878D82A}">
                    <a16:rowId xmlns:a16="http://schemas.microsoft.com/office/drawing/2014/main" val="1897286467"/>
                  </a:ext>
                </a:extLst>
              </a:tr>
              <a:tr h="455753">
                <a:tc>
                  <a:txBody>
                    <a:bodyPr/>
                    <a:lstStyle/>
                    <a:p>
                      <a:r>
                        <a:rPr lang="en-US" sz="1050" b="0" kern="1200" dirty="0">
                          <a:solidFill>
                            <a:schemeClr val="lt1"/>
                          </a:solidFill>
                          <a:effectLst/>
                          <a:latin typeface="Arial" panose="020B0604020202020204" pitchFamily="34" charset="0"/>
                          <a:ea typeface="+mn-ea"/>
                          <a:cs typeface="Arial" panose="020B0604020202020204" pitchFamily="34" charset="0"/>
                        </a:rPr>
                        <a:t>Richard - Director – New Business Development UK</a:t>
                      </a:r>
                    </a:p>
                    <a:p>
                      <a:r>
                        <a:rPr lang="en-IN" sz="1050" b="0" kern="1200" dirty="0">
                          <a:solidFill>
                            <a:schemeClr val="lt1"/>
                          </a:solidFill>
                          <a:effectLst/>
                          <a:latin typeface="Arial" panose="020B0604020202020204" pitchFamily="34" charset="0"/>
                          <a:ea typeface="+mn-ea"/>
                          <a:cs typeface="Arial" panose="020B0604020202020204" pitchFamily="34" charset="0"/>
                        </a:rPr>
                        <a:t>London</a:t>
                      </a:r>
                      <a:r>
                        <a:rPr lang="en-US" sz="1050" b="0" dirty="0">
                          <a:effectLst/>
                          <a:latin typeface="Arial" panose="020B0604020202020204" pitchFamily="34" charset="0"/>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Richard has been with GT since 2014. He has had limited success in generating new business in the UK. He has very vocally attributed the lack of new business in the UK to the lack of UK Rail. He is frustrated with the product team for not getting UK Rail till 2018. </a:t>
                      </a:r>
                    </a:p>
                  </a:txBody>
                  <a:tcPr marL="68580" marR="68580" marT="0" marB="0"/>
                </a:tc>
                <a:extLst>
                  <a:ext uri="{0D108BD9-81ED-4DB2-BD59-A6C34878D82A}">
                    <a16:rowId xmlns:a16="http://schemas.microsoft.com/office/drawing/2014/main" val="3285268195"/>
                  </a:ext>
                </a:extLst>
              </a:tr>
              <a:tr h="455753">
                <a:tc>
                  <a:txBody>
                    <a:bodyPr/>
                    <a:lstStyle/>
                    <a:p>
                      <a:r>
                        <a:rPr lang="en-US" sz="1050" b="0" kern="1200" dirty="0">
                          <a:solidFill>
                            <a:schemeClr val="lt1"/>
                          </a:solidFill>
                          <a:effectLst/>
                          <a:latin typeface="Arial" panose="020B0604020202020204" pitchFamily="34" charset="0"/>
                          <a:ea typeface="+mn-ea"/>
                          <a:cs typeface="Arial" panose="020B0604020202020204" pitchFamily="34" charset="0"/>
                        </a:rPr>
                        <a:t>Greg - General Manager GT</a:t>
                      </a:r>
                    </a:p>
                    <a:p>
                      <a:r>
                        <a:rPr lang="en-IN" sz="1050" b="0" kern="1200" dirty="0">
                          <a:solidFill>
                            <a:schemeClr val="lt1"/>
                          </a:solidFill>
                          <a:effectLst/>
                          <a:latin typeface="Arial" panose="020B0604020202020204" pitchFamily="34" charset="0"/>
                          <a:ea typeface="+mn-ea"/>
                          <a:cs typeface="Arial" panose="020B0604020202020204" pitchFamily="34" charset="0"/>
                        </a:rPr>
                        <a:t>Dallas</a:t>
                      </a:r>
                      <a:r>
                        <a:rPr lang="en-US" sz="1050" b="0" dirty="0">
                          <a:effectLst/>
                          <a:latin typeface="Arial" panose="020B0604020202020204" pitchFamily="34" charset="0"/>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Responsible for the GT P&amp;L. He has been with GT since Jan 2013. He has 2 key revenue priorities:</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1. Retain and grow existing customers globally</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2. Acquire new customers globally</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Richard, Anne &amp; Denise report to Greg. Greg and Richard had worked together in their previous organization. Greg had recruited Richard in 2014. </a:t>
                      </a:r>
                    </a:p>
                  </a:txBody>
                  <a:tcPr marL="68580" marR="68580" marT="0" marB="0"/>
                </a:tc>
                <a:extLst>
                  <a:ext uri="{0D108BD9-81ED-4DB2-BD59-A6C34878D82A}">
                    <a16:rowId xmlns:a16="http://schemas.microsoft.com/office/drawing/2014/main" val="417378049"/>
                  </a:ext>
                </a:extLst>
              </a:tr>
            </a:tbl>
          </a:graphicData>
        </a:graphic>
      </p:graphicFrame>
      <p:sp>
        <p:nvSpPr>
          <p:cNvPr id="2" name="Slide Number Placeholder 1">
            <a:extLst>
              <a:ext uri="{FF2B5EF4-FFF2-40B4-BE49-F238E27FC236}">
                <a16:creationId xmlns:a16="http://schemas.microsoft.com/office/drawing/2014/main" id="{33ADC6F9-3ECE-35A6-5DBB-562598E94031}"/>
              </a:ext>
            </a:extLst>
          </p:cNvPr>
          <p:cNvSpPr>
            <a:spLocks noGrp="1"/>
          </p:cNvSpPr>
          <p:nvPr>
            <p:ph type="sldNum" sz="quarter" idx="4"/>
          </p:nvPr>
        </p:nvSpPr>
        <p:spPr/>
        <p:txBody>
          <a:bodyPr/>
          <a:lstStyle/>
          <a:p>
            <a:fld id="{614D22B9-C88A-F74D-986E-88AF5B093992}" type="slidenum">
              <a:rPr lang="en-US" altLang="en-US" smtClean="0"/>
              <a:pPr/>
              <a:t>23</a:t>
            </a:fld>
            <a:endParaRPr lang="en-US" altLang="en-US"/>
          </a:p>
        </p:txBody>
      </p:sp>
    </p:spTree>
    <p:extLst>
      <p:ext uri="{BB962C8B-B14F-4D97-AF65-F5344CB8AC3E}">
        <p14:creationId xmlns:p14="http://schemas.microsoft.com/office/powerpoint/2010/main" val="3502321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4CFC36-F8BF-FD83-89F6-AD333C865B55}"/>
              </a:ext>
            </a:extLst>
          </p:cNvPr>
          <p:cNvSpPr>
            <a:spLocks noGrp="1"/>
          </p:cNvSpPr>
          <p:nvPr>
            <p:ph sz="quarter" idx="10"/>
          </p:nvPr>
        </p:nvSpPr>
        <p:spPr/>
        <p:txBody>
          <a:bodyPr/>
          <a:lstStyle/>
          <a:p>
            <a:r>
              <a:rPr lang="en-US" dirty="0"/>
              <a:t>Interest Vs Influence</a:t>
            </a:r>
          </a:p>
        </p:txBody>
      </p:sp>
      <p:sp>
        <p:nvSpPr>
          <p:cNvPr id="3" name="Freeform 2">
            <a:extLst>
              <a:ext uri="{FF2B5EF4-FFF2-40B4-BE49-F238E27FC236}">
                <a16:creationId xmlns:a16="http://schemas.microsoft.com/office/drawing/2014/main" id="{BE95A11F-5AA9-A270-7EC7-D2A1084E6E9C}"/>
              </a:ext>
            </a:extLst>
          </p:cNvPr>
          <p:cNvSpPr/>
          <p:nvPr/>
        </p:nvSpPr>
        <p:spPr>
          <a:xfrm>
            <a:off x="4292594"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defTabSz="889000">
              <a:lnSpc>
                <a:spcPct val="90000"/>
              </a:lnSpc>
              <a:spcAft>
                <a:spcPct val="35000"/>
              </a:spcAft>
            </a:pPr>
            <a:endParaRPr lang="en-GB" kern="1200" dirty="0">
              <a:solidFill>
                <a:schemeClr val="tx2"/>
              </a:solidFill>
              <a:latin typeface="Avenir Book" panose="02000503020000020003" pitchFamily="2" charset="0"/>
            </a:endParaRPr>
          </a:p>
        </p:txBody>
      </p:sp>
      <p:sp>
        <p:nvSpPr>
          <p:cNvPr id="4" name="Freeform 3">
            <a:extLst>
              <a:ext uri="{FF2B5EF4-FFF2-40B4-BE49-F238E27FC236}">
                <a16:creationId xmlns:a16="http://schemas.microsoft.com/office/drawing/2014/main" id="{D3CEEB71-CABC-FB56-F1F8-DD5929303971}"/>
              </a:ext>
            </a:extLst>
          </p:cNvPr>
          <p:cNvSpPr/>
          <p:nvPr/>
        </p:nvSpPr>
        <p:spPr>
          <a:xfrm>
            <a:off x="6258351"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endParaRPr lang="en-GB" kern="1200" dirty="0">
              <a:solidFill>
                <a:schemeClr val="tx2"/>
              </a:solidFill>
              <a:latin typeface="Avenir Book" panose="02000503020000020003" pitchFamily="2" charset="0"/>
            </a:endParaRPr>
          </a:p>
        </p:txBody>
      </p:sp>
      <p:sp>
        <p:nvSpPr>
          <p:cNvPr id="5" name="Freeform 4">
            <a:extLst>
              <a:ext uri="{FF2B5EF4-FFF2-40B4-BE49-F238E27FC236}">
                <a16:creationId xmlns:a16="http://schemas.microsoft.com/office/drawing/2014/main" id="{DA4A7B47-73ED-38B7-8A22-BAB070DE16E5}"/>
              </a:ext>
            </a:extLst>
          </p:cNvPr>
          <p:cNvSpPr/>
          <p:nvPr/>
        </p:nvSpPr>
        <p:spPr>
          <a:xfrm>
            <a:off x="4292594" y="392291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endParaRPr lang="en-GB" kern="1200" dirty="0">
              <a:solidFill>
                <a:schemeClr val="tx2"/>
              </a:solidFill>
              <a:latin typeface="Avenir Book" panose="02000503020000020003" pitchFamily="2" charset="0"/>
            </a:endParaRPr>
          </a:p>
        </p:txBody>
      </p:sp>
      <p:sp>
        <p:nvSpPr>
          <p:cNvPr id="6" name="Freeform 5">
            <a:extLst>
              <a:ext uri="{FF2B5EF4-FFF2-40B4-BE49-F238E27FC236}">
                <a16:creationId xmlns:a16="http://schemas.microsoft.com/office/drawing/2014/main" id="{C44E877D-46AA-13D3-C274-FAF63FFEDCFF}"/>
              </a:ext>
            </a:extLst>
          </p:cNvPr>
          <p:cNvSpPr/>
          <p:nvPr/>
        </p:nvSpPr>
        <p:spPr>
          <a:xfrm>
            <a:off x="6258351" y="3922910"/>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endParaRPr lang="en-GB" kern="1200" dirty="0">
              <a:solidFill>
                <a:schemeClr val="tx2"/>
              </a:solidFill>
              <a:latin typeface="Avenir Book" panose="02000503020000020003" pitchFamily="2" charset="0"/>
            </a:endParaRPr>
          </a:p>
        </p:txBody>
      </p:sp>
      <p:sp>
        <p:nvSpPr>
          <p:cNvPr id="7" name="TextBox 6">
            <a:extLst>
              <a:ext uri="{FF2B5EF4-FFF2-40B4-BE49-F238E27FC236}">
                <a16:creationId xmlns:a16="http://schemas.microsoft.com/office/drawing/2014/main" id="{12D4E5B0-1ADE-19A1-E30C-76DE7D9F3C94}"/>
              </a:ext>
            </a:extLst>
          </p:cNvPr>
          <p:cNvSpPr txBox="1"/>
          <p:nvPr/>
        </p:nvSpPr>
        <p:spPr>
          <a:xfrm>
            <a:off x="4292594" y="5745231"/>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Low Interest</a:t>
            </a:r>
          </a:p>
        </p:txBody>
      </p:sp>
      <p:sp>
        <p:nvSpPr>
          <p:cNvPr id="8" name="TextBox 7">
            <a:extLst>
              <a:ext uri="{FF2B5EF4-FFF2-40B4-BE49-F238E27FC236}">
                <a16:creationId xmlns:a16="http://schemas.microsoft.com/office/drawing/2014/main" id="{37B23CEA-B854-404D-E72B-95085DFCE4E2}"/>
              </a:ext>
            </a:extLst>
          </p:cNvPr>
          <p:cNvSpPr txBox="1"/>
          <p:nvPr/>
        </p:nvSpPr>
        <p:spPr>
          <a:xfrm>
            <a:off x="6258351" y="5747952"/>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High Interest</a:t>
            </a:r>
          </a:p>
        </p:txBody>
      </p:sp>
      <p:sp>
        <p:nvSpPr>
          <p:cNvPr id="9" name="TextBox 8">
            <a:extLst>
              <a:ext uri="{FF2B5EF4-FFF2-40B4-BE49-F238E27FC236}">
                <a16:creationId xmlns:a16="http://schemas.microsoft.com/office/drawing/2014/main" id="{2404AE4E-7511-B0F2-41B0-6CF95BEEE379}"/>
              </a:ext>
            </a:extLst>
          </p:cNvPr>
          <p:cNvSpPr txBox="1"/>
          <p:nvPr/>
        </p:nvSpPr>
        <p:spPr>
          <a:xfrm rot="16200000">
            <a:off x="3046500" y="4525279"/>
            <a:ext cx="1484555" cy="406397"/>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Low Influence</a:t>
            </a:r>
          </a:p>
        </p:txBody>
      </p:sp>
      <p:sp>
        <p:nvSpPr>
          <p:cNvPr id="10" name="TextBox 9">
            <a:extLst>
              <a:ext uri="{FF2B5EF4-FFF2-40B4-BE49-F238E27FC236}">
                <a16:creationId xmlns:a16="http://schemas.microsoft.com/office/drawing/2014/main" id="{882415D7-094D-9F51-C979-71B8958AB7A2}"/>
              </a:ext>
            </a:extLst>
          </p:cNvPr>
          <p:cNvSpPr txBox="1"/>
          <p:nvPr/>
        </p:nvSpPr>
        <p:spPr>
          <a:xfrm rot="16200000">
            <a:off x="2979030" y="2733790"/>
            <a:ext cx="1611137" cy="406396"/>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High Influence</a:t>
            </a:r>
          </a:p>
        </p:txBody>
      </p:sp>
      <p:cxnSp>
        <p:nvCxnSpPr>
          <p:cNvPr id="11" name="Straight Arrow Connector 10">
            <a:extLst>
              <a:ext uri="{FF2B5EF4-FFF2-40B4-BE49-F238E27FC236}">
                <a16:creationId xmlns:a16="http://schemas.microsoft.com/office/drawing/2014/main" id="{88947765-48A3-9A6E-EFED-CDC665DC2EB9}"/>
              </a:ext>
            </a:extLst>
          </p:cNvPr>
          <p:cNvCxnSpPr>
            <a:cxnSpLocks/>
          </p:cNvCxnSpPr>
          <p:nvPr/>
        </p:nvCxnSpPr>
        <p:spPr>
          <a:xfrm>
            <a:off x="4066086" y="5725743"/>
            <a:ext cx="4367262" cy="0"/>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B767535-D9DF-FB1D-E074-4C308AA11C51}"/>
              </a:ext>
            </a:extLst>
          </p:cNvPr>
          <p:cNvCxnSpPr>
            <a:cxnSpLocks/>
          </p:cNvCxnSpPr>
          <p:nvPr/>
        </p:nvCxnSpPr>
        <p:spPr>
          <a:xfrm flipV="1">
            <a:off x="4089395" y="1798415"/>
            <a:ext cx="0" cy="3927328"/>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FA4807E7-036E-3788-6A04-CDC27A39E418}"/>
              </a:ext>
            </a:extLst>
          </p:cNvPr>
          <p:cNvSpPr>
            <a:spLocks noGrp="1"/>
          </p:cNvSpPr>
          <p:nvPr>
            <p:ph type="sldNum" sz="quarter" idx="4"/>
          </p:nvPr>
        </p:nvSpPr>
        <p:spPr/>
        <p:txBody>
          <a:bodyPr/>
          <a:lstStyle/>
          <a:p>
            <a:fld id="{614D22B9-C88A-F74D-986E-88AF5B093992}" type="slidenum">
              <a:rPr lang="en-US" altLang="en-US" smtClean="0"/>
              <a:pPr/>
              <a:t>24</a:t>
            </a:fld>
            <a:endParaRPr lang="en-US" altLang="en-US"/>
          </a:p>
        </p:txBody>
      </p:sp>
    </p:spTree>
    <p:extLst>
      <p:ext uri="{BB962C8B-B14F-4D97-AF65-F5344CB8AC3E}">
        <p14:creationId xmlns:p14="http://schemas.microsoft.com/office/powerpoint/2010/main" val="3717781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4EFB-3350-8F99-79A8-BCA32E7077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D7EAD7-CA2D-C46F-5CBB-987EEF6E296B}"/>
              </a:ext>
            </a:extLst>
          </p:cNvPr>
          <p:cNvSpPr>
            <a:spLocks noGrp="1"/>
          </p:cNvSpPr>
          <p:nvPr>
            <p:ph sz="quarter" idx="10"/>
          </p:nvPr>
        </p:nvSpPr>
        <p:spPr/>
        <p:txBody>
          <a:bodyPr/>
          <a:lstStyle/>
          <a:p>
            <a:r>
              <a:rPr lang="en-US" dirty="0"/>
              <a:t>Interest Vs Influence</a:t>
            </a:r>
          </a:p>
        </p:txBody>
      </p:sp>
      <p:sp>
        <p:nvSpPr>
          <p:cNvPr id="3" name="Freeform 2">
            <a:extLst>
              <a:ext uri="{FF2B5EF4-FFF2-40B4-BE49-F238E27FC236}">
                <a16:creationId xmlns:a16="http://schemas.microsoft.com/office/drawing/2014/main" id="{29680C1B-8D72-F93F-06F3-06A151A04F6C}"/>
              </a:ext>
            </a:extLst>
          </p:cNvPr>
          <p:cNvSpPr/>
          <p:nvPr/>
        </p:nvSpPr>
        <p:spPr>
          <a:xfrm>
            <a:off x="4292594"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defTabSz="889000">
              <a:lnSpc>
                <a:spcPct val="90000"/>
              </a:lnSpc>
              <a:spcAft>
                <a:spcPct val="35000"/>
              </a:spcAft>
            </a:pPr>
            <a:r>
              <a:rPr lang="en-GB" dirty="0">
                <a:solidFill>
                  <a:schemeClr val="tx2"/>
                </a:solidFill>
                <a:latin typeface="Avenir Book" panose="02000503020000020003" pitchFamily="2" charset="0"/>
              </a:rPr>
              <a:t>Greg</a:t>
            </a:r>
            <a:endParaRPr lang="en-GB" kern="1200" dirty="0">
              <a:solidFill>
                <a:schemeClr val="tx2"/>
              </a:solidFill>
              <a:latin typeface="Avenir Book" panose="02000503020000020003" pitchFamily="2" charset="0"/>
            </a:endParaRPr>
          </a:p>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Denise</a:t>
            </a:r>
          </a:p>
        </p:txBody>
      </p:sp>
      <p:sp>
        <p:nvSpPr>
          <p:cNvPr id="4" name="Freeform 3">
            <a:extLst>
              <a:ext uri="{FF2B5EF4-FFF2-40B4-BE49-F238E27FC236}">
                <a16:creationId xmlns:a16="http://schemas.microsoft.com/office/drawing/2014/main" id="{8807DBE3-A35C-BE48-BDD9-44EB156FB9F2}"/>
              </a:ext>
            </a:extLst>
          </p:cNvPr>
          <p:cNvSpPr/>
          <p:nvPr/>
        </p:nvSpPr>
        <p:spPr>
          <a:xfrm>
            <a:off x="6258351"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Richard</a:t>
            </a:r>
          </a:p>
          <a:p>
            <a:pPr algn="ctr" defTabSz="889000">
              <a:lnSpc>
                <a:spcPct val="90000"/>
              </a:lnSpc>
              <a:spcAft>
                <a:spcPct val="35000"/>
              </a:spcAft>
            </a:pPr>
            <a:r>
              <a:rPr lang="en-GB" kern="1200" dirty="0">
                <a:solidFill>
                  <a:schemeClr val="tx2"/>
                </a:solidFill>
                <a:latin typeface="Avenir Book" panose="02000503020000020003" pitchFamily="2" charset="0"/>
              </a:rPr>
              <a:t>Anne</a:t>
            </a:r>
          </a:p>
          <a:p>
            <a:pPr marL="0" lvl="0" indent="0" defTabSz="889000">
              <a:lnSpc>
                <a:spcPct val="90000"/>
              </a:lnSpc>
              <a:spcBef>
                <a:spcPct val="0"/>
              </a:spcBef>
              <a:spcAft>
                <a:spcPct val="35000"/>
              </a:spcAft>
              <a:buNone/>
            </a:pPr>
            <a:r>
              <a:rPr lang="en-GB" dirty="0">
                <a:solidFill>
                  <a:schemeClr val="tx2"/>
                </a:solidFill>
                <a:latin typeface="Avenir Book" panose="02000503020000020003" pitchFamily="2" charset="0"/>
              </a:rPr>
              <a:t>Kyle</a:t>
            </a:r>
          </a:p>
          <a:p>
            <a:pPr algn="r" defTabSz="889000">
              <a:lnSpc>
                <a:spcPct val="90000"/>
              </a:lnSpc>
              <a:spcAft>
                <a:spcPct val="35000"/>
              </a:spcAft>
            </a:pPr>
            <a:r>
              <a:rPr lang="en-GB" kern="1200" dirty="0">
                <a:solidFill>
                  <a:schemeClr val="tx2"/>
                </a:solidFill>
                <a:latin typeface="Avenir Book" panose="02000503020000020003" pitchFamily="2" charset="0"/>
              </a:rPr>
              <a:t>Maurizio</a:t>
            </a:r>
          </a:p>
        </p:txBody>
      </p:sp>
      <p:sp>
        <p:nvSpPr>
          <p:cNvPr id="5" name="Freeform 4">
            <a:extLst>
              <a:ext uri="{FF2B5EF4-FFF2-40B4-BE49-F238E27FC236}">
                <a16:creationId xmlns:a16="http://schemas.microsoft.com/office/drawing/2014/main" id="{B07CF7D7-A5DE-E825-AEE5-3246A83B8047}"/>
              </a:ext>
            </a:extLst>
          </p:cNvPr>
          <p:cNvSpPr/>
          <p:nvPr/>
        </p:nvSpPr>
        <p:spPr>
          <a:xfrm>
            <a:off x="4292594" y="392291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endParaRPr lang="en-GB" kern="1200" dirty="0">
              <a:solidFill>
                <a:schemeClr val="tx2"/>
              </a:solidFill>
              <a:latin typeface="Avenir Book" panose="02000503020000020003" pitchFamily="2" charset="0"/>
            </a:endParaRPr>
          </a:p>
        </p:txBody>
      </p:sp>
      <p:sp>
        <p:nvSpPr>
          <p:cNvPr id="6" name="Freeform 5">
            <a:extLst>
              <a:ext uri="{FF2B5EF4-FFF2-40B4-BE49-F238E27FC236}">
                <a16:creationId xmlns:a16="http://schemas.microsoft.com/office/drawing/2014/main" id="{35D81924-A1EC-55A8-B890-839620CF75A9}"/>
              </a:ext>
            </a:extLst>
          </p:cNvPr>
          <p:cNvSpPr/>
          <p:nvPr/>
        </p:nvSpPr>
        <p:spPr>
          <a:xfrm>
            <a:off x="6258351" y="3922910"/>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Mark</a:t>
            </a:r>
          </a:p>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Deepa</a:t>
            </a:r>
          </a:p>
        </p:txBody>
      </p:sp>
      <p:sp>
        <p:nvSpPr>
          <p:cNvPr id="7" name="TextBox 6">
            <a:extLst>
              <a:ext uri="{FF2B5EF4-FFF2-40B4-BE49-F238E27FC236}">
                <a16:creationId xmlns:a16="http://schemas.microsoft.com/office/drawing/2014/main" id="{8AE30207-940E-C7F4-D56D-2348270DB598}"/>
              </a:ext>
            </a:extLst>
          </p:cNvPr>
          <p:cNvSpPr txBox="1"/>
          <p:nvPr/>
        </p:nvSpPr>
        <p:spPr>
          <a:xfrm>
            <a:off x="4292594" y="5745231"/>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Low Interest</a:t>
            </a:r>
          </a:p>
        </p:txBody>
      </p:sp>
      <p:sp>
        <p:nvSpPr>
          <p:cNvPr id="8" name="TextBox 7">
            <a:extLst>
              <a:ext uri="{FF2B5EF4-FFF2-40B4-BE49-F238E27FC236}">
                <a16:creationId xmlns:a16="http://schemas.microsoft.com/office/drawing/2014/main" id="{77A787B6-4E6B-5738-E29F-BD0B86B05C39}"/>
              </a:ext>
            </a:extLst>
          </p:cNvPr>
          <p:cNvSpPr txBox="1"/>
          <p:nvPr/>
        </p:nvSpPr>
        <p:spPr>
          <a:xfrm>
            <a:off x="6258351" y="5747952"/>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High Interest</a:t>
            </a:r>
          </a:p>
        </p:txBody>
      </p:sp>
      <p:sp>
        <p:nvSpPr>
          <p:cNvPr id="9" name="TextBox 8">
            <a:extLst>
              <a:ext uri="{FF2B5EF4-FFF2-40B4-BE49-F238E27FC236}">
                <a16:creationId xmlns:a16="http://schemas.microsoft.com/office/drawing/2014/main" id="{52DCCAD6-61E9-536A-337D-F406329EB3F9}"/>
              </a:ext>
            </a:extLst>
          </p:cNvPr>
          <p:cNvSpPr txBox="1"/>
          <p:nvPr/>
        </p:nvSpPr>
        <p:spPr>
          <a:xfrm rot="16200000">
            <a:off x="3046500" y="4525279"/>
            <a:ext cx="1484555" cy="406397"/>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Low Influence</a:t>
            </a:r>
          </a:p>
        </p:txBody>
      </p:sp>
      <p:sp>
        <p:nvSpPr>
          <p:cNvPr id="10" name="TextBox 9">
            <a:extLst>
              <a:ext uri="{FF2B5EF4-FFF2-40B4-BE49-F238E27FC236}">
                <a16:creationId xmlns:a16="http://schemas.microsoft.com/office/drawing/2014/main" id="{3B093097-94AD-331E-F06C-5B056CBC0B7E}"/>
              </a:ext>
            </a:extLst>
          </p:cNvPr>
          <p:cNvSpPr txBox="1"/>
          <p:nvPr/>
        </p:nvSpPr>
        <p:spPr>
          <a:xfrm rot="16200000">
            <a:off x="2979030" y="2733790"/>
            <a:ext cx="1611137" cy="406396"/>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High Influence</a:t>
            </a:r>
          </a:p>
        </p:txBody>
      </p:sp>
      <p:cxnSp>
        <p:nvCxnSpPr>
          <p:cNvPr id="11" name="Straight Arrow Connector 10">
            <a:extLst>
              <a:ext uri="{FF2B5EF4-FFF2-40B4-BE49-F238E27FC236}">
                <a16:creationId xmlns:a16="http://schemas.microsoft.com/office/drawing/2014/main" id="{A24FB020-9775-C5E9-E2F3-3FB1F6B52E4D}"/>
              </a:ext>
            </a:extLst>
          </p:cNvPr>
          <p:cNvCxnSpPr>
            <a:cxnSpLocks/>
          </p:cNvCxnSpPr>
          <p:nvPr/>
        </p:nvCxnSpPr>
        <p:spPr>
          <a:xfrm>
            <a:off x="4066086" y="5725743"/>
            <a:ext cx="4367262" cy="0"/>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EF3F900-7F61-626F-175B-D647F61A48A5}"/>
              </a:ext>
            </a:extLst>
          </p:cNvPr>
          <p:cNvCxnSpPr>
            <a:cxnSpLocks/>
          </p:cNvCxnSpPr>
          <p:nvPr/>
        </p:nvCxnSpPr>
        <p:spPr>
          <a:xfrm flipV="1">
            <a:off x="4089395" y="1798415"/>
            <a:ext cx="0" cy="3927328"/>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C7E89CEC-3F26-9BED-F8A0-E69054FD0E2E}"/>
              </a:ext>
            </a:extLst>
          </p:cNvPr>
          <p:cNvSpPr>
            <a:spLocks noGrp="1"/>
          </p:cNvSpPr>
          <p:nvPr>
            <p:ph type="sldNum" sz="quarter" idx="4"/>
          </p:nvPr>
        </p:nvSpPr>
        <p:spPr/>
        <p:txBody>
          <a:bodyPr/>
          <a:lstStyle/>
          <a:p>
            <a:fld id="{614D22B9-C88A-F74D-986E-88AF5B093992}" type="slidenum">
              <a:rPr lang="en-US" altLang="en-US" smtClean="0"/>
              <a:pPr/>
              <a:t>25</a:t>
            </a:fld>
            <a:endParaRPr lang="en-US" altLang="en-US"/>
          </a:p>
        </p:txBody>
      </p:sp>
    </p:spTree>
    <p:extLst>
      <p:ext uri="{BB962C8B-B14F-4D97-AF65-F5344CB8AC3E}">
        <p14:creationId xmlns:p14="http://schemas.microsoft.com/office/powerpoint/2010/main" val="2904006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22D27E4-0F46-E5D4-972A-80EB763D7635}"/>
              </a:ext>
            </a:extLst>
          </p:cNvPr>
          <p:cNvSpPr>
            <a:spLocks noGrp="1"/>
          </p:cNvSpPr>
          <p:nvPr>
            <p:ph sz="half" idx="2"/>
          </p:nvPr>
        </p:nvSpPr>
        <p:spPr/>
        <p:txBody>
          <a:bodyPr wrap="square" anchor="ctr">
            <a:normAutofit/>
          </a:bodyPr>
          <a:lstStyle/>
          <a:p>
            <a:pPr marL="457200" indent="-457200">
              <a:spcAft>
                <a:spcPts val="600"/>
              </a:spcAft>
              <a:buFontTx/>
              <a:buChar char="-"/>
            </a:pPr>
            <a:r>
              <a:rPr lang="en-US" dirty="0"/>
              <a:t>Maintain Relationships with all stakeholders</a:t>
            </a:r>
          </a:p>
          <a:p>
            <a:pPr marL="457200" indent="-457200">
              <a:spcAft>
                <a:spcPts val="600"/>
              </a:spcAft>
              <a:buFontTx/>
              <a:buChar char="-"/>
            </a:pPr>
            <a:r>
              <a:rPr lang="en-US" dirty="0"/>
              <a:t>Based on situation activity levels would spike up/ down</a:t>
            </a:r>
          </a:p>
        </p:txBody>
      </p:sp>
      <p:sp>
        <p:nvSpPr>
          <p:cNvPr id="8" name="Content Placeholder 7">
            <a:extLst>
              <a:ext uri="{FF2B5EF4-FFF2-40B4-BE49-F238E27FC236}">
                <a16:creationId xmlns:a16="http://schemas.microsoft.com/office/drawing/2014/main" id="{73919957-3ADF-42DB-933C-2529A6B42EB2}"/>
              </a:ext>
            </a:extLst>
          </p:cNvPr>
          <p:cNvSpPr>
            <a:spLocks noGrp="1"/>
          </p:cNvSpPr>
          <p:nvPr>
            <p:ph sz="quarter" idx="10"/>
          </p:nvPr>
        </p:nvSpPr>
        <p:spPr/>
        <p:txBody>
          <a:bodyPr/>
          <a:lstStyle/>
          <a:p>
            <a:r>
              <a:rPr lang="en-US" dirty="0"/>
              <a:t>Key Takeaway</a:t>
            </a:r>
          </a:p>
        </p:txBody>
      </p:sp>
      <p:sp>
        <p:nvSpPr>
          <p:cNvPr id="11" name="Rectangle 10" descr="Pandemic flattening curve bar graph with solid fill">
            <a:extLst>
              <a:ext uri="{FF2B5EF4-FFF2-40B4-BE49-F238E27FC236}">
                <a16:creationId xmlns:a16="http://schemas.microsoft.com/office/drawing/2014/main" id="{3C621F8A-70F5-532A-022D-6EE2FF5A0C4C}"/>
              </a:ext>
            </a:extLst>
          </p:cNvPr>
          <p:cNvSpPr/>
          <p:nvPr/>
        </p:nvSpPr>
        <p:spPr>
          <a:xfrm>
            <a:off x="1143000" y="2133600"/>
            <a:ext cx="3429000" cy="3276600"/>
          </a:xfrm>
          <a:prstGeom prst="rect">
            <a:avLst/>
          </a:prstGeom>
          <a:blipFill>
            <a:blip r:embed="rId2">
              <a:extLst>
                <a:ext uri="{96DAC541-7B7A-43D3-8B79-37D633B846F1}">
                  <asvg:svgBlip xmlns:asvg="http://schemas.microsoft.com/office/drawing/2016/SVG/main" r:embed="rId3"/>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D97534CA-9CC4-6D3D-23B8-8571F16CD430}"/>
              </a:ext>
            </a:extLst>
          </p:cNvPr>
          <p:cNvSpPr>
            <a:spLocks noGrp="1"/>
          </p:cNvSpPr>
          <p:nvPr>
            <p:ph type="sldNum" sz="quarter" idx="4"/>
          </p:nvPr>
        </p:nvSpPr>
        <p:spPr/>
        <p:txBody>
          <a:bodyPr/>
          <a:lstStyle/>
          <a:p>
            <a:fld id="{614D22B9-C88A-F74D-986E-88AF5B093992}" type="slidenum">
              <a:rPr lang="en-US" altLang="en-US" smtClean="0"/>
              <a:pPr/>
              <a:t>26</a:t>
            </a:fld>
            <a:endParaRPr lang="en-US" altLang="en-US"/>
          </a:p>
        </p:txBody>
      </p:sp>
    </p:spTree>
    <p:extLst>
      <p:ext uri="{BB962C8B-B14F-4D97-AF65-F5344CB8AC3E}">
        <p14:creationId xmlns:p14="http://schemas.microsoft.com/office/powerpoint/2010/main" val="79606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8DBFDB-59FA-1E9D-AEF7-EB2828BDB1BA}"/>
              </a:ext>
            </a:extLst>
          </p:cNvPr>
          <p:cNvSpPr>
            <a:spLocks noGrp="1"/>
          </p:cNvSpPr>
          <p:nvPr>
            <p:ph idx="1"/>
          </p:nvPr>
        </p:nvSpPr>
        <p:spPr/>
        <p:txBody>
          <a:bodyPr/>
          <a:lstStyle/>
          <a:p>
            <a:r>
              <a:rPr lang="en-US" dirty="0"/>
              <a:t>Reflect on:</a:t>
            </a:r>
          </a:p>
          <a:p>
            <a:pPr>
              <a:buFontTx/>
              <a:buChar char="-"/>
            </a:pPr>
            <a:r>
              <a:rPr lang="en-US" dirty="0"/>
              <a:t>Who are your key stakeholders?</a:t>
            </a:r>
          </a:p>
          <a:p>
            <a:pPr>
              <a:buFontTx/>
              <a:buChar char="-"/>
            </a:pPr>
            <a:r>
              <a:rPr lang="en-US" dirty="0"/>
              <a:t>How would you map them based on Interest and Influence?</a:t>
            </a:r>
          </a:p>
          <a:p>
            <a:pPr>
              <a:buFontTx/>
              <a:buChar char="-"/>
            </a:pPr>
            <a:r>
              <a:rPr lang="en-US" dirty="0"/>
              <a:t>Are you spending enough time with the important and/ or influential stakeholders?</a:t>
            </a:r>
          </a:p>
          <a:p>
            <a:pPr>
              <a:buFontTx/>
              <a:buChar char="-"/>
            </a:pPr>
            <a:endParaRPr lang="en-US" dirty="0"/>
          </a:p>
        </p:txBody>
      </p:sp>
      <p:sp>
        <p:nvSpPr>
          <p:cNvPr id="7" name="Content Placeholder 6">
            <a:extLst>
              <a:ext uri="{FF2B5EF4-FFF2-40B4-BE49-F238E27FC236}">
                <a16:creationId xmlns:a16="http://schemas.microsoft.com/office/drawing/2014/main" id="{5A7CC499-7EB2-F44E-E26F-41E3783B1114}"/>
              </a:ext>
            </a:extLst>
          </p:cNvPr>
          <p:cNvSpPr>
            <a:spLocks noGrp="1"/>
          </p:cNvSpPr>
          <p:nvPr>
            <p:ph sz="quarter" idx="10"/>
          </p:nvPr>
        </p:nvSpPr>
        <p:spPr/>
        <p:txBody>
          <a:bodyPr/>
          <a:lstStyle/>
          <a:p>
            <a:r>
              <a:rPr lang="en-US" dirty="0"/>
              <a:t>Recommended Activity</a:t>
            </a:r>
          </a:p>
        </p:txBody>
      </p:sp>
      <p:sp>
        <p:nvSpPr>
          <p:cNvPr id="5" name="Slide Number Placeholder 4">
            <a:extLst>
              <a:ext uri="{FF2B5EF4-FFF2-40B4-BE49-F238E27FC236}">
                <a16:creationId xmlns:a16="http://schemas.microsoft.com/office/drawing/2014/main" id="{0DCD4503-2915-6A04-013F-F908E821FB2F}"/>
              </a:ext>
            </a:extLst>
          </p:cNvPr>
          <p:cNvSpPr>
            <a:spLocks noGrp="1"/>
          </p:cNvSpPr>
          <p:nvPr>
            <p:ph type="sldNum" sz="quarter" idx="4"/>
          </p:nvPr>
        </p:nvSpPr>
        <p:spPr/>
        <p:txBody>
          <a:bodyPr/>
          <a:lstStyle/>
          <a:p>
            <a:fld id="{614D22B9-C88A-F74D-986E-88AF5B093992}" type="slidenum">
              <a:rPr lang="en-US" altLang="en-US" smtClean="0"/>
              <a:pPr/>
              <a:t>27</a:t>
            </a:fld>
            <a:endParaRPr lang="en-US" altLang="en-US"/>
          </a:p>
        </p:txBody>
      </p:sp>
    </p:spTree>
    <p:extLst>
      <p:ext uri="{BB962C8B-B14F-4D97-AF65-F5344CB8AC3E}">
        <p14:creationId xmlns:p14="http://schemas.microsoft.com/office/powerpoint/2010/main" val="627637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6ADC1C-0818-3F64-D1AB-84F2F14DE9FC}"/>
              </a:ext>
            </a:extLst>
          </p:cNvPr>
          <p:cNvSpPr>
            <a:spLocks noGrp="1"/>
          </p:cNvSpPr>
          <p:nvPr>
            <p:ph idx="1"/>
          </p:nvPr>
        </p:nvSpPr>
        <p:spPr>
          <a:xfrm>
            <a:off x="406400" y="1493838"/>
            <a:ext cx="10972800" cy="4525963"/>
          </a:xfrm>
        </p:spPr>
        <p:txBody>
          <a:bodyPr/>
          <a:lstStyle/>
          <a:p>
            <a:pPr lvl="0"/>
            <a:r>
              <a:rPr lang="en-US" dirty="0"/>
              <a:t>Engaging with business stakeholders</a:t>
            </a:r>
          </a:p>
          <a:p>
            <a:pPr lvl="0"/>
            <a:r>
              <a:rPr lang="en-US" dirty="0"/>
              <a:t>Understanding stakeholder expectations (and their context)</a:t>
            </a:r>
          </a:p>
          <a:p>
            <a:pPr lvl="0"/>
            <a:r>
              <a:rPr lang="en-US" dirty="0"/>
              <a:t>Understanding the role of each function and their expectations</a:t>
            </a:r>
          </a:p>
          <a:p>
            <a:pPr lvl="0"/>
            <a:r>
              <a:rPr lang="en-US" dirty="0"/>
              <a:t>Understand the influence of key functions</a:t>
            </a:r>
          </a:p>
        </p:txBody>
      </p:sp>
      <p:sp>
        <p:nvSpPr>
          <p:cNvPr id="3" name="Content Placeholder 2">
            <a:extLst>
              <a:ext uri="{FF2B5EF4-FFF2-40B4-BE49-F238E27FC236}">
                <a16:creationId xmlns:a16="http://schemas.microsoft.com/office/drawing/2014/main" id="{294A2C39-CACD-535E-7FE1-2E375D460458}"/>
              </a:ext>
            </a:extLst>
          </p:cNvPr>
          <p:cNvSpPr>
            <a:spLocks noGrp="1"/>
          </p:cNvSpPr>
          <p:nvPr>
            <p:ph sz="quarter" idx="10"/>
          </p:nvPr>
        </p:nvSpPr>
        <p:spPr>
          <a:xfrm>
            <a:off x="406400" y="152400"/>
            <a:ext cx="8432800" cy="1143000"/>
          </a:xfrm>
        </p:spPr>
        <p:txBody>
          <a:bodyPr/>
          <a:lstStyle/>
          <a:p>
            <a:r>
              <a:rPr lang="en-US" dirty="0"/>
              <a:t>Next Week</a:t>
            </a:r>
          </a:p>
        </p:txBody>
      </p:sp>
      <p:sp>
        <p:nvSpPr>
          <p:cNvPr id="4" name="Slide Number Placeholder 3">
            <a:extLst>
              <a:ext uri="{FF2B5EF4-FFF2-40B4-BE49-F238E27FC236}">
                <a16:creationId xmlns:a16="http://schemas.microsoft.com/office/drawing/2014/main" id="{E7766EFD-3C4B-C2AE-8329-8269787D5661}"/>
              </a:ext>
            </a:extLst>
          </p:cNvPr>
          <p:cNvSpPr>
            <a:spLocks noGrp="1"/>
          </p:cNvSpPr>
          <p:nvPr>
            <p:ph type="sldNum" sz="quarter" idx="4"/>
          </p:nvPr>
        </p:nvSpPr>
        <p:spPr/>
        <p:txBody>
          <a:bodyPr/>
          <a:lstStyle/>
          <a:p>
            <a:fld id="{614D22B9-C88A-F74D-986E-88AF5B093992}" type="slidenum">
              <a:rPr lang="en-US" altLang="en-US" smtClean="0"/>
              <a:pPr/>
              <a:t>28</a:t>
            </a:fld>
            <a:endParaRPr lang="en-US" altLang="en-US"/>
          </a:p>
        </p:txBody>
      </p:sp>
    </p:spTree>
    <p:extLst>
      <p:ext uri="{BB962C8B-B14F-4D97-AF65-F5344CB8AC3E}">
        <p14:creationId xmlns:p14="http://schemas.microsoft.com/office/powerpoint/2010/main" val="3832112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ellow question mark">
            <a:extLst>
              <a:ext uri="{FF2B5EF4-FFF2-40B4-BE49-F238E27FC236}">
                <a16:creationId xmlns:a16="http://schemas.microsoft.com/office/drawing/2014/main" id="{945051E4-7DF1-B8D8-8CED-FBB80F8B84CF}"/>
              </a:ext>
            </a:extLst>
          </p:cNvPr>
          <p:cNvPicPr>
            <a:picLocks noChangeAspect="1"/>
          </p:cNvPicPr>
          <p:nvPr/>
        </p:nvPicPr>
        <p:blipFill rotWithShape="1">
          <a:blip r:embed="rId2"/>
          <a:srcRect t="7220" b="24035"/>
          <a:stretch/>
        </p:blipFill>
        <p:spPr>
          <a:xfrm>
            <a:off x="406400" y="1493838"/>
            <a:ext cx="10972800" cy="4525963"/>
          </a:xfrm>
          <a:prstGeom prst="rect">
            <a:avLst/>
          </a:prstGeom>
          <a:noFill/>
        </p:spPr>
      </p:pic>
      <p:sp>
        <p:nvSpPr>
          <p:cNvPr id="3" name="Content Placeholder 2">
            <a:extLst>
              <a:ext uri="{FF2B5EF4-FFF2-40B4-BE49-F238E27FC236}">
                <a16:creationId xmlns:a16="http://schemas.microsoft.com/office/drawing/2014/main" id="{3D05FEBE-E629-CB0D-C790-59E04B28EFE3}"/>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Questions</a:t>
            </a:r>
            <a:endParaRPr lang="en-US"/>
          </a:p>
        </p:txBody>
      </p:sp>
      <p:sp>
        <p:nvSpPr>
          <p:cNvPr id="2" name="Slide Number Placeholder 1">
            <a:extLst>
              <a:ext uri="{FF2B5EF4-FFF2-40B4-BE49-F238E27FC236}">
                <a16:creationId xmlns:a16="http://schemas.microsoft.com/office/drawing/2014/main" id="{F4526333-C167-42C4-DDD2-4AEC61A5F598}"/>
              </a:ext>
            </a:extLst>
          </p:cNvPr>
          <p:cNvSpPr>
            <a:spLocks noGrp="1"/>
          </p:cNvSpPr>
          <p:nvPr>
            <p:ph type="sldNum" sz="quarter" idx="4"/>
          </p:nvPr>
        </p:nvSpPr>
        <p:spPr/>
        <p:txBody>
          <a:bodyPr/>
          <a:lstStyle/>
          <a:p>
            <a:fld id="{614D22B9-C88A-F74D-986E-88AF5B093992}" type="slidenum">
              <a:rPr lang="en-US" altLang="en-US" smtClean="0"/>
              <a:pPr/>
              <a:t>29</a:t>
            </a:fld>
            <a:endParaRPr lang="en-US" altLang="en-US"/>
          </a:p>
        </p:txBody>
      </p:sp>
    </p:spTree>
    <p:extLst>
      <p:ext uri="{BB962C8B-B14F-4D97-AF65-F5344CB8AC3E}">
        <p14:creationId xmlns:p14="http://schemas.microsoft.com/office/powerpoint/2010/main" val="140481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7" ma:contentTypeDescription="Create a new document." ma:contentTypeScope="" ma:versionID="524f645c567f48f68415b738ed3c3e5a">
  <xsd:schema xmlns:xsd="http://www.w3.org/2001/XMLSchema" xmlns:xs="http://www.w3.org/2001/XMLSchema" xmlns:p="http://schemas.microsoft.com/office/2006/metadata/properties" xmlns:ns2="62c752f1-bd77-4b32-bcd5-44afe1204fc4" targetNamespace="http://schemas.microsoft.com/office/2006/metadata/properties" ma:root="true" ma:fieldsID="ad7003b6bdea35659c5076b91058063b" ns2:_="">
    <xsd:import namespace="62c752f1-bd77-4b32-bcd5-44afe1204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AB716D-AF24-4C4F-A1FF-2B892A487763}"/>
</file>

<file path=customXml/itemProps2.xml><?xml version="1.0" encoding="utf-8"?>
<ds:datastoreItem xmlns:ds="http://schemas.openxmlformats.org/officeDocument/2006/customXml" ds:itemID="{7F4BF9F7-74AA-4892-834F-F35116842E85}"/>
</file>

<file path=customXml/itemProps3.xml><?xml version="1.0" encoding="utf-8"?>
<ds:datastoreItem xmlns:ds="http://schemas.openxmlformats.org/officeDocument/2006/customXml" ds:itemID="{E89ECB86-4BA3-41E9-9FCA-B461B219013B}"/>
</file>

<file path=docProps/app.xml><?xml version="1.0" encoding="utf-8"?>
<Properties xmlns="http://schemas.openxmlformats.org/officeDocument/2006/extended-properties" xmlns:vt="http://schemas.openxmlformats.org/officeDocument/2006/docPropsVTypes">
  <Template/>
  <TotalTime>9310</TotalTime>
  <Words>1693</Words>
  <Application>Microsoft Macintosh PowerPoint</Application>
  <PresentationFormat>Widescreen</PresentationFormat>
  <Paragraphs>217</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Avenir Book</vt:lpstr>
      <vt:lpstr>Calibri</vt:lpstr>
      <vt:lpstr>System Font Regular</vt:lpstr>
      <vt:lpstr>Times New Roman</vt:lpstr>
      <vt:lpstr>Office Theme</vt:lpstr>
      <vt:lpstr>Communication, Estimation &amp;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Rahul Mohandas (RMd)</cp:lastModifiedBy>
  <cp:revision>115</cp:revision>
  <dcterms:created xsi:type="dcterms:W3CDTF">2011-09-14T09:42:05Z</dcterms:created>
  <dcterms:modified xsi:type="dcterms:W3CDTF">2025-08-10T02:35:05Z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