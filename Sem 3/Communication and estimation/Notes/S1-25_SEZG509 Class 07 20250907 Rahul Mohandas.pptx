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60" r:id="rId2"/>
    <p:sldId id="257" r:id="rId3"/>
    <p:sldId id="4221" r:id="rId4"/>
    <p:sldId id="4170" r:id="rId5"/>
    <p:sldId id="4222" r:id="rId6"/>
    <p:sldId id="4245" r:id="rId7"/>
    <p:sldId id="4223" r:id="rId8"/>
    <p:sldId id="4224" r:id="rId9"/>
    <p:sldId id="4243" r:id="rId10"/>
    <p:sldId id="4226" r:id="rId11"/>
    <p:sldId id="4228" r:id="rId12"/>
    <p:sldId id="4225" r:id="rId13"/>
    <p:sldId id="4238" r:id="rId14"/>
    <p:sldId id="4229" r:id="rId15"/>
    <p:sldId id="4230" r:id="rId16"/>
    <p:sldId id="4231" r:id="rId17"/>
    <p:sldId id="4232" r:id="rId18"/>
    <p:sldId id="4239" r:id="rId19"/>
    <p:sldId id="4227" r:id="rId20"/>
    <p:sldId id="287" r:id="rId21"/>
    <p:sldId id="847" r:id="rId22"/>
    <p:sldId id="848" r:id="rId23"/>
    <p:sldId id="849" r:id="rId24"/>
    <p:sldId id="4240" r:id="rId25"/>
    <p:sldId id="854" r:id="rId26"/>
    <p:sldId id="4241" r:id="rId27"/>
    <p:sldId id="4233" r:id="rId28"/>
    <p:sldId id="4234" r:id="rId29"/>
    <p:sldId id="4235" r:id="rId30"/>
    <p:sldId id="4244" r:id="rId31"/>
    <p:sldId id="4242" r:id="rId32"/>
    <p:sldId id="4237" r:id="rId33"/>
    <p:sldId id="4236" r:id="rId34"/>
    <p:sldId id="4174" r:id="rId3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11FC0-E025-C74D-ABDC-A0ACC772E378}" v="25" dt="2025-09-07T02:47:57.3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/>
    <p:restoredTop sz="89315"/>
  </p:normalViewPr>
  <p:slideViewPr>
    <p:cSldViewPr showGuides="1">
      <p:cViewPr varScale="1">
        <p:scale>
          <a:sx n="93" d="100"/>
          <a:sy n="93" d="100"/>
        </p:scale>
        <p:origin x="232" y="536"/>
      </p:cViewPr>
      <p:guideLst>
        <p:guide orient="horz" pos="2256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45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ohandas (RMd)" userId="cdc53f0a-00cb-4490-8a90-22675af5e74d" providerId="ADAL" clId="{33B18583-BD48-3A4A-89F4-FBA63A3F9197}"/>
    <pc:docChg chg="undo custSel addSld delSld modSld sldOrd">
      <pc:chgData name="Rahul Mohandas (RMd)" userId="cdc53f0a-00cb-4490-8a90-22675af5e74d" providerId="ADAL" clId="{33B18583-BD48-3A4A-89F4-FBA63A3F9197}" dt="2024-09-01T13:28:29.034" v="4186" actId="2696"/>
      <pc:docMkLst>
        <pc:docMk/>
      </pc:docMkLst>
      <pc:sldChg chg="modSp mod">
        <pc:chgData name="Rahul Mohandas (RMd)" userId="cdc53f0a-00cb-4490-8a90-22675af5e74d" providerId="ADAL" clId="{33B18583-BD48-3A4A-89F4-FBA63A3F9197}" dt="2024-08-31T11:44:57.660" v="7" actId="20577"/>
        <pc:sldMkLst>
          <pc:docMk/>
          <pc:sldMk cId="0" sldId="257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4097913531" sldId="4101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3109908966" sldId="4102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610765707" sldId="4103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670112012" sldId="4105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2850148947" sldId="4147"/>
        </pc:sldMkLst>
      </pc:sldChg>
      <pc:sldChg chg="modSp add mod">
        <pc:chgData name="Rahul Mohandas (RMd)" userId="cdc53f0a-00cb-4490-8a90-22675af5e74d" providerId="ADAL" clId="{33B18583-BD48-3A4A-89F4-FBA63A3F9197}" dt="2024-08-31T12:08:52.956" v="411" actId="20577"/>
        <pc:sldMkLst>
          <pc:docMk/>
          <pc:sldMk cId="3832112072" sldId="4170"/>
        </pc:sldMkLst>
      </pc:sldChg>
      <pc:sldChg chg="add">
        <pc:chgData name="Rahul Mohandas (RMd)" userId="cdc53f0a-00cb-4490-8a90-22675af5e74d" providerId="ADAL" clId="{33B18583-BD48-3A4A-89F4-FBA63A3F9197}" dt="2024-08-31T11:45:13.740" v="8"/>
        <pc:sldMkLst>
          <pc:docMk/>
          <pc:sldMk cId="1863019508" sldId="4191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22:28.155" v="3791" actId="20577"/>
        <pc:sldMkLst>
          <pc:docMk/>
          <pc:sldMk cId="1607859717" sldId="4192"/>
        </pc:sldMkLst>
      </pc:sldChg>
      <pc:sldChg chg="addSp modSp new mod modClrScheme chgLayout">
        <pc:chgData name="Rahul Mohandas (RMd)" userId="cdc53f0a-00cb-4490-8a90-22675af5e74d" providerId="ADAL" clId="{33B18583-BD48-3A4A-89F4-FBA63A3F9197}" dt="2024-09-01T05:49:27.083" v="1381" actId="20577"/>
        <pc:sldMkLst>
          <pc:docMk/>
          <pc:sldMk cId="1106237882" sldId="4193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13:22:49.975" v="3801" actId="404"/>
        <pc:sldMkLst>
          <pc:docMk/>
          <pc:sldMk cId="1541232329" sldId="4194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16:19.581" v="3486" actId="20577"/>
        <pc:sldMkLst>
          <pc:docMk/>
          <pc:sldMk cId="2507466782" sldId="4195"/>
        </pc:sldMkLst>
      </pc:sldChg>
      <pc:sldChg chg="addSp delSp modSp new mod modClrScheme chgLayout">
        <pc:chgData name="Rahul Mohandas (RMd)" userId="cdc53f0a-00cb-4490-8a90-22675af5e74d" providerId="ADAL" clId="{33B18583-BD48-3A4A-89F4-FBA63A3F9197}" dt="2024-09-01T05:52:36.077" v="1434" actId="1037"/>
        <pc:sldMkLst>
          <pc:docMk/>
          <pc:sldMk cId="1918004366" sldId="4196"/>
        </pc:sldMkLst>
      </pc:sldChg>
      <pc:sldChg chg="addSp modSp new mod modClrScheme chgLayout">
        <pc:chgData name="Rahul Mohandas (RMd)" userId="cdc53f0a-00cb-4490-8a90-22675af5e74d" providerId="ADAL" clId="{33B18583-BD48-3A4A-89F4-FBA63A3F9197}" dt="2024-09-01T05:49:14.668" v="1371" actId="20577"/>
        <pc:sldMkLst>
          <pc:docMk/>
          <pc:sldMk cId="1357951568" sldId="4197"/>
        </pc:sldMkLst>
      </pc:sldChg>
      <pc:sldChg chg="modSp new mod ord modNotesTx">
        <pc:chgData name="Rahul Mohandas (RMd)" userId="cdc53f0a-00cb-4490-8a90-22675af5e74d" providerId="ADAL" clId="{33B18583-BD48-3A4A-89F4-FBA63A3F9197}" dt="2024-09-01T12:58:51.755" v="2582" actId="12"/>
        <pc:sldMkLst>
          <pc:docMk/>
          <pc:sldMk cId="1117999722" sldId="4198"/>
        </pc:sldMkLst>
      </pc:sldChg>
      <pc:sldChg chg="modSp new mod modNotesTx">
        <pc:chgData name="Rahul Mohandas (RMd)" userId="cdc53f0a-00cb-4490-8a90-22675af5e74d" providerId="ADAL" clId="{33B18583-BD48-3A4A-89F4-FBA63A3F9197}" dt="2024-09-01T12:59:54.421" v="2702" actId="20577"/>
        <pc:sldMkLst>
          <pc:docMk/>
          <pc:sldMk cId="484839034" sldId="4199"/>
        </pc:sldMkLst>
      </pc:sldChg>
      <pc:sldChg chg="modSp new mod">
        <pc:chgData name="Rahul Mohandas (RMd)" userId="cdc53f0a-00cb-4490-8a90-22675af5e74d" providerId="ADAL" clId="{33B18583-BD48-3A4A-89F4-FBA63A3F9197}" dt="2024-09-01T13:25:02.412" v="3976" actId="20577"/>
        <pc:sldMkLst>
          <pc:docMk/>
          <pc:sldMk cId="1558365412" sldId="4200"/>
        </pc:sldMkLst>
      </pc:sldChg>
      <pc:sldChg chg="modSp new mod">
        <pc:chgData name="Rahul Mohandas (RMd)" userId="cdc53f0a-00cb-4490-8a90-22675af5e74d" providerId="ADAL" clId="{33B18583-BD48-3A4A-89F4-FBA63A3F9197}" dt="2024-09-01T05:28:54.284" v="895" actId="113"/>
        <pc:sldMkLst>
          <pc:docMk/>
          <pc:sldMk cId="1908076403" sldId="4201"/>
        </pc:sldMkLst>
      </pc:sldChg>
      <pc:sldChg chg="new del">
        <pc:chgData name="Rahul Mohandas (RMd)" userId="cdc53f0a-00cb-4490-8a90-22675af5e74d" providerId="ADAL" clId="{33B18583-BD48-3A4A-89F4-FBA63A3F9197}" dt="2024-09-01T13:28:29.034" v="4186" actId="2696"/>
        <pc:sldMkLst>
          <pc:docMk/>
          <pc:sldMk cId="120478877" sldId="4202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2395964172" sldId="4204"/>
        </pc:sldMkLst>
      </pc:sldChg>
      <pc:sldChg chg="del">
        <pc:chgData name="Rahul Mohandas (RMd)" userId="cdc53f0a-00cb-4490-8a90-22675af5e74d" providerId="ADAL" clId="{33B18583-BD48-3A4A-89F4-FBA63A3F9197}" dt="2024-08-24T16:16:18.530" v="0" actId="2696"/>
        <pc:sldMkLst>
          <pc:docMk/>
          <pc:sldMk cId="195159601" sldId="4215"/>
        </pc:sldMkLst>
      </pc:sldChg>
      <pc:sldChg chg="add">
        <pc:chgData name="Rahul Mohandas (RMd)" userId="cdc53f0a-00cb-4490-8a90-22675af5e74d" providerId="ADAL" clId="{33B18583-BD48-3A4A-89F4-FBA63A3F9197}" dt="2024-09-01T05:21:19.592" v="844"/>
        <pc:sldMkLst>
          <pc:docMk/>
          <pc:sldMk cId="2142588143" sldId="4217"/>
        </pc:sldMkLst>
      </pc:sldChg>
      <pc:sldChg chg="modSp add del mod">
        <pc:chgData name="Rahul Mohandas (RMd)" userId="cdc53f0a-00cb-4490-8a90-22675af5e74d" providerId="ADAL" clId="{33B18583-BD48-3A4A-89F4-FBA63A3F9197}" dt="2024-09-01T06:14:12.312" v="1947" actId="2696"/>
        <pc:sldMkLst>
          <pc:docMk/>
          <pc:sldMk cId="3996500199" sldId="4218"/>
        </pc:sldMkLst>
      </pc:sldChg>
      <pc:sldChg chg="addSp delSp modSp new mod modClrScheme chgLayout">
        <pc:chgData name="Rahul Mohandas (RMd)" userId="cdc53f0a-00cb-4490-8a90-22675af5e74d" providerId="ADAL" clId="{33B18583-BD48-3A4A-89F4-FBA63A3F9197}" dt="2024-09-01T06:15:16.551" v="1986" actId="20577"/>
        <pc:sldMkLst>
          <pc:docMk/>
          <pc:sldMk cId="2231604144" sldId="4219"/>
        </pc:sldMkLst>
      </pc:sldChg>
      <pc:sldChg chg="modSp new del mod">
        <pc:chgData name="Rahul Mohandas (RMd)" userId="cdc53f0a-00cb-4490-8a90-22675af5e74d" providerId="ADAL" clId="{33B18583-BD48-3A4A-89F4-FBA63A3F9197}" dt="2024-09-01T06:08:03.524" v="1603" actId="2696"/>
        <pc:sldMkLst>
          <pc:docMk/>
          <pc:sldMk cId="453101439" sldId="4220"/>
        </pc:sldMkLst>
      </pc:sldChg>
      <pc:sldChg chg="new del">
        <pc:chgData name="Rahul Mohandas (RMd)" userId="cdc53f0a-00cb-4490-8a90-22675af5e74d" providerId="ADAL" clId="{33B18583-BD48-3A4A-89F4-FBA63A3F9197}" dt="2024-09-01T06:09:12.676" v="1808" actId="2696"/>
        <pc:sldMkLst>
          <pc:docMk/>
          <pc:sldMk cId="3686608539" sldId="4220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06:13:42.572" v="1918" actId="20578"/>
        <pc:sldMkLst>
          <pc:docMk/>
          <pc:sldMk cId="1420539506" sldId="4221"/>
        </pc:sldMkLst>
      </pc:sldChg>
      <pc:sldChg chg="addSp delSp modSp new mod ord modClrScheme chgLayout">
        <pc:chgData name="Rahul Mohandas (RMd)" userId="cdc53f0a-00cb-4490-8a90-22675af5e74d" providerId="ADAL" clId="{33B18583-BD48-3A4A-89F4-FBA63A3F9197}" dt="2024-09-01T06:27:39.852" v="2432" actId="1076"/>
        <pc:sldMkLst>
          <pc:docMk/>
          <pc:sldMk cId="2894385142" sldId="4222"/>
        </pc:sldMkLst>
      </pc:sldChg>
      <pc:sldChg chg="addSp delSp modSp new mod modClrScheme chgLayout modNotesTx">
        <pc:chgData name="Rahul Mohandas (RMd)" userId="cdc53f0a-00cb-4490-8a90-22675af5e74d" providerId="ADAL" clId="{33B18583-BD48-3A4A-89F4-FBA63A3F9197}" dt="2024-09-01T13:01:38.050" v="3037" actId="5793"/>
        <pc:sldMkLst>
          <pc:docMk/>
          <pc:sldMk cId="3798656223" sldId="4223"/>
        </pc:sldMkLst>
      </pc:sldChg>
      <pc:sldChg chg="addSp delSp modSp new mod modNotesTx">
        <pc:chgData name="Rahul Mohandas (RMd)" userId="cdc53f0a-00cb-4490-8a90-22675af5e74d" providerId="ADAL" clId="{33B18583-BD48-3A4A-89F4-FBA63A3F9197}" dt="2024-09-01T13:12:47.710" v="3367" actId="20577"/>
        <pc:sldMkLst>
          <pc:docMk/>
          <pc:sldMk cId="389070791" sldId="4224"/>
        </pc:sldMkLst>
      </pc:sldChg>
      <pc:sldChg chg="modSp new mod">
        <pc:chgData name="Rahul Mohandas (RMd)" userId="cdc53f0a-00cb-4490-8a90-22675af5e74d" providerId="ADAL" clId="{33B18583-BD48-3A4A-89F4-FBA63A3F9197}" dt="2024-09-01T13:27:21.562" v="4185" actId="20577"/>
        <pc:sldMkLst>
          <pc:docMk/>
          <pc:sldMk cId="3817639080" sldId="4225"/>
        </pc:sldMkLst>
      </pc:sldChg>
    </pc:docChg>
  </pc:docChgLst>
  <pc:docChgLst>
    <pc:chgData name="Rahul Mohandas (RMd)" userId="cdc53f0a-00cb-4490-8a90-22675af5e74d" providerId="ADAL" clId="{0DD2607D-9CF5-F34F-84F9-BD7B4DD6A5D8}"/>
    <pc:docChg chg="custSel addSld delSld modSld modMainMaster">
      <pc:chgData name="Rahul Mohandas (RMd)" userId="cdc53f0a-00cb-4490-8a90-22675af5e74d" providerId="ADAL" clId="{0DD2607D-9CF5-F34F-84F9-BD7B4DD6A5D8}" dt="2025-03-02T12:16:25.427" v="737" actId="20577"/>
      <pc:docMkLst>
        <pc:docMk/>
      </pc:docMkLst>
      <pc:sldChg chg="modSp mod">
        <pc:chgData name="Rahul Mohandas (RMd)" userId="cdc53f0a-00cb-4490-8a90-22675af5e74d" providerId="ADAL" clId="{0DD2607D-9CF5-F34F-84F9-BD7B4DD6A5D8}" dt="2025-03-02T06:22:05.768" v="10" actId="20577"/>
        <pc:sldMkLst>
          <pc:docMk/>
          <pc:sldMk cId="0" sldId="257"/>
        </pc:sldMkLst>
      </pc:sldChg>
      <pc:sldChg chg="addSp modSp">
        <pc:chgData name="Rahul Mohandas (RMd)" userId="cdc53f0a-00cb-4490-8a90-22675af5e74d" providerId="ADAL" clId="{0DD2607D-9CF5-F34F-84F9-BD7B4DD6A5D8}" dt="2025-03-02T06:23:48.713" v="41"/>
        <pc:sldMkLst>
          <pc:docMk/>
          <pc:sldMk cId="3018895651" sldId="287"/>
        </pc:sldMkLst>
      </pc:sldChg>
      <pc:sldChg chg="addSp modSp">
        <pc:chgData name="Rahul Mohandas (RMd)" userId="cdc53f0a-00cb-4490-8a90-22675af5e74d" providerId="ADAL" clId="{0DD2607D-9CF5-F34F-84F9-BD7B4DD6A5D8}" dt="2025-03-02T06:23:50.230" v="42"/>
        <pc:sldMkLst>
          <pc:docMk/>
          <pc:sldMk cId="2801072329" sldId="847"/>
        </pc:sldMkLst>
      </pc:sldChg>
      <pc:sldChg chg="addSp modSp">
        <pc:chgData name="Rahul Mohandas (RMd)" userId="cdc53f0a-00cb-4490-8a90-22675af5e74d" providerId="ADAL" clId="{0DD2607D-9CF5-F34F-84F9-BD7B4DD6A5D8}" dt="2025-03-02T06:23:51.379" v="43"/>
        <pc:sldMkLst>
          <pc:docMk/>
          <pc:sldMk cId="432792832" sldId="848"/>
        </pc:sldMkLst>
      </pc:sldChg>
      <pc:sldChg chg="addSp modSp">
        <pc:chgData name="Rahul Mohandas (RMd)" userId="cdc53f0a-00cb-4490-8a90-22675af5e74d" providerId="ADAL" clId="{0DD2607D-9CF5-F34F-84F9-BD7B4DD6A5D8}" dt="2025-03-02T06:23:52.508" v="44"/>
        <pc:sldMkLst>
          <pc:docMk/>
          <pc:sldMk cId="2578854208" sldId="849"/>
        </pc:sldMkLst>
      </pc:sldChg>
      <pc:sldChg chg="addSp modSp">
        <pc:chgData name="Rahul Mohandas (RMd)" userId="cdc53f0a-00cb-4490-8a90-22675af5e74d" providerId="ADAL" clId="{0DD2607D-9CF5-F34F-84F9-BD7B4DD6A5D8}" dt="2025-03-02T06:23:53.944" v="45"/>
        <pc:sldMkLst>
          <pc:docMk/>
          <pc:sldMk cId="2261848272" sldId="854"/>
        </pc:sldMkLst>
      </pc:sldChg>
      <pc:sldChg chg="addSp modSp">
        <pc:chgData name="Rahul Mohandas (RMd)" userId="cdc53f0a-00cb-4490-8a90-22675af5e74d" providerId="ADAL" clId="{0DD2607D-9CF5-F34F-84F9-BD7B4DD6A5D8}" dt="2025-03-02T06:23:28.811" v="29"/>
        <pc:sldMkLst>
          <pc:docMk/>
          <pc:sldMk cId="3832112072" sldId="4170"/>
        </pc:sldMkLst>
      </pc:sldChg>
      <pc:sldChg chg="addSp modSp">
        <pc:chgData name="Rahul Mohandas (RMd)" userId="cdc53f0a-00cb-4490-8a90-22675af5e74d" providerId="ADAL" clId="{0DD2607D-9CF5-F34F-84F9-BD7B4DD6A5D8}" dt="2025-03-02T06:23:27.301" v="28"/>
        <pc:sldMkLst>
          <pc:docMk/>
          <pc:sldMk cId="1908076403" sldId="4201"/>
        </pc:sldMkLst>
      </pc:sldChg>
      <pc:sldChg chg="addSp modSp">
        <pc:chgData name="Rahul Mohandas (RMd)" userId="cdc53f0a-00cb-4490-8a90-22675af5e74d" providerId="ADAL" clId="{0DD2607D-9CF5-F34F-84F9-BD7B4DD6A5D8}" dt="2025-03-02T06:23:31.016" v="30"/>
        <pc:sldMkLst>
          <pc:docMk/>
          <pc:sldMk cId="1420539506" sldId="4221"/>
        </pc:sldMkLst>
      </pc:sldChg>
      <pc:sldChg chg="addSp modSp">
        <pc:chgData name="Rahul Mohandas (RMd)" userId="cdc53f0a-00cb-4490-8a90-22675af5e74d" providerId="ADAL" clId="{0DD2607D-9CF5-F34F-84F9-BD7B4DD6A5D8}" dt="2025-03-02T06:23:32.274" v="31"/>
        <pc:sldMkLst>
          <pc:docMk/>
          <pc:sldMk cId="1321300221" sldId="4222"/>
        </pc:sldMkLst>
      </pc:sldChg>
      <pc:sldChg chg="addSp modSp">
        <pc:chgData name="Rahul Mohandas (RMd)" userId="cdc53f0a-00cb-4490-8a90-22675af5e74d" providerId="ADAL" clId="{0DD2607D-9CF5-F34F-84F9-BD7B4DD6A5D8}" dt="2025-03-02T06:23:33.396" v="32"/>
        <pc:sldMkLst>
          <pc:docMk/>
          <pc:sldMk cId="1980358568" sldId="4223"/>
        </pc:sldMkLst>
      </pc:sldChg>
      <pc:sldChg chg="addSp modSp">
        <pc:chgData name="Rahul Mohandas (RMd)" userId="cdc53f0a-00cb-4490-8a90-22675af5e74d" providerId="ADAL" clId="{0DD2607D-9CF5-F34F-84F9-BD7B4DD6A5D8}" dt="2025-03-02T06:23:34.651" v="33"/>
        <pc:sldMkLst>
          <pc:docMk/>
          <pc:sldMk cId="457557581" sldId="4224"/>
        </pc:sldMkLst>
      </pc:sldChg>
      <pc:sldChg chg="addSp modSp">
        <pc:chgData name="Rahul Mohandas (RMd)" userId="cdc53f0a-00cb-4490-8a90-22675af5e74d" providerId="ADAL" clId="{0DD2607D-9CF5-F34F-84F9-BD7B4DD6A5D8}" dt="2025-03-02T06:23:38.250" v="35"/>
        <pc:sldMkLst>
          <pc:docMk/>
          <pc:sldMk cId="2002316847" sldId="4225"/>
        </pc:sldMkLst>
      </pc:sldChg>
      <pc:sldChg chg="addSp modSp">
        <pc:chgData name="Rahul Mohandas (RMd)" userId="cdc53f0a-00cb-4490-8a90-22675af5e74d" providerId="ADAL" clId="{0DD2607D-9CF5-F34F-84F9-BD7B4DD6A5D8}" dt="2025-03-02T06:23:35.873" v="34"/>
        <pc:sldMkLst>
          <pc:docMk/>
          <pc:sldMk cId="3872379842" sldId="4226"/>
        </pc:sldMkLst>
      </pc:sldChg>
      <pc:sldChg chg="addSp modSp">
        <pc:chgData name="Rahul Mohandas (RMd)" userId="cdc53f0a-00cb-4490-8a90-22675af5e74d" providerId="ADAL" clId="{0DD2607D-9CF5-F34F-84F9-BD7B4DD6A5D8}" dt="2025-03-02T06:23:40.909" v="37"/>
        <pc:sldMkLst>
          <pc:docMk/>
          <pc:sldMk cId="2233993631" sldId="4229"/>
        </pc:sldMkLst>
      </pc:sldChg>
      <pc:sldChg chg="addSp modSp">
        <pc:chgData name="Rahul Mohandas (RMd)" userId="cdc53f0a-00cb-4490-8a90-22675af5e74d" providerId="ADAL" clId="{0DD2607D-9CF5-F34F-84F9-BD7B4DD6A5D8}" dt="2025-03-02T06:23:42.643" v="38"/>
        <pc:sldMkLst>
          <pc:docMk/>
          <pc:sldMk cId="3301165497" sldId="4230"/>
        </pc:sldMkLst>
      </pc:sldChg>
      <pc:sldChg chg="addSp modSp">
        <pc:chgData name="Rahul Mohandas (RMd)" userId="cdc53f0a-00cb-4490-8a90-22675af5e74d" providerId="ADAL" clId="{0DD2607D-9CF5-F34F-84F9-BD7B4DD6A5D8}" dt="2025-03-02T06:23:44.183" v="39"/>
        <pc:sldMkLst>
          <pc:docMk/>
          <pc:sldMk cId="401233670" sldId="4231"/>
        </pc:sldMkLst>
      </pc:sldChg>
      <pc:sldChg chg="addSp modSp">
        <pc:chgData name="Rahul Mohandas (RMd)" userId="cdc53f0a-00cb-4490-8a90-22675af5e74d" providerId="ADAL" clId="{0DD2607D-9CF5-F34F-84F9-BD7B4DD6A5D8}" dt="2025-03-02T06:23:45.751" v="40"/>
        <pc:sldMkLst>
          <pc:docMk/>
          <pc:sldMk cId="3611807449" sldId="4232"/>
        </pc:sldMkLst>
      </pc:sldChg>
      <pc:sldChg chg="addSp modSp">
        <pc:chgData name="Rahul Mohandas (RMd)" userId="cdc53f0a-00cb-4490-8a90-22675af5e74d" providerId="ADAL" clId="{0DD2607D-9CF5-F34F-84F9-BD7B4DD6A5D8}" dt="2025-03-02T06:23:56.205" v="46"/>
        <pc:sldMkLst>
          <pc:docMk/>
          <pc:sldMk cId="3633019010" sldId="4234"/>
        </pc:sldMkLst>
      </pc:sldChg>
      <pc:sldChg chg="addSp modSp">
        <pc:chgData name="Rahul Mohandas (RMd)" userId="cdc53f0a-00cb-4490-8a90-22675af5e74d" providerId="ADAL" clId="{0DD2607D-9CF5-F34F-84F9-BD7B4DD6A5D8}" dt="2025-03-02T06:23:57.789" v="47"/>
        <pc:sldMkLst>
          <pc:docMk/>
          <pc:sldMk cId="1270006241" sldId="4235"/>
        </pc:sldMkLst>
      </pc:sldChg>
      <pc:sldChg chg="addSp modSp">
        <pc:chgData name="Rahul Mohandas (RMd)" userId="cdc53f0a-00cb-4490-8a90-22675af5e74d" providerId="ADAL" clId="{0DD2607D-9CF5-F34F-84F9-BD7B4DD6A5D8}" dt="2025-03-02T06:24:01.223" v="50"/>
        <pc:sldMkLst>
          <pc:docMk/>
          <pc:sldMk cId="1803508234" sldId="4236"/>
        </pc:sldMkLst>
      </pc:sldChg>
      <pc:sldChg chg="addSp delSp modSp mod">
        <pc:chgData name="Rahul Mohandas (RMd)" userId="cdc53f0a-00cb-4490-8a90-22675af5e74d" providerId="ADAL" clId="{0DD2607D-9CF5-F34F-84F9-BD7B4DD6A5D8}" dt="2025-03-02T06:23:59.977" v="49" actId="478"/>
        <pc:sldMkLst>
          <pc:docMk/>
          <pc:sldMk cId="1057917540" sldId="4237"/>
        </pc:sldMkLst>
      </pc:sldChg>
      <pc:sldChg chg="addSp modSp">
        <pc:chgData name="Rahul Mohandas (RMd)" userId="cdc53f0a-00cb-4490-8a90-22675af5e74d" providerId="ADAL" clId="{0DD2607D-9CF5-F34F-84F9-BD7B4DD6A5D8}" dt="2025-03-02T06:23:39.515" v="36"/>
        <pc:sldMkLst>
          <pc:docMk/>
          <pc:sldMk cId="3314583710" sldId="4238"/>
        </pc:sldMkLst>
      </pc:sldChg>
      <pc:sldChg chg="new del">
        <pc:chgData name="Rahul Mohandas (RMd)" userId="cdc53f0a-00cb-4490-8a90-22675af5e74d" providerId="ADAL" clId="{0DD2607D-9CF5-F34F-84F9-BD7B4DD6A5D8}" dt="2025-03-02T06:23:18.439" v="27" actId="2696"/>
        <pc:sldMkLst>
          <pc:docMk/>
          <pc:sldMk cId="2458227457" sldId="4239"/>
        </pc:sldMkLst>
      </pc:sldChg>
      <pc:sldChg chg="modSp new mod">
        <pc:chgData name="Rahul Mohandas (RMd)" userId="cdc53f0a-00cb-4490-8a90-22675af5e74d" providerId="ADAL" clId="{0DD2607D-9CF5-F34F-84F9-BD7B4DD6A5D8}" dt="2025-03-02T12:13:13.202" v="337" actId="15"/>
        <pc:sldMkLst>
          <pc:docMk/>
          <pc:sldMk cId="2574877903" sldId="4239"/>
        </pc:sldMkLst>
      </pc:sldChg>
      <pc:sldChg chg="add del">
        <pc:chgData name="Rahul Mohandas (RMd)" userId="cdc53f0a-00cb-4490-8a90-22675af5e74d" providerId="ADAL" clId="{0DD2607D-9CF5-F34F-84F9-BD7B4DD6A5D8}" dt="2025-03-02T06:23:07.118" v="23"/>
        <pc:sldMkLst>
          <pc:docMk/>
          <pc:sldMk cId="3990501689" sldId="4239"/>
        </pc:sldMkLst>
      </pc:sldChg>
      <pc:sldChg chg="new del">
        <pc:chgData name="Rahul Mohandas (RMd)" userId="cdc53f0a-00cb-4490-8a90-22675af5e74d" providerId="ADAL" clId="{0DD2607D-9CF5-F34F-84F9-BD7B4DD6A5D8}" dt="2025-03-02T06:23:16.826" v="26" actId="2696"/>
        <pc:sldMkLst>
          <pc:docMk/>
          <pc:sldMk cId="2097955084" sldId="4240"/>
        </pc:sldMkLst>
      </pc:sldChg>
      <pc:sldChg chg="addSp modSp new mod modClrScheme chgLayout">
        <pc:chgData name="Rahul Mohandas (RMd)" userId="cdc53f0a-00cb-4490-8a90-22675af5e74d" providerId="ADAL" clId="{0DD2607D-9CF5-F34F-84F9-BD7B4DD6A5D8}" dt="2025-03-02T12:14:36.548" v="567" actId="20577"/>
        <pc:sldMkLst>
          <pc:docMk/>
          <pc:sldMk cId="2197813522" sldId="4240"/>
        </pc:sldMkLst>
      </pc:sldChg>
      <pc:sldChg chg="addSp delSp modSp new mod modClrScheme chgLayout modNotesTx">
        <pc:chgData name="Rahul Mohandas (RMd)" userId="cdc53f0a-00cb-4490-8a90-22675af5e74d" providerId="ADAL" clId="{0DD2607D-9CF5-F34F-84F9-BD7B4DD6A5D8}" dt="2025-03-02T12:16:25.427" v="737" actId="20577"/>
        <pc:sldMkLst>
          <pc:docMk/>
          <pc:sldMk cId="4093136844" sldId="4241"/>
        </pc:sldMkLst>
      </pc:sldChg>
      <pc:sldMasterChg chg="modSldLayout">
        <pc:chgData name="Rahul Mohandas (RMd)" userId="cdc53f0a-00cb-4490-8a90-22675af5e74d" providerId="ADAL" clId="{0DD2607D-9CF5-F34F-84F9-BD7B4DD6A5D8}" dt="2025-03-02T06:22:59.291" v="21"/>
        <pc:sldMasterMkLst>
          <pc:docMk/>
          <pc:sldMasterMk cId="0" sldId="2147483648"/>
        </pc:sldMasterMkLst>
        <pc:sldLayoutChg chg="addSp modSp mod">
          <pc:chgData name="Rahul Mohandas (RMd)" userId="cdc53f0a-00cb-4490-8a90-22675af5e74d" providerId="ADAL" clId="{0DD2607D-9CF5-F34F-84F9-BD7B4DD6A5D8}" dt="2025-03-02T06:22:53.530" v="18" actId="14100"/>
          <pc:sldLayoutMkLst>
            <pc:docMk/>
            <pc:sldMasterMk cId="0" sldId="2147483648"/>
            <pc:sldLayoutMk cId="975937277" sldId="2147483719"/>
          </pc:sldLayoutMkLst>
        </pc:sldLayoutChg>
        <pc:sldLayoutChg chg="addSp modSp">
          <pc:chgData name="Rahul Mohandas (RMd)" userId="cdc53f0a-00cb-4490-8a90-22675af5e74d" providerId="ADAL" clId="{0DD2607D-9CF5-F34F-84F9-BD7B4DD6A5D8}" dt="2025-03-02T06:22:57.118" v="19"/>
          <pc:sldLayoutMkLst>
            <pc:docMk/>
            <pc:sldMasterMk cId="0" sldId="2147483648"/>
            <pc:sldLayoutMk cId="1409962327" sldId="2147483720"/>
          </pc:sldLayoutMkLst>
        </pc:sldLayoutChg>
        <pc:sldLayoutChg chg="addSp modSp">
          <pc:chgData name="Rahul Mohandas (RMd)" userId="cdc53f0a-00cb-4490-8a90-22675af5e74d" providerId="ADAL" clId="{0DD2607D-9CF5-F34F-84F9-BD7B4DD6A5D8}" dt="2025-03-02T06:22:58.177" v="20"/>
          <pc:sldLayoutMkLst>
            <pc:docMk/>
            <pc:sldMasterMk cId="0" sldId="2147483648"/>
            <pc:sldLayoutMk cId="3232453031" sldId="2147483721"/>
          </pc:sldLayoutMkLst>
        </pc:sldLayoutChg>
        <pc:sldLayoutChg chg="addSp modSp">
          <pc:chgData name="Rahul Mohandas (RMd)" userId="cdc53f0a-00cb-4490-8a90-22675af5e74d" providerId="ADAL" clId="{0DD2607D-9CF5-F34F-84F9-BD7B4DD6A5D8}" dt="2025-03-02T06:22:59.291" v="21"/>
          <pc:sldLayoutMkLst>
            <pc:docMk/>
            <pc:sldMasterMk cId="0" sldId="2147483648"/>
            <pc:sldLayoutMk cId="3056628485" sldId="2147483722"/>
          </pc:sldLayoutMkLst>
        </pc:sldLayoutChg>
      </pc:sldMasterChg>
    </pc:docChg>
  </pc:docChgLst>
  <pc:docChgLst>
    <pc:chgData name="Rahul Mohandas (RMd)" userId="cdc53f0a-00cb-4490-8a90-22675af5e74d" providerId="ADAL" clId="{F852B726-59BD-B041-AA09-29D3826A78D4}"/>
    <pc:docChg chg="undo custSel addSld delSld modSld sldOrd modMainMaster">
      <pc:chgData name="Rahul Mohandas (RMd)" userId="cdc53f0a-00cb-4490-8a90-22675af5e74d" providerId="ADAL" clId="{F852B726-59BD-B041-AA09-29D3826A78D4}" dt="2024-09-08T10:06:05.174" v="1803" actId="478"/>
      <pc:docMkLst>
        <pc:docMk/>
      </pc:docMkLst>
      <pc:sldChg chg="modSp mod">
        <pc:chgData name="Rahul Mohandas (RMd)" userId="cdc53f0a-00cb-4490-8a90-22675af5e74d" providerId="ADAL" clId="{F852B726-59BD-B041-AA09-29D3826A78D4}" dt="2024-09-07T12:54:53.217" v="1" actId="20577"/>
        <pc:sldMkLst>
          <pc:docMk/>
          <pc:sldMk cId="0" sldId="25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27.964" v="339" actId="208"/>
        <pc:sldMkLst>
          <pc:docMk/>
          <pc:sldMk cId="3018895651" sldId="28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42.851" v="341"/>
        <pc:sldMkLst>
          <pc:docMk/>
          <pc:sldMk cId="2801072329" sldId="847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51.322" v="343"/>
        <pc:sldMkLst>
          <pc:docMk/>
          <pc:sldMk cId="432792832" sldId="848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24:57.446" v="345"/>
        <pc:sldMkLst>
          <pc:docMk/>
          <pc:sldMk cId="2578854208" sldId="849"/>
        </pc:sldMkLst>
      </pc:sldChg>
      <pc:sldChg chg="addSp delSp modSp add mod modClrScheme chgLayout">
        <pc:chgData name="Rahul Mohandas (RMd)" userId="cdc53f0a-00cb-4490-8a90-22675af5e74d" providerId="ADAL" clId="{F852B726-59BD-B041-AA09-29D3826A78D4}" dt="2024-09-07T15:59:30.899" v="1123" actId="1035"/>
        <pc:sldMkLst>
          <pc:docMk/>
          <pc:sldMk cId="2261848272" sldId="854"/>
        </pc:sldMkLst>
      </pc:sldChg>
      <pc:sldChg chg="modSp mod">
        <pc:chgData name="Rahul Mohandas (RMd)" userId="cdc53f0a-00cb-4490-8a90-22675af5e74d" providerId="ADAL" clId="{F852B726-59BD-B041-AA09-29D3826A78D4}" dt="2024-09-07T12:55:18.713" v="27" actId="20577"/>
        <pc:sldMkLst>
          <pc:docMk/>
          <pc:sldMk cId="3832112072" sldId="4170"/>
        </pc:sldMkLst>
      </pc:sldChg>
      <pc:sldChg chg="del">
        <pc:chgData name="Rahul Mohandas (RMd)" userId="cdc53f0a-00cb-4490-8a90-22675af5e74d" providerId="ADAL" clId="{F852B726-59BD-B041-AA09-29D3826A78D4}" dt="2024-09-07T12:55:02.654" v="2" actId="2696"/>
        <pc:sldMkLst>
          <pc:docMk/>
          <pc:sldMk cId="1863019508" sldId="4191"/>
        </pc:sldMkLst>
      </pc:sldChg>
      <pc:sldChg chg="del">
        <pc:chgData name="Rahul Mohandas (RMd)" userId="cdc53f0a-00cb-4490-8a90-22675af5e74d" providerId="ADAL" clId="{F852B726-59BD-B041-AA09-29D3826A78D4}" dt="2024-09-07T12:56:22.110" v="33" actId="2696"/>
        <pc:sldMkLst>
          <pc:docMk/>
          <pc:sldMk cId="1607859717" sldId="4192"/>
        </pc:sldMkLst>
      </pc:sldChg>
      <pc:sldChg chg="del">
        <pc:chgData name="Rahul Mohandas (RMd)" userId="cdc53f0a-00cb-4490-8a90-22675af5e74d" providerId="ADAL" clId="{F852B726-59BD-B041-AA09-29D3826A78D4}" dt="2024-09-07T12:56:22.111" v="34" actId="2696"/>
        <pc:sldMkLst>
          <pc:docMk/>
          <pc:sldMk cId="1106237882" sldId="4193"/>
        </pc:sldMkLst>
      </pc:sldChg>
      <pc:sldChg chg="del">
        <pc:chgData name="Rahul Mohandas (RMd)" userId="cdc53f0a-00cb-4490-8a90-22675af5e74d" providerId="ADAL" clId="{F852B726-59BD-B041-AA09-29D3826A78D4}" dt="2024-09-07T12:56:22.124" v="40" actId="2696"/>
        <pc:sldMkLst>
          <pc:docMk/>
          <pc:sldMk cId="1541232329" sldId="4194"/>
        </pc:sldMkLst>
      </pc:sldChg>
      <pc:sldChg chg="del">
        <pc:chgData name="Rahul Mohandas (RMd)" userId="cdc53f0a-00cb-4490-8a90-22675af5e74d" providerId="ADAL" clId="{F852B726-59BD-B041-AA09-29D3826A78D4}" dt="2024-09-07T12:56:22.105" v="32" actId="2696"/>
        <pc:sldMkLst>
          <pc:docMk/>
          <pc:sldMk cId="2507466782" sldId="4195"/>
        </pc:sldMkLst>
      </pc:sldChg>
      <pc:sldChg chg="del">
        <pc:chgData name="Rahul Mohandas (RMd)" userId="cdc53f0a-00cb-4490-8a90-22675af5e74d" providerId="ADAL" clId="{F852B726-59BD-B041-AA09-29D3826A78D4}" dt="2024-09-07T12:56:22.104" v="31" actId="2696"/>
        <pc:sldMkLst>
          <pc:docMk/>
          <pc:sldMk cId="1918004366" sldId="4196"/>
        </pc:sldMkLst>
      </pc:sldChg>
      <pc:sldChg chg="del">
        <pc:chgData name="Rahul Mohandas (RMd)" userId="cdc53f0a-00cb-4490-8a90-22675af5e74d" providerId="ADAL" clId="{F852B726-59BD-B041-AA09-29D3826A78D4}" dt="2024-09-07T12:56:22.114" v="37" actId="2696"/>
        <pc:sldMkLst>
          <pc:docMk/>
          <pc:sldMk cId="1357951568" sldId="4197"/>
        </pc:sldMkLst>
      </pc:sldChg>
      <pc:sldChg chg="del">
        <pc:chgData name="Rahul Mohandas (RMd)" userId="cdc53f0a-00cb-4490-8a90-22675af5e74d" providerId="ADAL" clId="{F852B726-59BD-B041-AA09-29D3826A78D4}" dt="2024-09-07T12:56:33.565" v="43" actId="2696"/>
        <pc:sldMkLst>
          <pc:docMk/>
          <pc:sldMk cId="1117999722" sldId="4198"/>
        </pc:sldMkLst>
      </pc:sldChg>
      <pc:sldChg chg="del">
        <pc:chgData name="Rahul Mohandas (RMd)" userId="cdc53f0a-00cb-4490-8a90-22675af5e74d" providerId="ADAL" clId="{F852B726-59BD-B041-AA09-29D3826A78D4}" dt="2024-09-07T12:56:31.616" v="42" actId="2696"/>
        <pc:sldMkLst>
          <pc:docMk/>
          <pc:sldMk cId="484839034" sldId="4199"/>
        </pc:sldMkLst>
      </pc:sldChg>
      <pc:sldChg chg="del">
        <pc:chgData name="Rahul Mohandas (RMd)" userId="cdc53f0a-00cb-4490-8a90-22675af5e74d" providerId="ADAL" clId="{F852B726-59BD-B041-AA09-29D3826A78D4}" dt="2024-09-07T12:56:22.113" v="36" actId="2696"/>
        <pc:sldMkLst>
          <pc:docMk/>
          <pc:sldMk cId="1558365412" sldId="4200"/>
        </pc:sldMkLst>
      </pc:sldChg>
      <pc:sldChg chg="ord">
        <pc:chgData name="Rahul Mohandas (RMd)" userId="cdc53f0a-00cb-4490-8a90-22675af5e74d" providerId="ADAL" clId="{F852B726-59BD-B041-AA09-29D3826A78D4}" dt="2024-09-07T12:55:44.579" v="29" actId="20578"/>
        <pc:sldMkLst>
          <pc:docMk/>
          <pc:sldMk cId="1908076403" sldId="4201"/>
        </pc:sldMkLst>
      </pc:sldChg>
      <pc:sldChg chg="del">
        <pc:chgData name="Rahul Mohandas (RMd)" userId="cdc53f0a-00cb-4490-8a90-22675af5e74d" providerId="ADAL" clId="{F852B726-59BD-B041-AA09-29D3826A78D4}" dt="2024-09-07T12:55:33.218" v="28" actId="2696"/>
        <pc:sldMkLst>
          <pc:docMk/>
          <pc:sldMk cId="2142588143" sldId="4217"/>
        </pc:sldMkLst>
      </pc:sldChg>
      <pc:sldChg chg="del">
        <pc:chgData name="Rahul Mohandas (RMd)" userId="cdc53f0a-00cb-4490-8a90-22675af5e74d" providerId="ADAL" clId="{F852B726-59BD-B041-AA09-29D3826A78D4}" dt="2024-09-07T12:56:22.113" v="35" actId="2696"/>
        <pc:sldMkLst>
          <pc:docMk/>
          <pc:sldMk cId="2231604144" sldId="4219"/>
        </pc:sldMkLst>
      </pc:sldChg>
      <pc:sldChg chg="addSp delSp modSp add mod chgLayout">
        <pc:chgData name="Rahul Mohandas (RMd)" userId="cdc53f0a-00cb-4490-8a90-22675af5e74d" providerId="ADAL" clId="{F852B726-59BD-B041-AA09-29D3826A78D4}" dt="2024-09-07T15:59:58.758" v="1138" actId="20577"/>
        <pc:sldMkLst>
          <pc:docMk/>
          <pc:sldMk cId="1321300221" sldId="4222"/>
        </pc:sldMkLst>
      </pc:sldChg>
      <pc:sldChg chg="del">
        <pc:chgData name="Rahul Mohandas (RMd)" userId="cdc53f0a-00cb-4490-8a90-22675af5e74d" providerId="ADAL" clId="{F852B726-59BD-B041-AA09-29D3826A78D4}" dt="2024-09-07T12:56:22.119" v="38" actId="2696"/>
        <pc:sldMkLst>
          <pc:docMk/>
          <pc:sldMk cId="2894385142" sldId="4222"/>
        </pc:sldMkLst>
      </pc:sldChg>
      <pc:sldChg chg="modSp new mod">
        <pc:chgData name="Rahul Mohandas (RMd)" userId="cdc53f0a-00cb-4490-8a90-22675af5e74d" providerId="ADAL" clId="{F852B726-59BD-B041-AA09-29D3826A78D4}" dt="2024-09-07T15:14:58.494" v="136" actId="20577"/>
        <pc:sldMkLst>
          <pc:docMk/>
          <pc:sldMk cId="1980358568" sldId="4223"/>
        </pc:sldMkLst>
      </pc:sldChg>
      <pc:sldChg chg="del">
        <pc:chgData name="Rahul Mohandas (RMd)" userId="cdc53f0a-00cb-4490-8a90-22675af5e74d" providerId="ADAL" clId="{F852B726-59BD-B041-AA09-29D3826A78D4}" dt="2024-09-07T12:56:22.126" v="41" actId="2696"/>
        <pc:sldMkLst>
          <pc:docMk/>
          <pc:sldMk cId="3798656223" sldId="4223"/>
        </pc:sldMkLst>
      </pc:sldChg>
      <pc:sldChg chg="del">
        <pc:chgData name="Rahul Mohandas (RMd)" userId="cdc53f0a-00cb-4490-8a90-22675af5e74d" providerId="ADAL" clId="{F852B726-59BD-B041-AA09-29D3826A78D4}" dt="2024-09-07T12:56:22.121" v="39" actId="2696"/>
        <pc:sldMkLst>
          <pc:docMk/>
          <pc:sldMk cId="389070791" sldId="4224"/>
        </pc:sldMkLst>
      </pc:sldChg>
      <pc:sldChg chg="modSp new mod">
        <pc:chgData name="Rahul Mohandas (RMd)" userId="cdc53f0a-00cb-4490-8a90-22675af5e74d" providerId="ADAL" clId="{F852B726-59BD-B041-AA09-29D3826A78D4}" dt="2024-09-08T04:26:00.854" v="1771" actId="5793"/>
        <pc:sldMkLst>
          <pc:docMk/>
          <pc:sldMk cId="457557581" sldId="4224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7T15:28:36.821" v="387" actId="20578"/>
        <pc:sldMkLst>
          <pc:docMk/>
          <pc:sldMk cId="2002316847" sldId="4225"/>
        </pc:sldMkLst>
      </pc:sldChg>
      <pc:sldChg chg="del">
        <pc:chgData name="Rahul Mohandas (RMd)" userId="cdc53f0a-00cb-4490-8a90-22675af5e74d" providerId="ADAL" clId="{F852B726-59BD-B041-AA09-29D3826A78D4}" dt="2024-09-07T12:56:22.092" v="30" actId="2696"/>
        <pc:sldMkLst>
          <pc:docMk/>
          <pc:sldMk cId="3817639080" sldId="4225"/>
        </pc:sldMkLst>
      </pc:sldChg>
      <pc:sldChg chg="addSp delSp modSp new mod">
        <pc:chgData name="Rahul Mohandas (RMd)" userId="cdc53f0a-00cb-4490-8a90-22675af5e74d" providerId="ADAL" clId="{F852B726-59BD-B041-AA09-29D3826A78D4}" dt="2024-09-07T15:23:33.189" v="333" actId="20577"/>
        <pc:sldMkLst>
          <pc:docMk/>
          <pc:sldMk cId="3872379842" sldId="4226"/>
        </pc:sldMkLst>
      </pc:sldChg>
      <pc:sldChg chg="new del">
        <pc:chgData name="Rahul Mohandas (RMd)" userId="cdc53f0a-00cb-4490-8a90-22675af5e74d" providerId="ADAL" clId="{F852B726-59BD-B041-AA09-29D3826A78D4}" dt="2024-09-07T15:23:08.298" v="325" actId="2696"/>
        <pc:sldMkLst>
          <pc:docMk/>
          <pc:sldMk cId="1103442043" sldId="4227"/>
        </pc:sldMkLst>
      </pc:sldChg>
      <pc:sldChg chg="delSp modSp new mod modClrScheme chgLayout">
        <pc:chgData name="Rahul Mohandas (RMd)" userId="cdc53f0a-00cb-4490-8a90-22675af5e74d" providerId="ADAL" clId="{F852B726-59BD-B041-AA09-29D3826A78D4}" dt="2024-09-07T15:26:32.643" v="364" actId="700"/>
        <pc:sldMkLst>
          <pc:docMk/>
          <pc:sldMk cId="2830490713" sldId="4227"/>
        </pc:sldMkLst>
      </pc:sldChg>
      <pc:sldChg chg="new del">
        <pc:chgData name="Rahul Mohandas (RMd)" userId="cdc53f0a-00cb-4490-8a90-22675af5e74d" providerId="ADAL" clId="{F852B726-59BD-B041-AA09-29D3826A78D4}" dt="2024-09-07T15:23:49.547" v="335" actId="2696"/>
        <pc:sldMkLst>
          <pc:docMk/>
          <pc:sldMk cId="4253804634" sldId="4227"/>
        </pc:sldMkLst>
      </pc:sldChg>
      <pc:sldChg chg="modSp new mod ord modClrScheme chgLayout">
        <pc:chgData name="Rahul Mohandas (RMd)" userId="cdc53f0a-00cb-4490-8a90-22675af5e74d" providerId="ADAL" clId="{F852B726-59BD-B041-AA09-29D3826A78D4}" dt="2024-09-07T15:28:41.174" v="388" actId="20578"/>
        <pc:sldMkLst>
          <pc:docMk/>
          <pc:sldMk cId="904152658" sldId="4228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5:34:36.989" v="687" actId="20577"/>
        <pc:sldMkLst>
          <pc:docMk/>
          <pc:sldMk cId="2233993631" sldId="4229"/>
        </pc:sldMkLst>
      </pc:sldChg>
      <pc:sldChg chg="new del">
        <pc:chgData name="Rahul Mohandas (RMd)" userId="cdc53f0a-00cb-4490-8a90-22675af5e74d" providerId="ADAL" clId="{F852B726-59BD-B041-AA09-29D3826A78D4}" dt="2024-09-07T15:27:02.189" v="375" actId="2696"/>
        <pc:sldMkLst>
          <pc:docMk/>
          <pc:sldMk cId="3624386853" sldId="4229"/>
        </pc:sldMkLst>
      </pc:sldChg>
      <pc:sldChg chg="addSp delSp modSp new del mod modClrScheme chgLayout">
        <pc:chgData name="Rahul Mohandas (RMd)" userId="cdc53f0a-00cb-4490-8a90-22675af5e74d" providerId="ADAL" clId="{F852B726-59BD-B041-AA09-29D3826A78D4}" dt="2024-09-07T15:28:58.376" v="389" actId="2696"/>
        <pc:sldMkLst>
          <pc:docMk/>
          <pc:sldMk cId="3755725292" sldId="4229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8T04:26:21.648" v="1788" actId="20577"/>
        <pc:sldMkLst>
          <pc:docMk/>
          <pc:sldMk cId="3301165497" sldId="4230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8T04:26:56.137" v="1799" actId="20577"/>
        <pc:sldMkLst>
          <pc:docMk/>
          <pc:sldMk cId="401233670" sldId="4231"/>
        </pc:sldMkLst>
      </pc:sldChg>
      <pc:sldChg chg="addSp delSp modSp new mod ord modClrScheme chgLayout">
        <pc:chgData name="Rahul Mohandas (RMd)" userId="cdc53f0a-00cb-4490-8a90-22675af5e74d" providerId="ADAL" clId="{F852B726-59BD-B041-AA09-29D3826A78D4}" dt="2024-09-07T15:58:23.436" v="1120"/>
        <pc:sldMkLst>
          <pc:docMk/>
          <pc:sldMk cId="3611807449" sldId="4232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5:59:46.861" v="1137" actId="20577"/>
        <pc:sldMkLst>
          <pc:docMk/>
          <pc:sldMk cId="3089731527" sldId="4233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6:58:38.028" v="1349" actId="20577"/>
        <pc:sldMkLst>
          <pc:docMk/>
          <pc:sldMk cId="3633019010" sldId="4234"/>
        </pc:sldMkLst>
      </pc:sldChg>
      <pc:sldChg chg="addSp delSp modSp new mod modClrScheme chgLayout">
        <pc:chgData name="Rahul Mohandas (RMd)" userId="cdc53f0a-00cb-4490-8a90-22675af5e74d" providerId="ADAL" clId="{F852B726-59BD-B041-AA09-29D3826A78D4}" dt="2024-09-07T17:02:03.883" v="1546" actId="20577"/>
        <pc:sldMkLst>
          <pc:docMk/>
          <pc:sldMk cId="1270006241" sldId="4235"/>
        </pc:sldMkLst>
      </pc:sldChg>
      <pc:sldChg chg="addSp delSp modSp new mod chgLayout">
        <pc:chgData name="Rahul Mohandas (RMd)" userId="cdc53f0a-00cb-4490-8a90-22675af5e74d" providerId="ADAL" clId="{F852B726-59BD-B041-AA09-29D3826A78D4}" dt="2024-09-07T17:15:44.642" v="1766" actId="20577"/>
        <pc:sldMkLst>
          <pc:docMk/>
          <pc:sldMk cId="1803508234" sldId="4236"/>
        </pc:sldMkLst>
      </pc:sldChg>
      <pc:sldChg chg="modSp add mod">
        <pc:chgData name="Rahul Mohandas (RMd)" userId="cdc53f0a-00cb-4490-8a90-22675af5e74d" providerId="ADAL" clId="{F852B726-59BD-B041-AA09-29D3826A78D4}" dt="2024-09-07T17:02:30.661" v="1570" actId="20577"/>
        <pc:sldMkLst>
          <pc:docMk/>
          <pc:sldMk cId="1057917540" sldId="4237"/>
        </pc:sldMkLst>
      </pc:sldChg>
      <pc:sldChg chg="addSp delSp modSp add mod">
        <pc:chgData name="Rahul Mohandas (RMd)" userId="cdc53f0a-00cb-4490-8a90-22675af5e74d" providerId="ADAL" clId="{F852B726-59BD-B041-AA09-29D3826A78D4}" dt="2024-09-08T10:06:05.174" v="1803" actId="478"/>
        <pc:sldMkLst>
          <pc:docMk/>
          <pc:sldMk cId="3314583710" sldId="4238"/>
        </pc:sldMkLst>
      </pc:sldChg>
      <pc:sldMasterChg chg="modSldLayout">
        <pc:chgData name="Rahul Mohandas (RMd)" userId="cdc53f0a-00cb-4490-8a90-22675af5e74d" providerId="ADAL" clId="{F852B726-59BD-B041-AA09-29D3826A78D4}" dt="2024-09-07T15:27:51.505" v="386" actId="735"/>
        <pc:sldMasterMkLst>
          <pc:docMk/>
          <pc:sldMasterMk cId="0" sldId="2147483648"/>
        </pc:sldMasterMkLst>
        <pc:sldLayoutChg chg="modSp">
          <pc:chgData name="Rahul Mohandas (RMd)" userId="cdc53f0a-00cb-4490-8a90-22675af5e74d" providerId="ADAL" clId="{F852B726-59BD-B041-AA09-29D3826A78D4}" dt="2024-09-07T15:27:51.505" v="386" actId="735"/>
          <pc:sldLayoutMkLst>
            <pc:docMk/>
            <pc:sldMasterMk cId="0" sldId="2147483648"/>
            <pc:sldLayoutMk cId="1409962327" sldId="2147483720"/>
          </pc:sldLayoutMkLst>
        </pc:sldLayoutChg>
      </pc:sldMasterChg>
    </pc:docChg>
  </pc:docChgLst>
  <pc:docChgLst>
    <pc:chgData name="Rahul Mohandas (RMd)" userId="cdc53f0a-00cb-4490-8a90-22675af5e74d" providerId="ADAL" clId="{6AA79A98-E4AA-53FC-BDD8-C9EE79B97AEC}"/>
    <pc:docChg chg="undo custSel addSld delSld modSld sldOrd">
      <pc:chgData name="Rahul Mohandas (RMd)" userId="cdc53f0a-00cb-4490-8a90-22675af5e74d" providerId="ADAL" clId="{6AA79A98-E4AA-53FC-BDD8-C9EE79B97AEC}" dt="2025-09-07T02:47:57.325" v="675" actId="478"/>
      <pc:docMkLst>
        <pc:docMk/>
      </pc:docMkLst>
      <pc:sldChg chg="modSp mod">
        <pc:chgData name="Rahul Mohandas (RMd)" userId="cdc53f0a-00cb-4490-8a90-22675af5e74d" providerId="ADAL" clId="{6AA79A98-E4AA-53FC-BDD8-C9EE79B97AEC}" dt="2025-09-06T14:14:41.128" v="17" actId="20577"/>
        <pc:sldMkLst>
          <pc:docMk/>
          <pc:sldMk cId="0" sldId="257"/>
        </pc:sldMkLst>
        <pc:spChg chg="mod">
          <ac:chgData name="Rahul Mohandas (RMd)" userId="cdc53f0a-00cb-4490-8a90-22675af5e74d" providerId="ADAL" clId="{6AA79A98-E4AA-53FC-BDD8-C9EE79B97AEC}" dt="2025-09-06T14:14:41.128" v="17" actId="20577"/>
          <ac:spMkLst>
            <pc:docMk/>
            <pc:sldMk cId="0" sldId="257"/>
            <ac:spMk id="2" creationId="{056F6331-FA13-C3D2-E2AC-DE29B104FF03}"/>
          </ac:spMkLst>
        </pc:spChg>
      </pc:sldChg>
      <pc:sldChg chg="modSp mod ord">
        <pc:chgData name="Rahul Mohandas (RMd)" userId="cdc53f0a-00cb-4490-8a90-22675af5e74d" providerId="ADAL" clId="{6AA79A98-E4AA-53FC-BDD8-C9EE79B97AEC}" dt="2025-09-06T16:27:59.367" v="103" actId="20577"/>
        <pc:sldMkLst>
          <pc:docMk/>
          <pc:sldMk cId="3832112072" sldId="4170"/>
        </pc:sldMkLst>
        <pc:spChg chg="mod">
          <ac:chgData name="Rahul Mohandas (RMd)" userId="cdc53f0a-00cb-4490-8a90-22675af5e74d" providerId="ADAL" clId="{6AA79A98-E4AA-53FC-BDD8-C9EE79B97AEC}" dt="2025-09-06T16:27:59.367" v="103" actId="20577"/>
          <ac:spMkLst>
            <pc:docMk/>
            <pc:sldMk cId="3832112072" sldId="4170"/>
            <ac:spMk id="2" creationId="{606ADC1C-0818-3F64-D1AB-84F2F14DE9FC}"/>
          </ac:spMkLst>
        </pc:spChg>
      </pc:sldChg>
      <pc:sldChg chg="del">
        <pc:chgData name="Rahul Mohandas (RMd)" userId="cdc53f0a-00cb-4490-8a90-22675af5e74d" providerId="ADAL" clId="{6AA79A98-E4AA-53FC-BDD8-C9EE79B97AEC}" dt="2025-09-06T16:25:29.954" v="101" actId="2696"/>
        <pc:sldMkLst>
          <pc:docMk/>
          <pc:sldMk cId="1908076403" sldId="4201"/>
        </pc:sldMkLst>
      </pc:sldChg>
      <pc:sldChg chg="ord">
        <pc:chgData name="Rahul Mohandas (RMd)" userId="cdc53f0a-00cb-4490-8a90-22675af5e74d" providerId="ADAL" clId="{6AA79A98-E4AA-53FC-BDD8-C9EE79B97AEC}" dt="2025-09-06T16:25:21.078" v="100" actId="20578"/>
        <pc:sldMkLst>
          <pc:docMk/>
          <pc:sldMk cId="1420539506" sldId="4221"/>
        </pc:sldMkLst>
      </pc:sldChg>
      <pc:sldChg chg="addSp delSp modSp mod modClrScheme chgLayout">
        <pc:chgData name="Rahul Mohandas (RMd)" userId="cdc53f0a-00cb-4490-8a90-22675af5e74d" providerId="ADAL" clId="{6AA79A98-E4AA-53FC-BDD8-C9EE79B97AEC}" dt="2025-09-06T16:33:50.680" v="322" actId="1036"/>
        <pc:sldMkLst>
          <pc:docMk/>
          <pc:sldMk cId="457557581" sldId="4224"/>
        </pc:sldMkLst>
        <pc:spChg chg="del mod">
          <ac:chgData name="Rahul Mohandas (RMd)" userId="cdc53f0a-00cb-4490-8a90-22675af5e74d" providerId="ADAL" clId="{6AA79A98-E4AA-53FC-BDD8-C9EE79B97AEC}" dt="2025-09-06T16:31:09.936" v="218" actId="478"/>
          <ac:spMkLst>
            <pc:docMk/>
            <pc:sldMk cId="457557581" sldId="4224"/>
            <ac:spMk id="2" creationId="{F3432E79-CF5A-28C2-E707-2DAB4DBAF3BC}"/>
          </ac:spMkLst>
        </pc:spChg>
        <pc:spChg chg="mod ord">
          <ac:chgData name="Rahul Mohandas (RMd)" userId="cdc53f0a-00cb-4490-8a90-22675af5e74d" providerId="ADAL" clId="{6AA79A98-E4AA-53FC-BDD8-C9EE79B97AEC}" dt="2025-09-06T16:31:14.914" v="219" actId="700"/>
          <ac:spMkLst>
            <pc:docMk/>
            <pc:sldMk cId="457557581" sldId="4224"/>
            <ac:spMk id="3" creationId="{AEF44D23-4D40-147F-564C-A29DB39F9A22}"/>
          </ac:spMkLst>
        </pc:spChg>
        <pc:spChg chg="mod ord">
          <ac:chgData name="Rahul Mohandas (RMd)" userId="cdc53f0a-00cb-4490-8a90-22675af5e74d" providerId="ADAL" clId="{6AA79A98-E4AA-53FC-BDD8-C9EE79B97AEC}" dt="2025-09-06T16:31:14.914" v="219" actId="700"/>
          <ac:spMkLst>
            <pc:docMk/>
            <pc:sldMk cId="457557581" sldId="4224"/>
            <ac:spMk id="4" creationId="{D46DC218-9C51-6426-53FD-462E6E48F07E}"/>
          </ac:spMkLst>
        </pc:spChg>
        <pc:spChg chg="add del mod ord">
          <ac:chgData name="Rahul Mohandas (RMd)" userId="cdc53f0a-00cb-4490-8a90-22675af5e74d" providerId="ADAL" clId="{6AA79A98-E4AA-53FC-BDD8-C9EE79B97AEC}" dt="2025-09-06T16:31:14.914" v="219" actId="700"/>
          <ac:spMkLst>
            <pc:docMk/>
            <pc:sldMk cId="457557581" sldId="4224"/>
            <ac:spMk id="7" creationId="{117AA9E3-9C68-508A-F471-7ABC678621FF}"/>
          </ac:spMkLst>
        </pc:spChg>
        <pc:spChg chg="add mod">
          <ac:chgData name="Rahul Mohandas (RMd)" userId="cdc53f0a-00cb-4490-8a90-22675af5e74d" providerId="ADAL" clId="{6AA79A98-E4AA-53FC-BDD8-C9EE79B97AEC}" dt="2025-09-06T16:33:50.680" v="322" actId="1036"/>
          <ac:spMkLst>
            <pc:docMk/>
            <pc:sldMk cId="457557581" sldId="4224"/>
            <ac:spMk id="12" creationId="{0AFED3FF-9BFD-A6FD-F580-56E41AEE4BA9}"/>
          </ac:spMkLst>
        </pc:spChg>
        <pc:spChg chg="add mod">
          <ac:chgData name="Rahul Mohandas (RMd)" userId="cdc53f0a-00cb-4490-8a90-22675af5e74d" providerId="ADAL" clId="{6AA79A98-E4AA-53FC-BDD8-C9EE79B97AEC}" dt="2025-09-06T16:33:50.680" v="322" actId="1036"/>
          <ac:spMkLst>
            <pc:docMk/>
            <pc:sldMk cId="457557581" sldId="4224"/>
            <ac:spMk id="13" creationId="{60E083B2-9247-0B43-470F-4EDE4EB03447}"/>
          </ac:spMkLst>
        </pc:spChg>
        <pc:spChg chg="add mod">
          <ac:chgData name="Rahul Mohandas (RMd)" userId="cdc53f0a-00cb-4490-8a90-22675af5e74d" providerId="ADAL" clId="{6AA79A98-E4AA-53FC-BDD8-C9EE79B97AEC}" dt="2025-09-06T16:33:50.680" v="322" actId="1036"/>
          <ac:spMkLst>
            <pc:docMk/>
            <pc:sldMk cId="457557581" sldId="4224"/>
            <ac:spMk id="14" creationId="{9BE8BE81-4F66-4DAB-2D21-64CE893E2F3D}"/>
          </ac:spMkLst>
        </pc:spChg>
        <pc:spChg chg="add mod">
          <ac:chgData name="Rahul Mohandas (RMd)" userId="cdc53f0a-00cb-4490-8a90-22675af5e74d" providerId="ADAL" clId="{6AA79A98-E4AA-53FC-BDD8-C9EE79B97AEC}" dt="2025-09-06T16:33:47.083" v="315" actId="1036"/>
          <ac:spMkLst>
            <pc:docMk/>
            <pc:sldMk cId="457557581" sldId="4224"/>
            <ac:spMk id="15" creationId="{6C4927FF-5DAE-2EEF-24AD-D578C3A44CE6}"/>
          </ac:spMkLst>
        </pc:spChg>
        <pc:picChg chg="add mod">
          <ac:chgData name="Rahul Mohandas (RMd)" userId="cdc53f0a-00cb-4490-8a90-22675af5e74d" providerId="ADAL" clId="{6AA79A98-E4AA-53FC-BDD8-C9EE79B97AEC}" dt="2025-09-06T16:33:50.680" v="322" actId="1036"/>
          <ac:picMkLst>
            <pc:docMk/>
            <pc:sldMk cId="457557581" sldId="4224"/>
            <ac:picMk id="6" creationId="{1A1789B9-D951-FF5C-5CBA-E4D6AA0831A9}"/>
          </ac:picMkLst>
        </pc:picChg>
        <pc:picChg chg="add mod">
          <ac:chgData name="Rahul Mohandas (RMd)" userId="cdc53f0a-00cb-4490-8a90-22675af5e74d" providerId="ADAL" clId="{6AA79A98-E4AA-53FC-BDD8-C9EE79B97AEC}" dt="2025-09-06T16:33:50.680" v="322" actId="1036"/>
          <ac:picMkLst>
            <pc:docMk/>
            <pc:sldMk cId="457557581" sldId="4224"/>
            <ac:picMk id="9" creationId="{44C4B519-C177-0FB8-960E-1C9FC8AFDCCE}"/>
          </ac:picMkLst>
        </pc:picChg>
        <pc:picChg chg="add mod">
          <ac:chgData name="Rahul Mohandas (RMd)" userId="cdc53f0a-00cb-4490-8a90-22675af5e74d" providerId="ADAL" clId="{6AA79A98-E4AA-53FC-BDD8-C9EE79B97AEC}" dt="2025-09-06T16:33:50.680" v="322" actId="1036"/>
          <ac:picMkLst>
            <pc:docMk/>
            <pc:sldMk cId="457557581" sldId="4224"/>
            <ac:picMk id="11" creationId="{8B606606-647A-1AB7-B669-EB9D0705210C}"/>
          </ac:picMkLst>
        </pc:picChg>
      </pc:sldChg>
      <pc:sldChg chg="modSp mod">
        <pc:chgData name="Rahul Mohandas (RMd)" userId="cdc53f0a-00cb-4490-8a90-22675af5e74d" providerId="ADAL" clId="{6AA79A98-E4AA-53FC-BDD8-C9EE79B97AEC}" dt="2025-09-06T16:36:32.520" v="332" actId="5793"/>
        <pc:sldMkLst>
          <pc:docMk/>
          <pc:sldMk cId="3633019010" sldId="4234"/>
        </pc:sldMkLst>
        <pc:spChg chg="mod">
          <ac:chgData name="Rahul Mohandas (RMd)" userId="cdc53f0a-00cb-4490-8a90-22675af5e74d" providerId="ADAL" clId="{6AA79A98-E4AA-53FC-BDD8-C9EE79B97AEC}" dt="2025-09-06T16:36:27.771" v="327" actId="5793"/>
          <ac:spMkLst>
            <pc:docMk/>
            <pc:sldMk cId="3633019010" sldId="4234"/>
            <ac:spMk id="3" creationId="{D9F397E2-F98E-01A2-5385-9DB331201934}"/>
          </ac:spMkLst>
        </pc:spChg>
        <pc:spChg chg="mod">
          <ac:chgData name="Rahul Mohandas (RMd)" userId="cdc53f0a-00cb-4490-8a90-22675af5e74d" providerId="ADAL" clId="{6AA79A98-E4AA-53FC-BDD8-C9EE79B97AEC}" dt="2025-09-06T16:36:32.520" v="332" actId="5793"/>
          <ac:spMkLst>
            <pc:docMk/>
            <pc:sldMk cId="3633019010" sldId="4234"/>
            <ac:spMk id="4" creationId="{7FEC29FC-657A-0568-C63F-F77DAD35E3D7}"/>
          </ac:spMkLst>
        </pc:spChg>
      </pc:sldChg>
      <pc:sldChg chg="addSp delSp mod">
        <pc:chgData name="Rahul Mohandas (RMd)" userId="cdc53f0a-00cb-4490-8a90-22675af5e74d" providerId="ADAL" clId="{6AA79A98-E4AA-53FC-BDD8-C9EE79B97AEC}" dt="2025-09-06T16:48:30.881" v="366" actId="22"/>
        <pc:sldMkLst>
          <pc:docMk/>
          <pc:sldMk cId="2574877903" sldId="4239"/>
        </pc:sldMkLst>
        <pc:spChg chg="add del">
          <ac:chgData name="Rahul Mohandas (RMd)" userId="cdc53f0a-00cb-4490-8a90-22675af5e74d" providerId="ADAL" clId="{6AA79A98-E4AA-53FC-BDD8-C9EE79B97AEC}" dt="2025-09-06T16:48:30.881" v="366" actId="22"/>
          <ac:spMkLst>
            <pc:docMk/>
            <pc:sldMk cId="2574877903" sldId="4239"/>
            <ac:spMk id="5" creationId="{7AC81665-A396-CA45-4A7E-AA8120FD4A25}"/>
          </ac:spMkLst>
        </pc:spChg>
      </pc:sldChg>
      <pc:sldChg chg="modSp mod">
        <pc:chgData name="Rahul Mohandas (RMd)" userId="cdc53f0a-00cb-4490-8a90-22675af5e74d" providerId="ADAL" clId="{6AA79A98-E4AA-53FC-BDD8-C9EE79B97AEC}" dt="2025-09-06T16:48:32.599" v="368" actId="21"/>
        <pc:sldMkLst>
          <pc:docMk/>
          <pc:sldMk cId="2197813522" sldId="4240"/>
        </pc:sldMkLst>
        <pc:spChg chg="mod">
          <ac:chgData name="Rahul Mohandas (RMd)" userId="cdc53f0a-00cb-4490-8a90-22675af5e74d" providerId="ADAL" clId="{6AA79A98-E4AA-53FC-BDD8-C9EE79B97AEC}" dt="2025-09-06T16:48:32.599" v="368" actId="21"/>
          <ac:spMkLst>
            <pc:docMk/>
            <pc:sldMk cId="2197813522" sldId="4240"/>
            <ac:spMk id="2" creationId="{D95F42E6-B44A-4EE2-DD07-9223958DE841}"/>
          </ac:spMkLst>
        </pc:spChg>
        <pc:spChg chg="mod">
          <ac:chgData name="Rahul Mohandas (RMd)" userId="cdc53f0a-00cb-4490-8a90-22675af5e74d" providerId="ADAL" clId="{6AA79A98-E4AA-53FC-BDD8-C9EE79B97AEC}" dt="2025-09-06T16:48:31.616" v="367" actId="20577"/>
          <ac:spMkLst>
            <pc:docMk/>
            <pc:sldMk cId="2197813522" sldId="4240"/>
            <ac:spMk id="3" creationId="{A66A4BD8-03FA-BBA2-EFD1-77575294DBFC}"/>
          </ac:spMkLst>
        </pc:spChg>
      </pc:sldChg>
      <pc:sldChg chg="modSp mod">
        <pc:chgData name="Rahul Mohandas (RMd)" userId="cdc53f0a-00cb-4490-8a90-22675af5e74d" providerId="ADAL" clId="{6AA79A98-E4AA-53FC-BDD8-C9EE79B97AEC}" dt="2025-09-06T16:48:34.585" v="372" actId="20577"/>
        <pc:sldMkLst>
          <pc:docMk/>
          <pc:sldMk cId="4093136844" sldId="4241"/>
        </pc:sldMkLst>
        <pc:spChg chg="mod">
          <ac:chgData name="Rahul Mohandas (RMd)" userId="cdc53f0a-00cb-4490-8a90-22675af5e74d" providerId="ADAL" clId="{6AA79A98-E4AA-53FC-BDD8-C9EE79B97AEC}" dt="2025-09-06T16:48:34.585" v="372" actId="20577"/>
          <ac:spMkLst>
            <pc:docMk/>
            <pc:sldMk cId="4093136844" sldId="4241"/>
            <ac:spMk id="2" creationId="{2E7F9303-1BC0-0F79-6090-8E99AF30AB8A}"/>
          </ac:spMkLst>
        </pc:spChg>
      </pc:sldChg>
      <pc:sldChg chg="addSp delSp modSp add mod modClrScheme chgLayout">
        <pc:chgData name="Rahul Mohandas (RMd)" userId="cdc53f0a-00cb-4490-8a90-22675af5e74d" providerId="ADAL" clId="{6AA79A98-E4AA-53FC-BDD8-C9EE79B97AEC}" dt="2025-09-07T02:34:46.158" v="662" actId="5793"/>
        <pc:sldMkLst>
          <pc:docMk/>
          <pc:sldMk cId="1178961003" sldId="4242"/>
        </pc:sldMkLst>
        <pc:spChg chg="add del mod">
          <ac:chgData name="Rahul Mohandas (RMd)" userId="cdc53f0a-00cb-4490-8a90-22675af5e74d" providerId="ADAL" clId="{6AA79A98-E4AA-53FC-BDD8-C9EE79B97AEC}" dt="2025-09-07T02:31:47.765" v="499" actId="478"/>
          <ac:spMkLst>
            <pc:docMk/>
            <pc:sldMk cId="1178961003" sldId="4242"/>
            <ac:spMk id="2" creationId="{42326B45-70B6-7BCE-1E3A-6BF870B46FD9}"/>
          </ac:spMkLst>
        </pc:spChg>
        <pc:spChg chg="mod ord">
          <ac:chgData name="Rahul Mohandas (RMd)" userId="cdc53f0a-00cb-4490-8a90-22675af5e74d" providerId="ADAL" clId="{6AA79A98-E4AA-53FC-BDD8-C9EE79B97AEC}" dt="2025-09-07T02:32:13.913" v="510" actId="12"/>
          <ac:spMkLst>
            <pc:docMk/>
            <pc:sldMk cId="1178961003" sldId="4242"/>
            <ac:spMk id="3" creationId="{92600350-31B4-2235-922E-44E89B598409}"/>
          </ac:spMkLst>
        </pc:spChg>
        <pc:spChg chg="mod ord">
          <ac:chgData name="Rahul Mohandas (RMd)" userId="cdc53f0a-00cb-4490-8a90-22675af5e74d" providerId="ADAL" clId="{6AA79A98-E4AA-53FC-BDD8-C9EE79B97AEC}" dt="2025-09-07T02:34:46.158" v="662" actId="5793"/>
          <ac:spMkLst>
            <pc:docMk/>
            <pc:sldMk cId="1178961003" sldId="4242"/>
            <ac:spMk id="4" creationId="{FA43094E-2089-4682-7F81-2541D034EE79}"/>
          </ac:spMkLst>
        </pc:spChg>
        <pc:spChg chg="add mod ord">
          <ac:chgData name="Rahul Mohandas (RMd)" userId="cdc53f0a-00cb-4490-8a90-22675af5e74d" providerId="ADAL" clId="{6AA79A98-E4AA-53FC-BDD8-C9EE79B97AEC}" dt="2025-09-07T02:31:25.221" v="485" actId="20577"/>
          <ac:spMkLst>
            <pc:docMk/>
            <pc:sldMk cId="1178961003" sldId="4242"/>
            <ac:spMk id="5" creationId="{519D5009-01B3-AE16-3F37-074FB255279F}"/>
          </ac:spMkLst>
        </pc:spChg>
      </pc:sldChg>
      <pc:sldChg chg="addSp delSp modSp new add del mod modClrScheme chgLayout">
        <pc:chgData name="Rahul Mohandas (RMd)" userId="cdc53f0a-00cb-4490-8a90-22675af5e74d" providerId="ADAL" clId="{6AA79A98-E4AA-53FC-BDD8-C9EE79B97AEC}" dt="2025-09-06T16:48:38.324" v="374" actId="2696"/>
        <pc:sldMkLst>
          <pc:docMk/>
          <pc:sldMk cId="3522775433" sldId="4242"/>
        </pc:sldMkLst>
        <pc:spChg chg="del mod ord">
          <ac:chgData name="Rahul Mohandas (RMd)" userId="cdc53f0a-00cb-4490-8a90-22675af5e74d" providerId="ADAL" clId="{6AA79A98-E4AA-53FC-BDD8-C9EE79B97AEC}" dt="2025-09-06T16:23:09.460" v="19" actId="700"/>
          <ac:spMkLst>
            <pc:docMk/>
            <pc:sldMk cId="3522775433" sldId="4242"/>
            <ac:spMk id="2" creationId="{C7D48812-358E-A56C-34CD-7023532DFC6B}"/>
          </ac:spMkLst>
        </pc:spChg>
        <pc:spChg chg="add mod ord">
          <ac:chgData name="Rahul Mohandas (RMd)" userId="cdc53f0a-00cb-4490-8a90-22675af5e74d" providerId="ADAL" clId="{6AA79A98-E4AA-53FC-BDD8-C9EE79B97AEC}" dt="2025-09-06T16:24:47.308" v="99" actId="20577"/>
          <ac:spMkLst>
            <pc:docMk/>
            <pc:sldMk cId="3522775433" sldId="4242"/>
            <ac:spMk id="3" creationId="{92600350-31B4-2235-922E-44E89B598409}"/>
          </ac:spMkLst>
        </pc:spChg>
        <pc:spChg chg="add mod ord">
          <ac:chgData name="Rahul Mohandas (RMd)" userId="cdc53f0a-00cb-4490-8a90-22675af5e74d" providerId="ADAL" clId="{6AA79A98-E4AA-53FC-BDD8-C9EE79B97AEC}" dt="2025-09-06T16:23:09.460" v="19" actId="700"/>
          <ac:spMkLst>
            <pc:docMk/>
            <pc:sldMk cId="3522775433" sldId="4242"/>
            <ac:spMk id="4" creationId="{FA43094E-2089-4682-7F81-2541D034EE79}"/>
          </ac:spMkLst>
        </pc:spChg>
      </pc:sldChg>
      <pc:sldChg chg="modSp new mod">
        <pc:chgData name="Rahul Mohandas (RMd)" userId="cdc53f0a-00cb-4490-8a90-22675af5e74d" providerId="ADAL" clId="{6AA79A98-E4AA-53FC-BDD8-C9EE79B97AEC}" dt="2025-09-06T16:46:32.059" v="356" actId="20577"/>
        <pc:sldMkLst>
          <pc:docMk/>
          <pc:sldMk cId="821465768" sldId="4243"/>
        </pc:sldMkLst>
        <pc:spChg chg="mod">
          <ac:chgData name="Rahul Mohandas (RMd)" userId="cdc53f0a-00cb-4490-8a90-22675af5e74d" providerId="ADAL" clId="{6AA79A98-E4AA-53FC-BDD8-C9EE79B97AEC}" dt="2025-09-06T16:46:32.059" v="356" actId="20577"/>
          <ac:spMkLst>
            <pc:docMk/>
            <pc:sldMk cId="821465768" sldId="4243"/>
            <ac:spMk id="2" creationId="{D025E22F-40A0-713E-0160-331D8E3022D2}"/>
          </ac:spMkLst>
        </pc:spChg>
        <pc:spChg chg="mod">
          <ac:chgData name="Rahul Mohandas (RMd)" userId="cdc53f0a-00cb-4490-8a90-22675af5e74d" providerId="ADAL" clId="{6AA79A98-E4AA-53FC-BDD8-C9EE79B97AEC}" dt="2025-09-06T16:29:12.892" v="177" actId="20577"/>
          <ac:spMkLst>
            <pc:docMk/>
            <pc:sldMk cId="821465768" sldId="4243"/>
            <ac:spMk id="3" creationId="{E1E23939-C45E-2FB4-B403-63F2D5420D5D}"/>
          </ac:spMkLst>
        </pc:spChg>
      </pc:sldChg>
      <pc:sldChg chg="modSp add mod">
        <pc:chgData name="Rahul Mohandas (RMd)" userId="cdc53f0a-00cb-4490-8a90-22675af5e74d" providerId="ADAL" clId="{6AA79A98-E4AA-53FC-BDD8-C9EE79B97AEC}" dt="2025-09-07T02:35:31.581" v="673" actId="20577"/>
        <pc:sldMkLst>
          <pc:docMk/>
          <pc:sldMk cId="3318282783" sldId="4244"/>
        </pc:sldMkLst>
        <pc:spChg chg="mod">
          <ac:chgData name="Rahul Mohandas (RMd)" userId="cdc53f0a-00cb-4490-8a90-22675af5e74d" providerId="ADAL" clId="{6AA79A98-E4AA-53FC-BDD8-C9EE79B97AEC}" dt="2025-09-07T02:35:31.581" v="673" actId="20577"/>
          <ac:spMkLst>
            <pc:docMk/>
            <pc:sldMk cId="3318282783" sldId="4244"/>
            <ac:spMk id="3" creationId="{41BC65B3-3F98-C3A4-1016-5BCB0B3C2F0C}"/>
          </ac:spMkLst>
        </pc:spChg>
      </pc:sldChg>
      <pc:sldChg chg="addSp delSp modSp add">
        <pc:chgData name="Rahul Mohandas (RMd)" userId="cdc53f0a-00cb-4490-8a90-22675af5e74d" providerId="ADAL" clId="{6AA79A98-E4AA-53FC-BDD8-C9EE79B97AEC}" dt="2025-09-07T02:47:57.325" v="675" actId="478"/>
        <pc:sldMkLst>
          <pc:docMk/>
          <pc:sldMk cId="384722967" sldId="4245"/>
        </pc:sldMkLst>
        <pc:spChg chg="add mod">
          <ac:chgData name="Rahul Mohandas (RMd)" userId="cdc53f0a-00cb-4490-8a90-22675af5e74d" providerId="ADAL" clId="{6AA79A98-E4AA-53FC-BDD8-C9EE79B97AEC}" dt="2025-09-07T02:47:57.325" v="675" actId="478"/>
          <ac:spMkLst>
            <pc:docMk/>
            <pc:sldMk cId="384722967" sldId="4245"/>
            <ac:spMk id="2" creationId="{0FCC2302-2BDA-4CD2-31BA-83A6D00C4E39}"/>
          </ac:spMkLst>
        </pc:spChg>
        <pc:spChg chg="del">
          <ac:chgData name="Rahul Mohandas (RMd)" userId="cdc53f0a-00cb-4490-8a90-22675af5e74d" providerId="ADAL" clId="{6AA79A98-E4AA-53FC-BDD8-C9EE79B97AEC}" dt="2025-09-07T02:47:57.325" v="675" actId="478"/>
          <ac:spMkLst>
            <pc:docMk/>
            <pc:sldMk cId="384722967" sldId="4245"/>
            <ac:spMk id="4" creationId="{E1C5AF26-92CC-7700-4738-D666D63EE27D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0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0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4D2AC9-C93A-2349-B4D9-36E5307EF234}" type="doc">
      <dgm:prSet loTypeId="urn:microsoft.com/office/officeart/2005/8/layout/matrix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6D0543D-1666-0F4B-882E-021B6D1B5E14}">
      <dgm:prSet phldrT="[Text]"/>
      <dgm:spPr/>
      <dgm:t>
        <a:bodyPr/>
        <a:lstStyle/>
        <a:p>
          <a:r>
            <a:rPr lang="en-GB" dirty="0"/>
            <a:t>Rumsfeld Matrix</a:t>
          </a:r>
        </a:p>
      </dgm:t>
    </dgm:pt>
    <dgm:pt modelId="{54A093D6-5EE5-1E45-8212-91D2CF88B60C}" type="parTrans" cxnId="{A9D0AAFB-51B7-7E4F-A2E4-34488E471A96}">
      <dgm:prSet/>
      <dgm:spPr/>
      <dgm:t>
        <a:bodyPr/>
        <a:lstStyle/>
        <a:p>
          <a:endParaRPr lang="en-GB"/>
        </a:p>
      </dgm:t>
    </dgm:pt>
    <dgm:pt modelId="{D80D657A-DC5D-384E-BB79-494FB0764849}" type="sibTrans" cxnId="{A9D0AAFB-51B7-7E4F-A2E4-34488E471A96}">
      <dgm:prSet/>
      <dgm:spPr/>
      <dgm:t>
        <a:bodyPr/>
        <a:lstStyle/>
        <a:p>
          <a:endParaRPr lang="en-GB"/>
        </a:p>
      </dgm:t>
    </dgm:pt>
    <dgm:pt modelId="{1BFEE561-3379-A240-AB20-C6454100CB5F}">
      <dgm:prSet phldrT="[Text]"/>
      <dgm:spPr/>
      <dgm:t>
        <a:bodyPr/>
        <a:lstStyle/>
        <a:p>
          <a:r>
            <a:rPr lang="en-GB" dirty="0"/>
            <a:t>Unknown Knowns</a:t>
          </a:r>
        </a:p>
      </dgm:t>
    </dgm:pt>
    <dgm:pt modelId="{B4799CA1-35AF-6941-B44E-A950DE3B14F2}" type="parTrans" cxnId="{B7A9DE66-505B-0F45-842A-2C54DF4569C8}">
      <dgm:prSet/>
      <dgm:spPr/>
      <dgm:t>
        <a:bodyPr/>
        <a:lstStyle/>
        <a:p>
          <a:endParaRPr lang="en-GB"/>
        </a:p>
      </dgm:t>
    </dgm:pt>
    <dgm:pt modelId="{94285925-C772-1F4E-B8A6-668F4B850D39}" type="sibTrans" cxnId="{B7A9DE66-505B-0F45-842A-2C54DF4569C8}">
      <dgm:prSet/>
      <dgm:spPr/>
      <dgm:t>
        <a:bodyPr/>
        <a:lstStyle/>
        <a:p>
          <a:endParaRPr lang="en-GB"/>
        </a:p>
      </dgm:t>
    </dgm:pt>
    <dgm:pt modelId="{BEF6CF68-5B19-994E-BF98-CC8255301D8D}">
      <dgm:prSet phldrT="[Text]"/>
      <dgm:spPr/>
      <dgm:t>
        <a:bodyPr/>
        <a:lstStyle/>
        <a:p>
          <a:r>
            <a:rPr lang="en-GB" dirty="0"/>
            <a:t>Unknown Unknowns</a:t>
          </a:r>
        </a:p>
      </dgm:t>
    </dgm:pt>
    <dgm:pt modelId="{5AED0A2A-381B-8A44-B9AD-19BE922ECEA4}" type="parTrans" cxnId="{9EA5E433-24F1-0744-A831-BB491E256479}">
      <dgm:prSet/>
      <dgm:spPr/>
      <dgm:t>
        <a:bodyPr/>
        <a:lstStyle/>
        <a:p>
          <a:endParaRPr lang="en-GB"/>
        </a:p>
      </dgm:t>
    </dgm:pt>
    <dgm:pt modelId="{FCBDB098-B36E-3C41-8A5B-874989340AB6}" type="sibTrans" cxnId="{9EA5E433-24F1-0744-A831-BB491E256479}">
      <dgm:prSet/>
      <dgm:spPr/>
      <dgm:t>
        <a:bodyPr/>
        <a:lstStyle/>
        <a:p>
          <a:endParaRPr lang="en-GB"/>
        </a:p>
      </dgm:t>
    </dgm:pt>
    <dgm:pt modelId="{F4632385-9D77-0043-A1D8-23C1454FD0F1}">
      <dgm:prSet phldrT="[Text]"/>
      <dgm:spPr/>
      <dgm:t>
        <a:bodyPr/>
        <a:lstStyle/>
        <a:p>
          <a:r>
            <a:rPr lang="en-GB" dirty="0"/>
            <a:t>Known Knowns</a:t>
          </a:r>
        </a:p>
      </dgm:t>
    </dgm:pt>
    <dgm:pt modelId="{874E6925-6698-9F44-B70D-26E8E0A6A272}" type="parTrans" cxnId="{46EDFCAD-80F7-6C43-B4C8-0406337BE32D}">
      <dgm:prSet/>
      <dgm:spPr/>
      <dgm:t>
        <a:bodyPr/>
        <a:lstStyle/>
        <a:p>
          <a:endParaRPr lang="en-GB"/>
        </a:p>
      </dgm:t>
    </dgm:pt>
    <dgm:pt modelId="{4FADB7DB-03C4-0C47-8DAF-E1772D0E0E10}" type="sibTrans" cxnId="{46EDFCAD-80F7-6C43-B4C8-0406337BE32D}">
      <dgm:prSet/>
      <dgm:spPr/>
      <dgm:t>
        <a:bodyPr/>
        <a:lstStyle/>
        <a:p>
          <a:endParaRPr lang="en-GB"/>
        </a:p>
      </dgm:t>
    </dgm:pt>
    <dgm:pt modelId="{F395A4B7-DDDC-0042-9072-ABF77EAC6069}">
      <dgm:prSet phldrT="[Text]"/>
      <dgm:spPr/>
      <dgm:t>
        <a:bodyPr/>
        <a:lstStyle/>
        <a:p>
          <a:r>
            <a:rPr lang="en-GB" dirty="0"/>
            <a:t>Known Unknowns</a:t>
          </a:r>
        </a:p>
      </dgm:t>
    </dgm:pt>
    <dgm:pt modelId="{3C7A5204-B52A-5041-93BB-E4AE1273DBF9}" type="parTrans" cxnId="{6AEDF4E7-56EE-7643-A4A7-D86D49945993}">
      <dgm:prSet/>
      <dgm:spPr/>
      <dgm:t>
        <a:bodyPr/>
        <a:lstStyle/>
        <a:p>
          <a:endParaRPr lang="en-GB"/>
        </a:p>
      </dgm:t>
    </dgm:pt>
    <dgm:pt modelId="{EF9FFE16-0C16-F948-AD78-E1A6FB4534EF}" type="sibTrans" cxnId="{6AEDF4E7-56EE-7643-A4A7-D86D49945993}">
      <dgm:prSet/>
      <dgm:spPr/>
      <dgm:t>
        <a:bodyPr/>
        <a:lstStyle/>
        <a:p>
          <a:endParaRPr lang="en-GB"/>
        </a:p>
      </dgm:t>
    </dgm:pt>
    <dgm:pt modelId="{FD97A757-2DD4-4841-A2A6-FA3ABE6FC2E4}" type="pres">
      <dgm:prSet presAssocID="{284D2AC9-C93A-2349-B4D9-36E5307EF234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183DD9C-41E6-AB48-95D6-777021565F01}" type="pres">
      <dgm:prSet presAssocID="{284D2AC9-C93A-2349-B4D9-36E5307EF234}" presName="matrix" presStyleCnt="0"/>
      <dgm:spPr/>
    </dgm:pt>
    <dgm:pt modelId="{5876B46C-EE84-4F4D-ABA3-6364C929576F}" type="pres">
      <dgm:prSet presAssocID="{284D2AC9-C93A-2349-B4D9-36E5307EF234}" presName="tile1" presStyleLbl="node1" presStyleIdx="0" presStyleCnt="4"/>
      <dgm:spPr/>
    </dgm:pt>
    <dgm:pt modelId="{BA05731E-41F0-4C46-BD87-8C2C64E38F88}" type="pres">
      <dgm:prSet presAssocID="{284D2AC9-C93A-2349-B4D9-36E5307EF234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A9556E4A-5DE1-5549-8536-83E6208AF232}" type="pres">
      <dgm:prSet presAssocID="{284D2AC9-C93A-2349-B4D9-36E5307EF234}" presName="tile2" presStyleLbl="node1" presStyleIdx="1" presStyleCnt="4"/>
      <dgm:spPr/>
    </dgm:pt>
    <dgm:pt modelId="{B900D000-6EC9-3B4B-B825-25478D930BD7}" type="pres">
      <dgm:prSet presAssocID="{284D2AC9-C93A-2349-B4D9-36E5307EF234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72E1781-069F-ED4F-8836-10CA97350351}" type="pres">
      <dgm:prSet presAssocID="{284D2AC9-C93A-2349-B4D9-36E5307EF234}" presName="tile3" presStyleLbl="node1" presStyleIdx="2" presStyleCnt="4"/>
      <dgm:spPr/>
    </dgm:pt>
    <dgm:pt modelId="{A1D0A418-7A76-3F40-ADA0-B9953E0ABBB3}" type="pres">
      <dgm:prSet presAssocID="{284D2AC9-C93A-2349-B4D9-36E5307EF234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30A4B13-0E02-7D4C-A674-9DC94F888DE1}" type="pres">
      <dgm:prSet presAssocID="{284D2AC9-C93A-2349-B4D9-36E5307EF234}" presName="tile4" presStyleLbl="node1" presStyleIdx="3" presStyleCnt="4"/>
      <dgm:spPr/>
    </dgm:pt>
    <dgm:pt modelId="{F0CD041B-4B82-9448-83A1-9AF60C2EB1D0}" type="pres">
      <dgm:prSet presAssocID="{284D2AC9-C93A-2349-B4D9-36E5307EF234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8ADA92D-FEE9-1247-9401-59C41818069F}" type="pres">
      <dgm:prSet presAssocID="{284D2AC9-C93A-2349-B4D9-36E5307EF234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CA6C5A01-48FE-874A-ACF3-0A5D8820BA9D}" type="presOf" srcId="{BEF6CF68-5B19-994E-BF98-CC8255301D8D}" destId="{B900D000-6EC9-3B4B-B825-25478D930BD7}" srcOrd="1" destOrd="0" presId="urn:microsoft.com/office/officeart/2005/8/layout/matrix1"/>
    <dgm:cxn modelId="{99455908-305A-2B45-A8E4-32BA0957DA3E}" type="presOf" srcId="{F4632385-9D77-0043-A1D8-23C1454FD0F1}" destId="{272E1781-069F-ED4F-8836-10CA97350351}" srcOrd="0" destOrd="0" presId="urn:microsoft.com/office/officeart/2005/8/layout/matrix1"/>
    <dgm:cxn modelId="{A22A901E-96F6-DA49-A01F-C3A2291146D2}" type="presOf" srcId="{284D2AC9-C93A-2349-B4D9-36E5307EF234}" destId="{FD97A757-2DD4-4841-A2A6-FA3ABE6FC2E4}" srcOrd="0" destOrd="0" presId="urn:microsoft.com/office/officeart/2005/8/layout/matrix1"/>
    <dgm:cxn modelId="{B0DCBE22-2650-D543-9A18-EF2A3CAE3876}" type="presOf" srcId="{F4632385-9D77-0043-A1D8-23C1454FD0F1}" destId="{A1D0A418-7A76-3F40-ADA0-B9953E0ABBB3}" srcOrd="1" destOrd="0" presId="urn:microsoft.com/office/officeart/2005/8/layout/matrix1"/>
    <dgm:cxn modelId="{F7BB352E-BB96-D943-822E-3ECB8BECDE98}" type="presOf" srcId="{1BFEE561-3379-A240-AB20-C6454100CB5F}" destId="{BA05731E-41F0-4C46-BD87-8C2C64E38F88}" srcOrd="1" destOrd="0" presId="urn:microsoft.com/office/officeart/2005/8/layout/matrix1"/>
    <dgm:cxn modelId="{9EA5E433-24F1-0744-A831-BB491E256479}" srcId="{B6D0543D-1666-0F4B-882E-021B6D1B5E14}" destId="{BEF6CF68-5B19-994E-BF98-CC8255301D8D}" srcOrd="1" destOrd="0" parTransId="{5AED0A2A-381B-8A44-B9AD-19BE922ECEA4}" sibTransId="{FCBDB098-B36E-3C41-8A5B-874989340AB6}"/>
    <dgm:cxn modelId="{B7A9DE66-505B-0F45-842A-2C54DF4569C8}" srcId="{B6D0543D-1666-0F4B-882E-021B6D1B5E14}" destId="{1BFEE561-3379-A240-AB20-C6454100CB5F}" srcOrd="0" destOrd="0" parTransId="{B4799CA1-35AF-6941-B44E-A950DE3B14F2}" sibTransId="{94285925-C772-1F4E-B8A6-668F4B850D39}"/>
    <dgm:cxn modelId="{AAA92B76-04A2-0F47-A0D2-92C656FDE7D5}" type="presOf" srcId="{F395A4B7-DDDC-0042-9072-ABF77EAC6069}" destId="{F0CD041B-4B82-9448-83A1-9AF60C2EB1D0}" srcOrd="1" destOrd="0" presId="urn:microsoft.com/office/officeart/2005/8/layout/matrix1"/>
    <dgm:cxn modelId="{D1D4A78C-47C9-B543-A6E1-90090DE0A35D}" type="presOf" srcId="{B6D0543D-1666-0F4B-882E-021B6D1B5E14}" destId="{C8ADA92D-FEE9-1247-9401-59C41818069F}" srcOrd="0" destOrd="0" presId="urn:microsoft.com/office/officeart/2005/8/layout/matrix1"/>
    <dgm:cxn modelId="{2A968F99-634A-A849-8551-90C02C5292E0}" type="presOf" srcId="{F395A4B7-DDDC-0042-9072-ABF77EAC6069}" destId="{630A4B13-0E02-7D4C-A674-9DC94F888DE1}" srcOrd="0" destOrd="0" presId="urn:microsoft.com/office/officeart/2005/8/layout/matrix1"/>
    <dgm:cxn modelId="{10A6A9A8-1F88-824B-A5AF-2DE025847408}" type="presOf" srcId="{1BFEE561-3379-A240-AB20-C6454100CB5F}" destId="{5876B46C-EE84-4F4D-ABA3-6364C929576F}" srcOrd="0" destOrd="0" presId="urn:microsoft.com/office/officeart/2005/8/layout/matrix1"/>
    <dgm:cxn modelId="{46EDFCAD-80F7-6C43-B4C8-0406337BE32D}" srcId="{B6D0543D-1666-0F4B-882E-021B6D1B5E14}" destId="{F4632385-9D77-0043-A1D8-23C1454FD0F1}" srcOrd="2" destOrd="0" parTransId="{874E6925-6698-9F44-B70D-26E8E0A6A272}" sibTransId="{4FADB7DB-03C4-0C47-8DAF-E1772D0E0E10}"/>
    <dgm:cxn modelId="{091AC4BC-6888-5945-8C92-1A0B66133B5A}" type="presOf" srcId="{BEF6CF68-5B19-994E-BF98-CC8255301D8D}" destId="{A9556E4A-5DE1-5549-8536-83E6208AF232}" srcOrd="0" destOrd="0" presId="urn:microsoft.com/office/officeart/2005/8/layout/matrix1"/>
    <dgm:cxn modelId="{6AEDF4E7-56EE-7643-A4A7-D86D49945993}" srcId="{B6D0543D-1666-0F4B-882E-021B6D1B5E14}" destId="{F395A4B7-DDDC-0042-9072-ABF77EAC6069}" srcOrd="3" destOrd="0" parTransId="{3C7A5204-B52A-5041-93BB-E4AE1273DBF9}" sibTransId="{EF9FFE16-0C16-F948-AD78-E1A6FB4534EF}"/>
    <dgm:cxn modelId="{A9D0AAFB-51B7-7E4F-A2E4-34488E471A96}" srcId="{284D2AC9-C93A-2349-B4D9-36E5307EF234}" destId="{B6D0543D-1666-0F4B-882E-021B6D1B5E14}" srcOrd="0" destOrd="0" parTransId="{54A093D6-5EE5-1E45-8212-91D2CF88B60C}" sibTransId="{D80D657A-DC5D-384E-BB79-494FB0764849}"/>
    <dgm:cxn modelId="{2B682841-4343-D641-955C-51820DDF9058}" type="presParOf" srcId="{FD97A757-2DD4-4841-A2A6-FA3ABE6FC2E4}" destId="{D183DD9C-41E6-AB48-95D6-777021565F01}" srcOrd="0" destOrd="0" presId="urn:microsoft.com/office/officeart/2005/8/layout/matrix1"/>
    <dgm:cxn modelId="{481E0FF9-7F1D-8342-9257-14F741AA8C4B}" type="presParOf" srcId="{D183DD9C-41E6-AB48-95D6-777021565F01}" destId="{5876B46C-EE84-4F4D-ABA3-6364C929576F}" srcOrd="0" destOrd="0" presId="urn:microsoft.com/office/officeart/2005/8/layout/matrix1"/>
    <dgm:cxn modelId="{B40732DC-D9E3-6C48-9082-1C60B6FCCAC5}" type="presParOf" srcId="{D183DD9C-41E6-AB48-95D6-777021565F01}" destId="{BA05731E-41F0-4C46-BD87-8C2C64E38F88}" srcOrd="1" destOrd="0" presId="urn:microsoft.com/office/officeart/2005/8/layout/matrix1"/>
    <dgm:cxn modelId="{0D177787-C658-7E4B-AAB2-DC786BD55E47}" type="presParOf" srcId="{D183DD9C-41E6-AB48-95D6-777021565F01}" destId="{A9556E4A-5DE1-5549-8536-83E6208AF232}" srcOrd="2" destOrd="0" presId="urn:microsoft.com/office/officeart/2005/8/layout/matrix1"/>
    <dgm:cxn modelId="{A00E5F97-FF87-3340-A7EE-30106941C6A8}" type="presParOf" srcId="{D183DD9C-41E6-AB48-95D6-777021565F01}" destId="{B900D000-6EC9-3B4B-B825-25478D930BD7}" srcOrd="3" destOrd="0" presId="urn:microsoft.com/office/officeart/2005/8/layout/matrix1"/>
    <dgm:cxn modelId="{26DDB111-2BC5-8F48-AC3A-3BE2EF34968C}" type="presParOf" srcId="{D183DD9C-41E6-AB48-95D6-777021565F01}" destId="{272E1781-069F-ED4F-8836-10CA97350351}" srcOrd="4" destOrd="0" presId="urn:microsoft.com/office/officeart/2005/8/layout/matrix1"/>
    <dgm:cxn modelId="{CABDBE59-3977-C641-B785-6F1531FCB14B}" type="presParOf" srcId="{D183DD9C-41E6-AB48-95D6-777021565F01}" destId="{A1D0A418-7A76-3F40-ADA0-B9953E0ABBB3}" srcOrd="5" destOrd="0" presId="urn:microsoft.com/office/officeart/2005/8/layout/matrix1"/>
    <dgm:cxn modelId="{98EE4A93-A55B-534C-90AA-9F7E2D869B79}" type="presParOf" srcId="{D183DD9C-41E6-AB48-95D6-777021565F01}" destId="{630A4B13-0E02-7D4C-A674-9DC94F888DE1}" srcOrd="6" destOrd="0" presId="urn:microsoft.com/office/officeart/2005/8/layout/matrix1"/>
    <dgm:cxn modelId="{11342A0B-EB1C-9E4D-91F4-C66896342224}" type="presParOf" srcId="{D183DD9C-41E6-AB48-95D6-777021565F01}" destId="{F0CD041B-4B82-9448-83A1-9AF60C2EB1D0}" srcOrd="7" destOrd="0" presId="urn:microsoft.com/office/officeart/2005/8/layout/matrix1"/>
    <dgm:cxn modelId="{0D492A2D-F2AE-3546-92A3-4EBE827C72F6}" type="presParOf" srcId="{FD97A757-2DD4-4841-A2A6-FA3ABE6FC2E4}" destId="{C8ADA92D-FEE9-1247-9401-59C41818069F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A044AF-A771-46FB-A9D7-363B0721D0A2}" type="doc">
      <dgm:prSet loTypeId="urn:microsoft.com/office/officeart/2018/2/layout/Icon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54A3D7E-2F1A-4AC9-9CA4-D366BE06A27A}">
      <dgm:prSet/>
      <dgm:spPr/>
      <dgm:t>
        <a:bodyPr/>
        <a:lstStyle/>
        <a:p>
          <a:r>
            <a:rPr lang="en-US" dirty="0"/>
            <a:t>How Much?</a:t>
          </a:r>
        </a:p>
      </dgm:t>
    </dgm:pt>
    <dgm:pt modelId="{8D25BB1C-392B-421D-9C2B-532F32BE4173}" type="parTrans" cxnId="{47527AEB-8F95-4C23-9165-F87C78D93092}">
      <dgm:prSet/>
      <dgm:spPr/>
      <dgm:t>
        <a:bodyPr/>
        <a:lstStyle/>
        <a:p>
          <a:endParaRPr lang="en-US"/>
        </a:p>
      </dgm:t>
    </dgm:pt>
    <dgm:pt modelId="{0F5F31F3-BE00-47F9-8FE8-47294892CFC4}" type="sibTrans" cxnId="{47527AEB-8F95-4C23-9165-F87C78D93092}">
      <dgm:prSet/>
      <dgm:spPr/>
      <dgm:t>
        <a:bodyPr/>
        <a:lstStyle/>
        <a:p>
          <a:endParaRPr lang="en-US"/>
        </a:p>
      </dgm:t>
    </dgm:pt>
    <dgm:pt modelId="{A5ADDDDD-6304-4D7B-A426-67B75B46D1E1}">
      <dgm:prSet/>
      <dgm:spPr/>
      <dgm:t>
        <a:bodyPr/>
        <a:lstStyle/>
        <a:p>
          <a:r>
            <a:rPr lang="en-US" dirty="0"/>
            <a:t>How Many?</a:t>
          </a:r>
        </a:p>
      </dgm:t>
    </dgm:pt>
    <dgm:pt modelId="{885B3B26-B444-4F96-8E50-0D7BD630FE48}" type="parTrans" cxnId="{15AB66AA-B3A3-457C-B0B6-1EF632326DB2}">
      <dgm:prSet/>
      <dgm:spPr/>
      <dgm:t>
        <a:bodyPr/>
        <a:lstStyle/>
        <a:p>
          <a:endParaRPr lang="en-US"/>
        </a:p>
      </dgm:t>
    </dgm:pt>
    <dgm:pt modelId="{EE7804B2-B76F-48DF-9071-B5DA0DAB574F}" type="sibTrans" cxnId="{15AB66AA-B3A3-457C-B0B6-1EF632326DB2}">
      <dgm:prSet/>
      <dgm:spPr/>
      <dgm:t>
        <a:bodyPr/>
        <a:lstStyle/>
        <a:p>
          <a:endParaRPr lang="en-US"/>
        </a:p>
      </dgm:t>
    </dgm:pt>
    <dgm:pt modelId="{8034F857-F7D7-43B9-A944-7A4B0DC79500}">
      <dgm:prSet/>
      <dgm:spPr/>
      <dgm:t>
        <a:bodyPr/>
        <a:lstStyle/>
        <a:p>
          <a:r>
            <a:rPr lang="en-US" dirty="0"/>
            <a:t>How Likely?</a:t>
          </a:r>
        </a:p>
      </dgm:t>
    </dgm:pt>
    <dgm:pt modelId="{088406D6-5CC0-4F08-9A4F-66E571ECEA4C}" type="parTrans" cxnId="{1DD017B2-537F-4D3A-827C-1D13FD4E640C}">
      <dgm:prSet/>
      <dgm:spPr/>
      <dgm:t>
        <a:bodyPr/>
        <a:lstStyle/>
        <a:p>
          <a:endParaRPr lang="en-US"/>
        </a:p>
      </dgm:t>
    </dgm:pt>
    <dgm:pt modelId="{137756D3-D34D-4BC2-AA3E-F727523735BD}" type="sibTrans" cxnId="{1DD017B2-537F-4D3A-827C-1D13FD4E640C}">
      <dgm:prSet/>
      <dgm:spPr/>
      <dgm:t>
        <a:bodyPr/>
        <a:lstStyle/>
        <a:p>
          <a:endParaRPr lang="en-US"/>
        </a:p>
      </dgm:t>
    </dgm:pt>
    <dgm:pt modelId="{71C0E4AE-F29A-4C68-8C79-4EBC169648C0}" type="pres">
      <dgm:prSet presAssocID="{E8A044AF-A771-46FB-A9D7-363B0721D0A2}" presName="root" presStyleCnt="0">
        <dgm:presLayoutVars>
          <dgm:dir/>
          <dgm:resizeHandles val="exact"/>
        </dgm:presLayoutVars>
      </dgm:prSet>
      <dgm:spPr/>
    </dgm:pt>
    <dgm:pt modelId="{141B8314-5AC3-4394-ABC9-1EAD99A7083D}" type="pres">
      <dgm:prSet presAssocID="{454A3D7E-2F1A-4AC9-9CA4-D366BE06A27A}" presName="compNode" presStyleCnt="0"/>
      <dgm:spPr/>
    </dgm:pt>
    <dgm:pt modelId="{8F9AE399-DF9C-4A9B-97CE-AF7BC1BE692C}" type="pres">
      <dgm:prSet presAssocID="{454A3D7E-2F1A-4AC9-9CA4-D366BE06A27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C2C8B37-1755-4786-A48B-433CE10A9931}" type="pres">
      <dgm:prSet presAssocID="{454A3D7E-2F1A-4AC9-9CA4-D366BE06A27A}" presName="spaceRect" presStyleCnt="0"/>
      <dgm:spPr/>
    </dgm:pt>
    <dgm:pt modelId="{2ECDD3DF-E521-4F71-BE7A-809726D43E9E}" type="pres">
      <dgm:prSet presAssocID="{454A3D7E-2F1A-4AC9-9CA4-D366BE06A27A}" presName="textRect" presStyleLbl="revTx" presStyleIdx="0" presStyleCnt="3">
        <dgm:presLayoutVars>
          <dgm:chMax val="1"/>
          <dgm:chPref val="1"/>
        </dgm:presLayoutVars>
      </dgm:prSet>
      <dgm:spPr/>
    </dgm:pt>
    <dgm:pt modelId="{B8738BC8-DBE5-470A-B30C-E2BE8B796625}" type="pres">
      <dgm:prSet presAssocID="{0F5F31F3-BE00-47F9-8FE8-47294892CFC4}" presName="sibTrans" presStyleCnt="0"/>
      <dgm:spPr/>
    </dgm:pt>
    <dgm:pt modelId="{4A154DEF-8058-454F-B46F-1CC4BE1950F1}" type="pres">
      <dgm:prSet presAssocID="{A5ADDDDD-6304-4D7B-A426-67B75B46D1E1}" presName="compNode" presStyleCnt="0"/>
      <dgm:spPr/>
    </dgm:pt>
    <dgm:pt modelId="{4C14E4DB-9561-4E3B-A901-A9BB00B744A8}" type="pres">
      <dgm:prSet presAssocID="{A5ADDDDD-6304-4D7B-A426-67B75B46D1E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 with solid fill"/>
        </a:ext>
      </dgm:extLst>
    </dgm:pt>
    <dgm:pt modelId="{E0ACF47F-35A9-4887-92F1-20BADB7BDE00}" type="pres">
      <dgm:prSet presAssocID="{A5ADDDDD-6304-4D7B-A426-67B75B46D1E1}" presName="spaceRect" presStyleCnt="0"/>
      <dgm:spPr/>
    </dgm:pt>
    <dgm:pt modelId="{3FE2AB0F-EAAC-4B7F-9125-93730798B74D}" type="pres">
      <dgm:prSet presAssocID="{A5ADDDDD-6304-4D7B-A426-67B75B46D1E1}" presName="textRect" presStyleLbl="revTx" presStyleIdx="1" presStyleCnt="3">
        <dgm:presLayoutVars>
          <dgm:chMax val="1"/>
          <dgm:chPref val="1"/>
        </dgm:presLayoutVars>
      </dgm:prSet>
      <dgm:spPr/>
    </dgm:pt>
    <dgm:pt modelId="{5B24E2FB-04EE-4F1E-8C55-96F252CFB498}" type="pres">
      <dgm:prSet presAssocID="{EE7804B2-B76F-48DF-9071-B5DA0DAB574F}" presName="sibTrans" presStyleCnt="0"/>
      <dgm:spPr/>
    </dgm:pt>
    <dgm:pt modelId="{6CEB42D7-3BE6-4284-949F-7A389DE459BC}" type="pres">
      <dgm:prSet presAssocID="{8034F857-F7D7-43B9-A944-7A4B0DC79500}" presName="compNode" presStyleCnt="0"/>
      <dgm:spPr/>
    </dgm:pt>
    <dgm:pt modelId="{FCAF2CDC-6F12-4E0D-9013-3B02A961B049}" type="pres">
      <dgm:prSet presAssocID="{8034F857-F7D7-43B9-A944-7A4B0DC7950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ce with solid fill"/>
        </a:ext>
      </dgm:extLst>
    </dgm:pt>
    <dgm:pt modelId="{ECF991FA-E4AE-42D3-834B-5B9A06521DBD}" type="pres">
      <dgm:prSet presAssocID="{8034F857-F7D7-43B9-A944-7A4B0DC79500}" presName="spaceRect" presStyleCnt="0"/>
      <dgm:spPr/>
    </dgm:pt>
    <dgm:pt modelId="{68440C6F-95E9-4F1F-813F-9FBA38235816}" type="pres">
      <dgm:prSet presAssocID="{8034F857-F7D7-43B9-A944-7A4B0DC7950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F71DF70-A4E0-4101-8F37-485B845CAC0F}" type="presOf" srcId="{8034F857-F7D7-43B9-A944-7A4B0DC79500}" destId="{68440C6F-95E9-4F1F-813F-9FBA38235816}" srcOrd="0" destOrd="0" presId="urn:microsoft.com/office/officeart/2018/2/layout/IconLabelList"/>
    <dgm:cxn modelId="{CF578B76-6BC4-4B55-9F4F-6DCA29986DB0}" type="presOf" srcId="{454A3D7E-2F1A-4AC9-9CA4-D366BE06A27A}" destId="{2ECDD3DF-E521-4F71-BE7A-809726D43E9E}" srcOrd="0" destOrd="0" presId="urn:microsoft.com/office/officeart/2018/2/layout/IconLabelList"/>
    <dgm:cxn modelId="{7A028483-91C6-4469-8301-B947CAAA1085}" type="presOf" srcId="{A5ADDDDD-6304-4D7B-A426-67B75B46D1E1}" destId="{3FE2AB0F-EAAC-4B7F-9125-93730798B74D}" srcOrd="0" destOrd="0" presId="urn:microsoft.com/office/officeart/2018/2/layout/IconLabelList"/>
    <dgm:cxn modelId="{15AB66AA-B3A3-457C-B0B6-1EF632326DB2}" srcId="{E8A044AF-A771-46FB-A9D7-363B0721D0A2}" destId="{A5ADDDDD-6304-4D7B-A426-67B75B46D1E1}" srcOrd="1" destOrd="0" parTransId="{885B3B26-B444-4F96-8E50-0D7BD630FE48}" sibTransId="{EE7804B2-B76F-48DF-9071-B5DA0DAB574F}"/>
    <dgm:cxn modelId="{1DD017B2-537F-4D3A-827C-1D13FD4E640C}" srcId="{E8A044AF-A771-46FB-A9D7-363B0721D0A2}" destId="{8034F857-F7D7-43B9-A944-7A4B0DC79500}" srcOrd="2" destOrd="0" parTransId="{088406D6-5CC0-4F08-9A4F-66E571ECEA4C}" sibTransId="{137756D3-D34D-4BC2-AA3E-F727523735BD}"/>
    <dgm:cxn modelId="{47527AEB-8F95-4C23-9165-F87C78D93092}" srcId="{E8A044AF-A771-46FB-A9D7-363B0721D0A2}" destId="{454A3D7E-2F1A-4AC9-9CA4-D366BE06A27A}" srcOrd="0" destOrd="0" parTransId="{8D25BB1C-392B-421D-9C2B-532F32BE4173}" sibTransId="{0F5F31F3-BE00-47F9-8FE8-47294892CFC4}"/>
    <dgm:cxn modelId="{03A51AF2-4920-4A0D-BF7B-33EE4B7B57A0}" type="presOf" srcId="{E8A044AF-A771-46FB-A9D7-363B0721D0A2}" destId="{71C0E4AE-F29A-4C68-8C79-4EBC169648C0}" srcOrd="0" destOrd="0" presId="urn:microsoft.com/office/officeart/2018/2/layout/IconLabelList"/>
    <dgm:cxn modelId="{F833B636-3E14-4F1A-92C5-5C8CB84A0E74}" type="presParOf" srcId="{71C0E4AE-F29A-4C68-8C79-4EBC169648C0}" destId="{141B8314-5AC3-4394-ABC9-1EAD99A7083D}" srcOrd="0" destOrd="0" presId="urn:microsoft.com/office/officeart/2018/2/layout/IconLabelList"/>
    <dgm:cxn modelId="{EECDD7AC-6C89-4757-A3D1-57DA894171AF}" type="presParOf" srcId="{141B8314-5AC3-4394-ABC9-1EAD99A7083D}" destId="{8F9AE399-DF9C-4A9B-97CE-AF7BC1BE692C}" srcOrd="0" destOrd="0" presId="urn:microsoft.com/office/officeart/2018/2/layout/IconLabelList"/>
    <dgm:cxn modelId="{48178B5F-9A29-4851-8775-F49A891E8071}" type="presParOf" srcId="{141B8314-5AC3-4394-ABC9-1EAD99A7083D}" destId="{EC2C8B37-1755-4786-A48B-433CE10A9931}" srcOrd="1" destOrd="0" presId="urn:microsoft.com/office/officeart/2018/2/layout/IconLabelList"/>
    <dgm:cxn modelId="{C62D71BE-6E56-4BE5-9493-27727DAECCC0}" type="presParOf" srcId="{141B8314-5AC3-4394-ABC9-1EAD99A7083D}" destId="{2ECDD3DF-E521-4F71-BE7A-809726D43E9E}" srcOrd="2" destOrd="0" presId="urn:microsoft.com/office/officeart/2018/2/layout/IconLabelList"/>
    <dgm:cxn modelId="{63D2982A-5292-406B-9124-99FEB9684259}" type="presParOf" srcId="{71C0E4AE-F29A-4C68-8C79-4EBC169648C0}" destId="{B8738BC8-DBE5-470A-B30C-E2BE8B796625}" srcOrd="1" destOrd="0" presId="urn:microsoft.com/office/officeart/2018/2/layout/IconLabelList"/>
    <dgm:cxn modelId="{44CB50F7-9460-4833-9BF4-3996CB388EE2}" type="presParOf" srcId="{71C0E4AE-F29A-4C68-8C79-4EBC169648C0}" destId="{4A154DEF-8058-454F-B46F-1CC4BE1950F1}" srcOrd="2" destOrd="0" presId="urn:microsoft.com/office/officeart/2018/2/layout/IconLabelList"/>
    <dgm:cxn modelId="{F395C52C-A9AE-4A8C-9C83-E17BA28880DC}" type="presParOf" srcId="{4A154DEF-8058-454F-B46F-1CC4BE1950F1}" destId="{4C14E4DB-9561-4E3B-A901-A9BB00B744A8}" srcOrd="0" destOrd="0" presId="urn:microsoft.com/office/officeart/2018/2/layout/IconLabelList"/>
    <dgm:cxn modelId="{6D3D4068-6214-4DEB-93AC-CF8DEB0EB3B8}" type="presParOf" srcId="{4A154DEF-8058-454F-B46F-1CC4BE1950F1}" destId="{E0ACF47F-35A9-4887-92F1-20BADB7BDE00}" srcOrd="1" destOrd="0" presId="urn:microsoft.com/office/officeart/2018/2/layout/IconLabelList"/>
    <dgm:cxn modelId="{0A8A25FD-7BED-4314-B8E2-4F2243526C9F}" type="presParOf" srcId="{4A154DEF-8058-454F-B46F-1CC4BE1950F1}" destId="{3FE2AB0F-EAAC-4B7F-9125-93730798B74D}" srcOrd="2" destOrd="0" presId="urn:microsoft.com/office/officeart/2018/2/layout/IconLabelList"/>
    <dgm:cxn modelId="{6F7DC503-CB9F-4798-BDD0-0C1272D9FDD6}" type="presParOf" srcId="{71C0E4AE-F29A-4C68-8C79-4EBC169648C0}" destId="{5B24E2FB-04EE-4F1E-8C55-96F252CFB498}" srcOrd="3" destOrd="0" presId="urn:microsoft.com/office/officeart/2018/2/layout/IconLabelList"/>
    <dgm:cxn modelId="{462D1C1A-A0CD-4690-AD7C-7EF8259B82C4}" type="presParOf" srcId="{71C0E4AE-F29A-4C68-8C79-4EBC169648C0}" destId="{6CEB42D7-3BE6-4284-949F-7A389DE459BC}" srcOrd="4" destOrd="0" presId="urn:microsoft.com/office/officeart/2018/2/layout/IconLabelList"/>
    <dgm:cxn modelId="{0F7EB344-84B8-4F01-9D80-F38E87ECED8D}" type="presParOf" srcId="{6CEB42D7-3BE6-4284-949F-7A389DE459BC}" destId="{FCAF2CDC-6F12-4E0D-9013-3B02A961B049}" srcOrd="0" destOrd="0" presId="urn:microsoft.com/office/officeart/2018/2/layout/IconLabelList"/>
    <dgm:cxn modelId="{0AEFB91F-01F0-4DE5-950F-5547B67BB4DE}" type="presParOf" srcId="{6CEB42D7-3BE6-4284-949F-7A389DE459BC}" destId="{ECF991FA-E4AE-42D3-834B-5B9A06521DBD}" srcOrd="1" destOrd="0" presId="urn:microsoft.com/office/officeart/2018/2/layout/IconLabelList"/>
    <dgm:cxn modelId="{5A9AA4D5-9A24-47FC-9296-69B70DFE4391}" type="presParOf" srcId="{6CEB42D7-3BE6-4284-949F-7A389DE459BC}" destId="{68440C6F-95E9-4F1F-813F-9FBA3823581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441C76B-7AC8-BB4B-B89B-71F00D0C51E3}" type="doc">
      <dgm:prSet loTypeId="urn:microsoft.com/office/officeart/2005/8/layout/cycle8" loCatId="" qsTypeId="urn:microsoft.com/office/officeart/2005/8/quickstyle/simple1" qsCatId="simple" csTypeId="urn:microsoft.com/office/officeart/2005/8/colors/accent1_2" csCatId="accent1" phldr="1"/>
      <dgm:spPr/>
    </dgm:pt>
    <dgm:pt modelId="{A622274F-8177-8A4D-9069-77FCA296A8E2}">
      <dgm:prSet phldrT="[Text]"/>
      <dgm:spPr/>
      <dgm:t>
        <a:bodyPr/>
        <a:lstStyle/>
        <a:p>
          <a:r>
            <a:rPr lang="en-GB" dirty="0"/>
            <a:t>Functional</a:t>
          </a:r>
        </a:p>
      </dgm:t>
    </dgm:pt>
    <dgm:pt modelId="{519D9D47-ADE4-A447-9B13-48F34D9FB6F9}" type="parTrans" cxnId="{C709920E-DC87-8A45-9C98-74A3A457A602}">
      <dgm:prSet/>
      <dgm:spPr/>
      <dgm:t>
        <a:bodyPr/>
        <a:lstStyle/>
        <a:p>
          <a:endParaRPr lang="en-GB"/>
        </a:p>
      </dgm:t>
    </dgm:pt>
    <dgm:pt modelId="{5045E396-4910-2645-BB22-1FC42B0E7708}" type="sibTrans" cxnId="{C709920E-DC87-8A45-9C98-74A3A457A602}">
      <dgm:prSet/>
      <dgm:spPr/>
      <dgm:t>
        <a:bodyPr/>
        <a:lstStyle/>
        <a:p>
          <a:endParaRPr lang="en-GB"/>
        </a:p>
      </dgm:t>
    </dgm:pt>
    <dgm:pt modelId="{6544ED9C-09FF-5648-8105-E9813E74E324}">
      <dgm:prSet phldrT="[Text]"/>
      <dgm:spPr/>
      <dgm:t>
        <a:bodyPr/>
        <a:lstStyle/>
        <a:p>
          <a:r>
            <a:rPr lang="en-GB" dirty="0"/>
            <a:t>Emotional</a:t>
          </a:r>
        </a:p>
      </dgm:t>
    </dgm:pt>
    <dgm:pt modelId="{F3FBC7F5-291E-0B45-B948-21104BC325B8}" type="parTrans" cxnId="{14ED6B48-2D70-AD43-B3E0-24C91E4AE94D}">
      <dgm:prSet/>
      <dgm:spPr/>
      <dgm:t>
        <a:bodyPr/>
        <a:lstStyle/>
        <a:p>
          <a:endParaRPr lang="en-GB"/>
        </a:p>
      </dgm:t>
    </dgm:pt>
    <dgm:pt modelId="{4877F2D2-5584-4145-82E4-551532329AE9}" type="sibTrans" cxnId="{14ED6B48-2D70-AD43-B3E0-24C91E4AE94D}">
      <dgm:prSet/>
      <dgm:spPr/>
      <dgm:t>
        <a:bodyPr/>
        <a:lstStyle/>
        <a:p>
          <a:endParaRPr lang="en-GB"/>
        </a:p>
      </dgm:t>
    </dgm:pt>
    <dgm:pt modelId="{9B8AEBEC-11AF-F64B-AFB5-807C91173987}">
      <dgm:prSet phldrT="[Text]"/>
      <dgm:spPr/>
      <dgm:t>
        <a:bodyPr/>
        <a:lstStyle/>
        <a:p>
          <a:r>
            <a:rPr lang="en-GB" dirty="0"/>
            <a:t>Economic</a:t>
          </a:r>
        </a:p>
      </dgm:t>
    </dgm:pt>
    <dgm:pt modelId="{7F5A31AC-866F-494A-A267-4C03D5EBD318}" type="parTrans" cxnId="{8231DCEC-6BA2-E74C-8F7C-D9893C273C20}">
      <dgm:prSet/>
      <dgm:spPr/>
      <dgm:t>
        <a:bodyPr/>
        <a:lstStyle/>
        <a:p>
          <a:endParaRPr lang="en-GB"/>
        </a:p>
      </dgm:t>
    </dgm:pt>
    <dgm:pt modelId="{58A4AC13-F444-004D-B5A0-4EBCDF82775B}" type="sibTrans" cxnId="{8231DCEC-6BA2-E74C-8F7C-D9893C273C20}">
      <dgm:prSet/>
      <dgm:spPr/>
      <dgm:t>
        <a:bodyPr/>
        <a:lstStyle/>
        <a:p>
          <a:endParaRPr lang="en-GB"/>
        </a:p>
      </dgm:t>
    </dgm:pt>
    <dgm:pt modelId="{7B75BEF8-6032-F64A-9577-8CDCD3B3F43F}" type="pres">
      <dgm:prSet presAssocID="{0441C76B-7AC8-BB4B-B89B-71F00D0C51E3}" presName="compositeShape" presStyleCnt="0">
        <dgm:presLayoutVars>
          <dgm:chMax val="7"/>
          <dgm:dir/>
          <dgm:resizeHandles val="exact"/>
        </dgm:presLayoutVars>
      </dgm:prSet>
      <dgm:spPr/>
    </dgm:pt>
    <dgm:pt modelId="{FA75D8E9-A192-5740-A8D8-75D7A5062408}" type="pres">
      <dgm:prSet presAssocID="{0441C76B-7AC8-BB4B-B89B-71F00D0C51E3}" presName="wedge1" presStyleLbl="node1" presStyleIdx="0" presStyleCnt="3"/>
      <dgm:spPr/>
    </dgm:pt>
    <dgm:pt modelId="{E4864CD3-4242-C242-9484-F68497C1A311}" type="pres">
      <dgm:prSet presAssocID="{0441C76B-7AC8-BB4B-B89B-71F00D0C51E3}" presName="dummy1a" presStyleCnt="0"/>
      <dgm:spPr/>
    </dgm:pt>
    <dgm:pt modelId="{176211CF-A999-A94B-8C88-3719FC18AA66}" type="pres">
      <dgm:prSet presAssocID="{0441C76B-7AC8-BB4B-B89B-71F00D0C51E3}" presName="dummy1b" presStyleCnt="0"/>
      <dgm:spPr/>
    </dgm:pt>
    <dgm:pt modelId="{9E24A8A6-E191-F14B-93FD-E33C98F8A80F}" type="pres">
      <dgm:prSet presAssocID="{0441C76B-7AC8-BB4B-B89B-71F00D0C51E3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E80C2D92-9E28-F345-B89E-C8B640BA67EC}" type="pres">
      <dgm:prSet presAssocID="{0441C76B-7AC8-BB4B-B89B-71F00D0C51E3}" presName="wedge2" presStyleLbl="node1" presStyleIdx="1" presStyleCnt="3"/>
      <dgm:spPr/>
    </dgm:pt>
    <dgm:pt modelId="{63172D78-0DEE-9240-9F92-46504C2B678F}" type="pres">
      <dgm:prSet presAssocID="{0441C76B-7AC8-BB4B-B89B-71F00D0C51E3}" presName="dummy2a" presStyleCnt="0"/>
      <dgm:spPr/>
    </dgm:pt>
    <dgm:pt modelId="{715278F6-FC26-2141-B952-EFEF910ED1AF}" type="pres">
      <dgm:prSet presAssocID="{0441C76B-7AC8-BB4B-B89B-71F00D0C51E3}" presName="dummy2b" presStyleCnt="0"/>
      <dgm:spPr/>
    </dgm:pt>
    <dgm:pt modelId="{7591196D-7026-6D44-981C-956093554E88}" type="pres">
      <dgm:prSet presAssocID="{0441C76B-7AC8-BB4B-B89B-71F00D0C51E3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C82F963C-EAA9-2E46-ACF5-6D8E2BEC75D9}" type="pres">
      <dgm:prSet presAssocID="{0441C76B-7AC8-BB4B-B89B-71F00D0C51E3}" presName="wedge3" presStyleLbl="node1" presStyleIdx="2" presStyleCnt="3"/>
      <dgm:spPr/>
    </dgm:pt>
    <dgm:pt modelId="{E87D81DC-CADF-2E46-96DD-6B2446F14B48}" type="pres">
      <dgm:prSet presAssocID="{0441C76B-7AC8-BB4B-B89B-71F00D0C51E3}" presName="dummy3a" presStyleCnt="0"/>
      <dgm:spPr/>
    </dgm:pt>
    <dgm:pt modelId="{2448EB9F-4AEC-D149-A751-02A2F71E0738}" type="pres">
      <dgm:prSet presAssocID="{0441C76B-7AC8-BB4B-B89B-71F00D0C51E3}" presName="dummy3b" presStyleCnt="0"/>
      <dgm:spPr/>
    </dgm:pt>
    <dgm:pt modelId="{E17A8111-B27B-974C-9174-261F76D145F1}" type="pres">
      <dgm:prSet presAssocID="{0441C76B-7AC8-BB4B-B89B-71F00D0C51E3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  <dgm:pt modelId="{4FD4D3D9-CF72-2C41-970B-D972A1C478B1}" type="pres">
      <dgm:prSet presAssocID="{5045E396-4910-2645-BB22-1FC42B0E7708}" presName="arrowWedge1" presStyleLbl="fgSibTrans2D1" presStyleIdx="0" presStyleCnt="3"/>
      <dgm:spPr>
        <a:noFill/>
      </dgm:spPr>
    </dgm:pt>
    <dgm:pt modelId="{196E1B04-B985-CC4B-9406-822197B87528}" type="pres">
      <dgm:prSet presAssocID="{4877F2D2-5584-4145-82E4-551532329AE9}" presName="arrowWedge2" presStyleLbl="fgSibTrans2D1" presStyleIdx="1" presStyleCnt="3"/>
      <dgm:spPr>
        <a:noFill/>
      </dgm:spPr>
    </dgm:pt>
    <dgm:pt modelId="{B699BCA0-B485-4C4F-BFEC-0D954A625547}" type="pres">
      <dgm:prSet presAssocID="{58A4AC13-F444-004D-B5A0-4EBCDF82775B}" presName="arrowWedge3" presStyleLbl="fgSibTrans2D1" presStyleIdx="2" presStyleCnt="3"/>
      <dgm:spPr>
        <a:noFill/>
      </dgm:spPr>
    </dgm:pt>
  </dgm:ptLst>
  <dgm:cxnLst>
    <dgm:cxn modelId="{C709920E-DC87-8A45-9C98-74A3A457A602}" srcId="{0441C76B-7AC8-BB4B-B89B-71F00D0C51E3}" destId="{A622274F-8177-8A4D-9069-77FCA296A8E2}" srcOrd="0" destOrd="0" parTransId="{519D9D47-ADE4-A447-9B13-48F34D9FB6F9}" sibTransId="{5045E396-4910-2645-BB22-1FC42B0E7708}"/>
    <dgm:cxn modelId="{84B9A616-F5A9-DD45-B973-35C015C06F19}" type="presOf" srcId="{9B8AEBEC-11AF-F64B-AFB5-807C91173987}" destId="{C82F963C-EAA9-2E46-ACF5-6D8E2BEC75D9}" srcOrd="0" destOrd="0" presId="urn:microsoft.com/office/officeart/2005/8/layout/cycle8"/>
    <dgm:cxn modelId="{D0C05F1D-35BE-A24E-B10A-236E818EA32E}" type="presOf" srcId="{9B8AEBEC-11AF-F64B-AFB5-807C91173987}" destId="{E17A8111-B27B-974C-9174-261F76D145F1}" srcOrd="1" destOrd="0" presId="urn:microsoft.com/office/officeart/2005/8/layout/cycle8"/>
    <dgm:cxn modelId="{48E62729-E6F7-E446-A027-43835067EE31}" type="presOf" srcId="{0441C76B-7AC8-BB4B-B89B-71F00D0C51E3}" destId="{7B75BEF8-6032-F64A-9577-8CDCD3B3F43F}" srcOrd="0" destOrd="0" presId="urn:microsoft.com/office/officeart/2005/8/layout/cycle8"/>
    <dgm:cxn modelId="{95FD4F34-0867-A64F-9578-025A617F0232}" type="presOf" srcId="{A622274F-8177-8A4D-9069-77FCA296A8E2}" destId="{FA75D8E9-A192-5740-A8D8-75D7A5062408}" srcOrd="0" destOrd="0" presId="urn:microsoft.com/office/officeart/2005/8/layout/cycle8"/>
    <dgm:cxn modelId="{14ED6B48-2D70-AD43-B3E0-24C91E4AE94D}" srcId="{0441C76B-7AC8-BB4B-B89B-71F00D0C51E3}" destId="{6544ED9C-09FF-5648-8105-E9813E74E324}" srcOrd="1" destOrd="0" parTransId="{F3FBC7F5-291E-0B45-B948-21104BC325B8}" sibTransId="{4877F2D2-5584-4145-82E4-551532329AE9}"/>
    <dgm:cxn modelId="{E8926C6C-24CB-DD45-BE84-C9F2C08E6428}" type="presOf" srcId="{6544ED9C-09FF-5648-8105-E9813E74E324}" destId="{E80C2D92-9E28-F345-B89E-C8B640BA67EC}" srcOrd="0" destOrd="0" presId="urn:microsoft.com/office/officeart/2005/8/layout/cycle8"/>
    <dgm:cxn modelId="{18531A84-8CD9-B54B-B608-A6C97A6E1250}" type="presOf" srcId="{6544ED9C-09FF-5648-8105-E9813E74E324}" destId="{7591196D-7026-6D44-981C-956093554E88}" srcOrd="1" destOrd="0" presId="urn:microsoft.com/office/officeart/2005/8/layout/cycle8"/>
    <dgm:cxn modelId="{8231DCEC-6BA2-E74C-8F7C-D9893C273C20}" srcId="{0441C76B-7AC8-BB4B-B89B-71F00D0C51E3}" destId="{9B8AEBEC-11AF-F64B-AFB5-807C91173987}" srcOrd="2" destOrd="0" parTransId="{7F5A31AC-866F-494A-A267-4C03D5EBD318}" sibTransId="{58A4AC13-F444-004D-B5A0-4EBCDF82775B}"/>
    <dgm:cxn modelId="{7D2147FF-71C8-D34B-AD0D-41D31381D85F}" type="presOf" srcId="{A622274F-8177-8A4D-9069-77FCA296A8E2}" destId="{9E24A8A6-E191-F14B-93FD-E33C98F8A80F}" srcOrd="1" destOrd="0" presId="urn:microsoft.com/office/officeart/2005/8/layout/cycle8"/>
    <dgm:cxn modelId="{38303F0F-115D-CD4B-B6B8-07273306C36D}" type="presParOf" srcId="{7B75BEF8-6032-F64A-9577-8CDCD3B3F43F}" destId="{FA75D8E9-A192-5740-A8D8-75D7A5062408}" srcOrd="0" destOrd="0" presId="urn:microsoft.com/office/officeart/2005/8/layout/cycle8"/>
    <dgm:cxn modelId="{22D6CE9C-7555-3449-90D3-42D0067F7EA6}" type="presParOf" srcId="{7B75BEF8-6032-F64A-9577-8CDCD3B3F43F}" destId="{E4864CD3-4242-C242-9484-F68497C1A311}" srcOrd="1" destOrd="0" presId="urn:microsoft.com/office/officeart/2005/8/layout/cycle8"/>
    <dgm:cxn modelId="{41BB563E-BEB0-774A-B121-49DC17C774B6}" type="presParOf" srcId="{7B75BEF8-6032-F64A-9577-8CDCD3B3F43F}" destId="{176211CF-A999-A94B-8C88-3719FC18AA66}" srcOrd="2" destOrd="0" presId="urn:microsoft.com/office/officeart/2005/8/layout/cycle8"/>
    <dgm:cxn modelId="{4852D339-D35E-2A47-B570-3185402B0663}" type="presParOf" srcId="{7B75BEF8-6032-F64A-9577-8CDCD3B3F43F}" destId="{9E24A8A6-E191-F14B-93FD-E33C98F8A80F}" srcOrd="3" destOrd="0" presId="urn:microsoft.com/office/officeart/2005/8/layout/cycle8"/>
    <dgm:cxn modelId="{B9E2B231-E8DF-7F48-9315-D83451B9AD13}" type="presParOf" srcId="{7B75BEF8-6032-F64A-9577-8CDCD3B3F43F}" destId="{E80C2D92-9E28-F345-B89E-C8B640BA67EC}" srcOrd="4" destOrd="0" presId="urn:microsoft.com/office/officeart/2005/8/layout/cycle8"/>
    <dgm:cxn modelId="{0CC92B30-5D42-1E48-9D56-A5BC4BE8AC29}" type="presParOf" srcId="{7B75BEF8-6032-F64A-9577-8CDCD3B3F43F}" destId="{63172D78-0DEE-9240-9F92-46504C2B678F}" srcOrd="5" destOrd="0" presId="urn:microsoft.com/office/officeart/2005/8/layout/cycle8"/>
    <dgm:cxn modelId="{DEEF175C-2160-5740-A03A-59422A415F5F}" type="presParOf" srcId="{7B75BEF8-6032-F64A-9577-8CDCD3B3F43F}" destId="{715278F6-FC26-2141-B952-EFEF910ED1AF}" srcOrd="6" destOrd="0" presId="urn:microsoft.com/office/officeart/2005/8/layout/cycle8"/>
    <dgm:cxn modelId="{EC81ACAC-DFDC-A546-9377-F754A345E0AD}" type="presParOf" srcId="{7B75BEF8-6032-F64A-9577-8CDCD3B3F43F}" destId="{7591196D-7026-6D44-981C-956093554E88}" srcOrd="7" destOrd="0" presId="urn:microsoft.com/office/officeart/2005/8/layout/cycle8"/>
    <dgm:cxn modelId="{20B7F4F6-2585-4C41-BF63-C45F2E48E160}" type="presParOf" srcId="{7B75BEF8-6032-F64A-9577-8CDCD3B3F43F}" destId="{C82F963C-EAA9-2E46-ACF5-6D8E2BEC75D9}" srcOrd="8" destOrd="0" presId="urn:microsoft.com/office/officeart/2005/8/layout/cycle8"/>
    <dgm:cxn modelId="{414D9B50-0C21-D749-830F-A990AEA94ADD}" type="presParOf" srcId="{7B75BEF8-6032-F64A-9577-8CDCD3B3F43F}" destId="{E87D81DC-CADF-2E46-96DD-6B2446F14B48}" srcOrd="9" destOrd="0" presId="urn:microsoft.com/office/officeart/2005/8/layout/cycle8"/>
    <dgm:cxn modelId="{5C667A1F-9EE0-A34D-9180-E6200ED79F02}" type="presParOf" srcId="{7B75BEF8-6032-F64A-9577-8CDCD3B3F43F}" destId="{2448EB9F-4AEC-D149-A751-02A2F71E0738}" srcOrd="10" destOrd="0" presId="urn:microsoft.com/office/officeart/2005/8/layout/cycle8"/>
    <dgm:cxn modelId="{95BAD963-B369-614F-9C90-A3ECCEBCA032}" type="presParOf" srcId="{7B75BEF8-6032-F64A-9577-8CDCD3B3F43F}" destId="{E17A8111-B27B-974C-9174-261F76D145F1}" srcOrd="11" destOrd="0" presId="urn:microsoft.com/office/officeart/2005/8/layout/cycle8"/>
    <dgm:cxn modelId="{C21E86F2-02E2-F24D-AA24-31FF9D89D34A}" type="presParOf" srcId="{7B75BEF8-6032-F64A-9577-8CDCD3B3F43F}" destId="{4FD4D3D9-CF72-2C41-970B-D972A1C478B1}" srcOrd="12" destOrd="0" presId="urn:microsoft.com/office/officeart/2005/8/layout/cycle8"/>
    <dgm:cxn modelId="{C06BEDF7-B850-6845-911D-1CCCD1018E89}" type="presParOf" srcId="{7B75BEF8-6032-F64A-9577-8CDCD3B3F43F}" destId="{196E1B04-B985-CC4B-9406-822197B87528}" srcOrd="13" destOrd="0" presId="urn:microsoft.com/office/officeart/2005/8/layout/cycle8"/>
    <dgm:cxn modelId="{AB2FF080-9B04-1646-A14F-26A544EC61EC}" type="presParOf" srcId="{7B75BEF8-6032-F64A-9577-8CDCD3B3F43F}" destId="{B699BCA0-B485-4C4F-BFEC-0D954A625547}" srcOrd="14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0672528-2983-FB4E-9765-F5EA9AD37C32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40A7BDDF-9E99-754B-8B0E-F0351E2286AD}">
      <dgm:prSet phldrT="[Text]"/>
      <dgm:spPr/>
      <dgm:t>
        <a:bodyPr/>
        <a:lstStyle/>
        <a:p>
          <a:r>
            <a:rPr lang="en-GB" dirty="0"/>
            <a:t>Job Fails</a:t>
          </a:r>
        </a:p>
      </dgm:t>
    </dgm:pt>
    <dgm:pt modelId="{37191A35-7EEC-A248-B694-4C5226939B96}" type="parTrans" cxnId="{21CBA9EC-0073-0449-9CCC-9E50E3BAA2DA}">
      <dgm:prSet/>
      <dgm:spPr/>
      <dgm:t>
        <a:bodyPr/>
        <a:lstStyle/>
        <a:p>
          <a:endParaRPr lang="en-GB"/>
        </a:p>
      </dgm:t>
    </dgm:pt>
    <dgm:pt modelId="{059509B6-0B8C-D74C-BFAE-BD4D4E147571}" type="sibTrans" cxnId="{21CBA9EC-0073-0449-9CCC-9E50E3BAA2DA}">
      <dgm:prSet/>
      <dgm:spPr/>
      <dgm:t>
        <a:bodyPr/>
        <a:lstStyle/>
        <a:p>
          <a:endParaRPr lang="en-GB"/>
        </a:p>
      </dgm:t>
    </dgm:pt>
    <dgm:pt modelId="{580EE2B0-58AC-3F47-9DFD-940807632E35}">
      <dgm:prSet phldrT="[Text]"/>
      <dgm:spPr/>
      <dgm:t>
        <a:bodyPr/>
        <a:lstStyle/>
        <a:p>
          <a:r>
            <a:rPr lang="en-GB" dirty="0"/>
            <a:t>Raise Ticket</a:t>
          </a:r>
        </a:p>
      </dgm:t>
    </dgm:pt>
    <dgm:pt modelId="{8B4EA7E5-3AA2-B041-9C5D-0B4B435778C8}" type="parTrans" cxnId="{2F041D19-FD15-E545-A5F9-4D782AA6C3F7}">
      <dgm:prSet/>
      <dgm:spPr/>
      <dgm:t>
        <a:bodyPr/>
        <a:lstStyle/>
        <a:p>
          <a:endParaRPr lang="en-GB"/>
        </a:p>
      </dgm:t>
    </dgm:pt>
    <dgm:pt modelId="{09EB98CA-F2AA-2E40-A169-D741175123DF}" type="sibTrans" cxnId="{2F041D19-FD15-E545-A5F9-4D782AA6C3F7}">
      <dgm:prSet/>
      <dgm:spPr/>
      <dgm:t>
        <a:bodyPr/>
        <a:lstStyle/>
        <a:p>
          <a:endParaRPr lang="en-GB"/>
        </a:p>
      </dgm:t>
    </dgm:pt>
    <dgm:pt modelId="{7C205441-AB24-E94B-9DE5-819AB36CCF45}">
      <dgm:prSet phldrT="[Text]"/>
      <dgm:spPr/>
      <dgm:t>
        <a:bodyPr/>
        <a:lstStyle/>
        <a:p>
          <a:r>
            <a:rPr lang="en-GB" dirty="0"/>
            <a:t>Find Log</a:t>
          </a:r>
        </a:p>
      </dgm:t>
    </dgm:pt>
    <dgm:pt modelId="{CAD66CE9-9053-8D45-994D-1249ED8DEFC7}" type="parTrans" cxnId="{68E25A05-09E5-A44A-B067-A9D5B03027DB}">
      <dgm:prSet/>
      <dgm:spPr/>
      <dgm:t>
        <a:bodyPr/>
        <a:lstStyle/>
        <a:p>
          <a:endParaRPr lang="en-GB"/>
        </a:p>
      </dgm:t>
    </dgm:pt>
    <dgm:pt modelId="{D6F13649-070E-9B42-BCDB-C95E6929CC87}" type="sibTrans" cxnId="{68E25A05-09E5-A44A-B067-A9D5B03027DB}">
      <dgm:prSet/>
      <dgm:spPr/>
      <dgm:t>
        <a:bodyPr/>
        <a:lstStyle/>
        <a:p>
          <a:endParaRPr lang="en-GB"/>
        </a:p>
      </dgm:t>
    </dgm:pt>
    <dgm:pt modelId="{B94A93AC-F1F2-8742-8CF0-0FB4EBB77628}">
      <dgm:prSet phldrT="[Text]"/>
      <dgm:spPr/>
      <dgm:t>
        <a:bodyPr/>
        <a:lstStyle/>
        <a:p>
          <a:r>
            <a:rPr lang="en-GB" dirty="0"/>
            <a:t>Root Cause</a:t>
          </a:r>
        </a:p>
      </dgm:t>
    </dgm:pt>
    <dgm:pt modelId="{AE095E8A-9B8B-2941-8BF3-290F69FF044B}" type="parTrans" cxnId="{DA373960-DD29-8C42-9FB1-F726B25E4A01}">
      <dgm:prSet/>
      <dgm:spPr/>
      <dgm:t>
        <a:bodyPr/>
        <a:lstStyle/>
        <a:p>
          <a:endParaRPr lang="en-GB"/>
        </a:p>
      </dgm:t>
    </dgm:pt>
    <dgm:pt modelId="{786572E4-5B84-FC46-ABE3-62CC99FF5695}" type="sibTrans" cxnId="{DA373960-DD29-8C42-9FB1-F726B25E4A01}">
      <dgm:prSet/>
      <dgm:spPr/>
      <dgm:t>
        <a:bodyPr/>
        <a:lstStyle/>
        <a:p>
          <a:endParaRPr lang="en-GB"/>
        </a:p>
      </dgm:t>
    </dgm:pt>
    <dgm:pt modelId="{094718CC-7D14-314A-9AEE-48F56423C58D}">
      <dgm:prSet phldrT="[Text]"/>
      <dgm:spPr/>
      <dgm:t>
        <a:bodyPr/>
        <a:lstStyle/>
        <a:p>
          <a:r>
            <a:rPr lang="en-GB" dirty="0"/>
            <a:t>Rerun Job</a:t>
          </a:r>
        </a:p>
      </dgm:t>
    </dgm:pt>
    <dgm:pt modelId="{C5C5457A-3649-3C49-89D7-1D050357EAC7}" type="parTrans" cxnId="{5369E49D-7633-6242-986B-3D18170C9F7E}">
      <dgm:prSet/>
      <dgm:spPr/>
      <dgm:t>
        <a:bodyPr/>
        <a:lstStyle/>
        <a:p>
          <a:endParaRPr lang="en-GB"/>
        </a:p>
      </dgm:t>
    </dgm:pt>
    <dgm:pt modelId="{DCCB0F16-125D-3945-AE46-FE1D71B4C52E}" type="sibTrans" cxnId="{5369E49D-7633-6242-986B-3D18170C9F7E}">
      <dgm:prSet/>
      <dgm:spPr/>
      <dgm:t>
        <a:bodyPr/>
        <a:lstStyle/>
        <a:p>
          <a:endParaRPr lang="en-GB"/>
        </a:p>
      </dgm:t>
    </dgm:pt>
    <dgm:pt modelId="{D982B63D-0900-3E4B-8371-C9005424A2B4}">
      <dgm:prSet phldrT="[Text]"/>
      <dgm:spPr/>
      <dgm:t>
        <a:bodyPr/>
        <a:lstStyle/>
        <a:p>
          <a:r>
            <a:rPr lang="en-GB" dirty="0"/>
            <a:t>Close Ticket</a:t>
          </a:r>
        </a:p>
      </dgm:t>
    </dgm:pt>
    <dgm:pt modelId="{0568DA93-FAF5-4D48-91A4-B708F00BC186}" type="parTrans" cxnId="{898E88D3-8920-AA4C-BC3B-47F1FC240C47}">
      <dgm:prSet/>
      <dgm:spPr/>
      <dgm:t>
        <a:bodyPr/>
        <a:lstStyle/>
        <a:p>
          <a:endParaRPr lang="en-GB"/>
        </a:p>
      </dgm:t>
    </dgm:pt>
    <dgm:pt modelId="{CA518C70-DDC0-4D4A-B491-D97C26B89F97}" type="sibTrans" cxnId="{898E88D3-8920-AA4C-BC3B-47F1FC240C47}">
      <dgm:prSet/>
      <dgm:spPr/>
      <dgm:t>
        <a:bodyPr/>
        <a:lstStyle/>
        <a:p>
          <a:endParaRPr lang="en-GB"/>
        </a:p>
      </dgm:t>
    </dgm:pt>
    <dgm:pt modelId="{C14373FF-3459-4045-AEFF-78FA2126B1CF}">
      <dgm:prSet phldrT="[Text]"/>
      <dgm:spPr/>
      <dgm:t>
        <a:bodyPr/>
        <a:lstStyle/>
        <a:p>
          <a:r>
            <a:rPr lang="en-GB" dirty="0"/>
            <a:t>Fix Data Issue</a:t>
          </a:r>
        </a:p>
      </dgm:t>
    </dgm:pt>
    <dgm:pt modelId="{95814E79-86DF-6049-A237-2D82439D43CE}" type="parTrans" cxnId="{0E29BF67-FFD9-0B40-8309-44013F0E448F}">
      <dgm:prSet/>
      <dgm:spPr/>
      <dgm:t>
        <a:bodyPr/>
        <a:lstStyle/>
        <a:p>
          <a:endParaRPr lang="en-GB"/>
        </a:p>
      </dgm:t>
    </dgm:pt>
    <dgm:pt modelId="{4F12AA98-6F03-DF45-8CCF-A305015C74D7}" type="sibTrans" cxnId="{0E29BF67-FFD9-0B40-8309-44013F0E448F}">
      <dgm:prSet/>
      <dgm:spPr/>
      <dgm:t>
        <a:bodyPr/>
        <a:lstStyle/>
        <a:p>
          <a:endParaRPr lang="en-GB"/>
        </a:p>
      </dgm:t>
    </dgm:pt>
    <dgm:pt modelId="{43C15CEA-7063-5740-B514-736021B22292}" type="pres">
      <dgm:prSet presAssocID="{40672528-2983-FB4E-9765-F5EA9AD37C32}" presName="Name0" presStyleCnt="0">
        <dgm:presLayoutVars>
          <dgm:dir/>
          <dgm:resizeHandles val="exact"/>
        </dgm:presLayoutVars>
      </dgm:prSet>
      <dgm:spPr/>
    </dgm:pt>
    <dgm:pt modelId="{62763A09-7290-084A-A7C5-62D0B4316C1B}" type="pres">
      <dgm:prSet presAssocID="{40A7BDDF-9E99-754B-8B0E-F0351E2286AD}" presName="node" presStyleLbl="node1" presStyleIdx="0" presStyleCnt="7">
        <dgm:presLayoutVars>
          <dgm:bulletEnabled val="1"/>
        </dgm:presLayoutVars>
      </dgm:prSet>
      <dgm:spPr/>
    </dgm:pt>
    <dgm:pt modelId="{B821B544-E21F-FB4B-A10B-15E11C229196}" type="pres">
      <dgm:prSet presAssocID="{059509B6-0B8C-D74C-BFAE-BD4D4E147571}" presName="sibTrans" presStyleLbl="sibTrans2D1" presStyleIdx="0" presStyleCnt="6"/>
      <dgm:spPr/>
    </dgm:pt>
    <dgm:pt modelId="{DF0F2A71-00A1-8F46-BC23-86DBE6D636A7}" type="pres">
      <dgm:prSet presAssocID="{059509B6-0B8C-D74C-BFAE-BD4D4E147571}" presName="connectorText" presStyleLbl="sibTrans2D1" presStyleIdx="0" presStyleCnt="6"/>
      <dgm:spPr/>
    </dgm:pt>
    <dgm:pt modelId="{A6EEF9F2-9169-8F4C-A325-050E01C1521F}" type="pres">
      <dgm:prSet presAssocID="{580EE2B0-58AC-3F47-9DFD-940807632E35}" presName="node" presStyleLbl="node1" presStyleIdx="1" presStyleCnt="7">
        <dgm:presLayoutVars>
          <dgm:bulletEnabled val="1"/>
        </dgm:presLayoutVars>
      </dgm:prSet>
      <dgm:spPr/>
    </dgm:pt>
    <dgm:pt modelId="{6E5B0891-4180-D94A-91F8-66413BE1B84E}" type="pres">
      <dgm:prSet presAssocID="{09EB98CA-F2AA-2E40-A169-D741175123DF}" presName="sibTrans" presStyleLbl="sibTrans2D1" presStyleIdx="1" presStyleCnt="6"/>
      <dgm:spPr/>
    </dgm:pt>
    <dgm:pt modelId="{5BF7847F-9525-8940-8FBA-1BA2A61FF92D}" type="pres">
      <dgm:prSet presAssocID="{09EB98CA-F2AA-2E40-A169-D741175123DF}" presName="connectorText" presStyleLbl="sibTrans2D1" presStyleIdx="1" presStyleCnt="6"/>
      <dgm:spPr/>
    </dgm:pt>
    <dgm:pt modelId="{256D2454-D8D4-C342-9158-3D3A822A7565}" type="pres">
      <dgm:prSet presAssocID="{7C205441-AB24-E94B-9DE5-819AB36CCF45}" presName="node" presStyleLbl="node1" presStyleIdx="2" presStyleCnt="7">
        <dgm:presLayoutVars>
          <dgm:bulletEnabled val="1"/>
        </dgm:presLayoutVars>
      </dgm:prSet>
      <dgm:spPr/>
    </dgm:pt>
    <dgm:pt modelId="{C9AB289D-77B4-E645-898C-1038C9EB7782}" type="pres">
      <dgm:prSet presAssocID="{D6F13649-070E-9B42-BCDB-C95E6929CC87}" presName="sibTrans" presStyleLbl="sibTrans2D1" presStyleIdx="2" presStyleCnt="6"/>
      <dgm:spPr/>
    </dgm:pt>
    <dgm:pt modelId="{E5D42FF2-4633-DF45-96F8-36F724D8186C}" type="pres">
      <dgm:prSet presAssocID="{D6F13649-070E-9B42-BCDB-C95E6929CC87}" presName="connectorText" presStyleLbl="sibTrans2D1" presStyleIdx="2" presStyleCnt="6"/>
      <dgm:spPr/>
    </dgm:pt>
    <dgm:pt modelId="{B4007590-A9D1-2542-8F8B-3D471139810F}" type="pres">
      <dgm:prSet presAssocID="{B94A93AC-F1F2-8742-8CF0-0FB4EBB77628}" presName="node" presStyleLbl="node1" presStyleIdx="3" presStyleCnt="7">
        <dgm:presLayoutVars>
          <dgm:bulletEnabled val="1"/>
        </dgm:presLayoutVars>
      </dgm:prSet>
      <dgm:spPr/>
    </dgm:pt>
    <dgm:pt modelId="{1C36F2C8-DE98-414F-8DE0-75A263F4D315}" type="pres">
      <dgm:prSet presAssocID="{786572E4-5B84-FC46-ABE3-62CC99FF5695}" presName="sibTrans" presStyleLbl="sibTrans2D1" presStyleIdx="3" presStyleCnt="6"/>
      <dgm:spPr/>
    </dgm:pt>
    <dgm:pt modelId="{7411E2D8-765F-2B40-9DEA-09ED8E2B878A}" type="pres">
      <dgm:prSet presAssocID="{786572E4-5B84-FC46-ABE3-62CC99FF5695}" presName="connectorText" presStyleLbl="sibTrans2D1" presStyleIdx="3" presStyleCnt="6"/>
      <dgm:spPr/>
    </dgm:pt>
    <dgm:pt modelId="{FAAEC6B8-0360-F84A-A74E-B256D798A27E}" type="pres">
      <dgm:prSet presAssocID="{C14373FF-3459-4045-AEFF-78FA2126B1CF}" presName="node" presStyleLbl="node1" presStyleIdx="4" presStyleCnt="7">
        <dgm:presLayoutVars>
          <dgm:bulletEnabled val="1"/>
        </dgm:presLayoutVars>
      </dgm:prSet>
      <dgm:spPr/>
    </dgm:pt>
    <dgm:pt modelId="{C670575A-B50A-1B45-905B-2598E87EEC3A}" type="pres">
      <dgm:prSet presAssocID="{4F12AA98-6F03-DF45-8CCF-A305015C74D7}" presName="sibTrans" presStyleLbl="sibTrans2D1" presStyleIdx="4" presStyleCnt="6"/>
      <dgm:spPr/>
    </dgm:pt>
    <dgm:pt modelId="{9470A0EA-8C40-4543-BD45-A01FCA3897DF}" type="pres">
      <dgm:prSet presAssocID="{4F12AA98-6F03-DF45-8CCF-A305015C74D7}" presName="connectorText" presStyleLbl="sibTrans2D1" presStyleIdx="4" presStyleCnt="6"/>
      <dgm:spPr/>
    </dgm:pt>
    <dgm:pt modelId="{C06DF3A6-E78A-2343-922B-EB86438D9B42}" type="pres">
      <dgm:prSet presAssocID="{094718CC-7D14-314A-9AEE-48F56423C58D}" presName="node" presStyleLbl="node1" presStyleIdx="5" presStyleCnt="7">
        <dgm:presLayoutVars>
          <dgm:bulletEnabled val="1"/>
        </dgm:presLayoutVars>
      </dgm:prSet>
      <dgm:spPr/>
    </dgm:pt>
    <dgm:pt modelId="{46A48579-06C7-AF4B-9414-FA553FC9F2AC}" type="pres">
      <dgm:prSet presAssocID="{DCCB0F16-125D-3945-AE46-FE1D71B4C52E}" presName="sibTrans" presStyleLbl="sibTrans2D1" presStyleIdx="5" presStyleCnt="6"/>
      <dgm:spPr/>
    </dgm:pt>
    <dgm:pt modelId="{C0C7C98A-5A18-2F45-B31E-BDF9DD69FE60}" type="pres">
      <dgm:prSet presAssocID="{DCCB0F16-125D-3945-AE46-FE1D71B4C52E}" presName="connectorText" presStyleLbl="sibTrans2D1" presStyleIdx="5" presStyleCnt="6"/>
      <dgm:spPr/>
    </dgm:pt>
    <dgm:pt modelId="{33734C23-58B7-2346-8E75-182E938B3E54}" type="pres">
      <dgm:prSet presAssocID="{D982B63D-0900-3E4B-8371-C9005424A2B4}" presName="node" presStyleLbl="node1" presStyleIdx="6" presStyleCnt="7">
        <dgm:presLayoutVars>
          <dgm:bulletEnabled val="1"/>
        </dgm:presLayoutVars>
      </dgm:prSet>
      <dgm:spPr/>
    </dgm:pt>
  </dgm:ptLst>
  <dgm:cxnLst>
    <dgm:cxn modelId="{DE530901-2BD3-4A4D-8A5B-93DBFA6BC1DE}" type="presOf" srcId="{40A7BDDF-9E99-754B-8B0E-F0351E2286AD}" destId="{62763A09-7290-084A-A7C5-62D0B4316C1B}" srcOrd="0" destOrd="0" presId="urn:microsoft.com/office/officeart/2005/8/layout/process1"/>
    <dgm:cxn modelId="{14E96502-0CC4-6D45-B844-A92B944E2A87}" type="presOf" srcId="{7C205441-AB24-E94B-9DE5-819AB36CCF45}" destId="{256D2454-D8D4-C342-9158-3D3A822A7565}" srcOrd="0" destOrd="0" presId="urn:microsoft.com/office/officeart/2005/8/layout/process1"/>
    <dgm:cxn modelId="{68E25A05-09E5-A44A-B067-A9D5B03027DB}" srcId="{40672528-2983-FB4E-9765-F5EA9AD37C32}" destId="{7C205441-AB24-E94B-9DE5-819AB36CCF45}" srcOrd="2" destOrd="0" parTransId="{CAD66CE9-9053-8D45-994D-1249ED8DEFC7}" sibTransId="{D6F13649-070E-9B42-BCDB-C95E6929CC87}"/>
    <dgm:cxn modelId="{2F041D19-FD15-E545-A5F9-4D782AA6C3F7}" srcId="{40672528-2983-FB4E-9765-F5EA9AD37C32}" destId="{580EE2B0-58AC-3F47-9DFD-940807632E35}" srcOrd="1" destOrd="0" parTransId="{8B4EA7E5-3AA2-B041-9C5D-0B4B435778C8}" sibTransId="{09EB98CA-F2AA-2E40-A169-D741175123DF}"/>
    <dgm:cxn modelId="{F4E3E91A-2CCE-E040-A56A-D2E64ADA558B}" type="presOf" srcId="{059509B6-0B8C-D74C-BFAE-BD4D4E147571}" destId="{DF0F2A71-00A1-8F46-BC23-86DBE6D636A7}" srcOrd="1" destOrd="0" presId="urn:microsoft.com/office/officeart/2005/8/layout/process1"/>
    <dgm:cxn modelId="{E2B6DD27-EF46-7346-B015-E92E27B72C8D}" type="presOf" srcId="{40672528-2983-FB4E-9765-F5EA9AD37C32}" destId="{43C15CEA-7063-5740-B514-736021B22292}" srcOrd="0" destOrd="0" presId="urn:microsoft.com/office/officeart/2005/8/layout/process1"/>
    <dgm:cxn modelId="{625CA32E-77AA-BE47-BE61-112AABB2C682}" type="presOf" srcId="{786572E4-5B84-FC46-ABE3-62CC99FF5695}" destId="{7411E2D8-765F-2B40-9DEA-09ED8E2B878A}" srcOrd="1" destOrd="0" presId="urn:microsoft.com/office/officeart/2005/8/layout/process1"/>
    <dgm:cxn modelId="{F5A14836-24A2-D747-8435-1022B765B235}" type="presOf" srcId="{DCCB0F16-125D-3945-AE46-FE1D71B4C52E}" destId="{C0C7C98A-5A18-2F45-B31E-BDF9DD69FE60}" srcOrd="1" destOrd="0" presId="urn:microsoft.com/office/officeart/2005/8/layout/process1"/>
    <dgm:cxn modelId="{C75E363D-5617-1746-86E2-FFE297EC4F64}" type="presOf" srcId="{09EB98CA-F2AA-2E40-A169-D741175123DF}" destId="{5BF7847F-9525-8940-8FBA-1BA2A61FF92D}" srcOrd="1" destOrd="0" presId="urn:microsoft.com/office/officeart/2005/8/layout/process1"/>
    <dgm:cxn modelId="{2F2FF443-DACF-4841-91E0-6E885CD5CD97}" type="presOf" srcId="{4F12AA98-6F03-DF45-8CCF-A305015C74D7}" destId="{C670575A-B50A-1B45-905B-2598E87EEC3A}" srcOrd="0" destOrd="0" presId="urn:microsoft.com/office/officeart/2005/8/layout/process1"/>
    <dgm:cxn modelId="{60648A4E-DB37-1A4D-8CDA-8D22F475F4AC}" type="presOf" srcId="{4F12AA98-6F03-DF45-8CCF-A305015C74D7}" destId="{9470A0EA-8C40-4543-BD45-A01FCA3897DF}" srcOrd="1" destOrd="0" presId="urn:microsoft.com/office/officeart/2005/8/layout/process1"/>
    <dgm:cxn modelId="{B940B958-678C-5244-89B5-B1DC50E7C303}" type="presOf" srcId="{09EB98CA-F2AA-2E40-A169-D741175123DF}" destId="{6E5B0891-4180-D94A-91F8-66413BE1B84E}" srcOrd="0" destOrd="0" presId="urn:microsoft.com/office/officeart/2005/8/layout/process1"/>
    <dgm:cxn modelId="{848DEB59-5B4E-5747-94DD-6487EE43E704}" type="presOf" srcId="{D6F13649-070E-9B42-BCDB-C95E6929CC87}" destId="{E5D42FF2-4633-DF45-96F8-36F724D8186C}" srcOrd="1" destOrd="0" presId="urn:microsoft.com/office/officeart/2005/8/layout/process1"/>
    <dgm:cxn modelId="{3586385C-900C-1D4F-AF3C-E0164EE7A25A}" type="presOf" srcId="{580EE2B0-58AC-3F47-9DFD-940807632E35}" destId="{A6EEF9F2-9169-8F4C-A325-050E01C1521F}" srcOrd="0" destOrd="0" presId="urn:microsoft.com/office/officeart/2005/8/layout/process1"/>
    <dgm:cxn modelId="{DA373960-DD29-8C42-9FB1-F726B25E4A01}" srcId="{40672528-2983-FB4E-9765-F5EA9AD37C32}" destId="{B94A93AC-F1F2-8742-8CF0-0FB4EBB77628}" srcOrd="3" destOrd="0" parTransId="{AE095E8A-9B8B-2941-8BF3-290F69FF044B}" sibTransId="{786572E4-5B84-FC46-ABE3-62CC99FF5695}"/>
    <dgm:cxn modelId="{0E29BF67-FFD9-0B40-8309-44013F0E448F}" srcId="{40672528-2983-FB4E-9765-F5EA9AD37C32}" destId="{C14373FF-3459-4045-AEFF-78FA2126B1CF}" srcOrd="4" destOrd="0" parTransId="{95814E79-86DF-6049-A237-2D82439D43CE}" sibTransId="{4F12AA98-6F03-DF45-8CCF-A305015C74D7}"/>
    <dgm:cxn modelId="{15B5526B-4AF0-2E4E-B1A4-574851D19DE9}" type="presOf" srcId="{D6F13649-070E-9B42-BCDB-C95E6929CC87}" destId="{C9AB289D-77B4-E645-898C-1038C9EB7782}" srcOrd="0" destOrd="0" presId="urn:microsoft.com/office/officeart/2005/8/layout/process1"/>
    <dgm:cxn modelId="{D771BB76-AA4D-7C40-AF13-B29012EA0FD9}" type="presOf" srcId="{059509B6-0B8C-D74C-BFAE-BD4D4E147571}" destId="{B821B544-E21F-FB4B-A10B-15E11C229196}" srcOrd="0" destOrd="0" presId="urn:microsoft.com/office/officeart/2005/8/layout/process1"/>
    <dgm:cxn modelId="{D0A59A87-88C0-3A4E-B610-66E3592C3817}" type="presOf" srcId="{C14373FF-3459-4045-AEFF-78FA2126B1CF}" destId="{FAAEC6B8-0360-F84A-A74E-B256D798A27E}" srcOrd="0" destOrd="0" presId="urn:microsoft.com/office/officeart/2005/8/layout/process1"/>
    <dgm:cxn modelId="{5369E49D-7633-6242-986B-3D18170C9F7E}" srcId="{40672528-2983-FB4E-9765-F5EA9AD37C32}" destId="{094718CC-7D14-314A-9AEE-48F56423C58D}" srcOrd="5" destOrd="0" parTransId="{C5C5457A-3649-3C49-89D7-1D050357EAC7}" sibTransId="{DCCB0F16-125D-3945-AE46-FE1D71B4C52E}"/>
    <dgm:cxn modelId="{23E403A4-FC71-5A4A-9BC3-8A235DD4DA9A}" type="presOf" srcId="{094718CC-7D14-314A-9AEE-48F56423C58D}" destId="{C06DF3A6-E78A-2343-922B-EB86438D9B42}" srcOrd="0" destOrd="0" presId="urn:microsoft.com/office/officeart/2005/8/layout/process1"/>
    <dgm:cxn modelId="{C54090B5-0A23-B947-9D6F-4B96AC485048}" type="presOf" srcId="{DCCB0F16-125D-3945-AE46-FE1D71B4C52E}" destId="{46A48579-06C7-AF4B-9414-FA553FC9F2AC}" srcOrd="0" destOrd="0" presId="urn:microsoft.com/office/officeart/2005/8/layout/process1"/>
    <dgm:cxn modelId="{45C7EABB-9404-3847-9656-FF7FF6BB5007}" type="presOf" srcId="{D982B63D-0900-3E4B-8371-C9005424A2B4}" destId="{33734C23-58B7-2346-8E75-182E938B3E54}" srcOrd="0" destOrd="0" presId="urn:microsoft.com/office/officeart/2005/8/layout/process1"/>
    <dgm:cxn modelId="{26BA85BC-4096-0A4D-A0A8-9E016A0FC975}" type="presOf" srcId="{786572E4-5B84-FC46-ABE3-62CC99FF5695}" destId="{1C36F2C8-DE98-414F-8DE0-75A263F4D315}" srcOrd="0" destOrd="0" presId="urn:microsoft.com/office/officeart/2005/8/layout/process1"/>
    <dgm:cxn modelId="{26B39ABF-0368-2747-BF36-80BA5BC1628C}" type="presOf" srcId="{B94A93AC-F1F2-8742-8CF0-0FB4EBB77628}" destId="{B4007590-A9D1-2542-8F8B-3D471139810F}" srcOrd="0" destOrd="0" presId="urn:microsoft.com/office/officeart/2005/8/layout/process1"/>
    <dgm:cxn modelId="{898E88D3-8920-AA4C-BC3B-47F1FC240C47}" srcId="{40672528-2983-FB4E-9765-F5EA9AD37C32}" destId="{D982B63D-0900-3E4B-8371-C9005424A2B4}" srcOrd="6" destOrd="0" parTransId="{0568DA93-FAF5-4D48-91A4-B708F00BC186}" sibTransId="{CA518C70-DDC0-4D4A-B491-D97C26B89F97}"/>
    <dgm:cxn modelId="{21CBA9EC-0073-0449-9CCC-9E50E3BAA2DA}" srcId="{40672528-2983-FB4E-9765-F5EA9AD37C32}" destId="{40A7BDDF-9E99-754B-8B0E-F0351E2286AD}" srcOrd="0" destOrd="0" parTransId="{37191A35-7EEC-A248-B694-4C5226939B96}" sibTransId="{059509B6-0B8C-D74C-BFAE-BD4D4E147571}"/>
    <dgm:cxn modelId="{DF093DB8-C520-3946-BA45-E78D54791821}" type="presParOf" srcId="{43C15CEA-7063-5740-B514-736021B22292}" destId="{62763A09-7290-084A-A7C5-62D0B4316C1B}" srcOrd="0" destOrd="0" presId="urn:microsoft.com/office/officeart/2005/8/layout/process1"/>
    <dgm:cxn modelId="{C3E772B2-92A4-9F46-A7E9-FBBE30ACEA5B}" type="presParOf" srcId="{43C15CEA-7063-5740-B514-736021B22292}" destId="{B821B544-E21F-FB4B-A10B-15E11C229196}" srcOrd="1" destOrd="0" presId="urn:microsoft.com/office/officeart/2005/8/layout/process1"/>
    <dgm:cxn modelId="{37A2D5B6-2B6A-A148-BA05-A9CE7343DE28}" type="presParOf" srcId="{B821B544-E21F-FB4B-A10B-15E11C229196}" destId="{DF0F2A71-00A1-8F46-BC23-86DBE6D636A7}" srcOrd="0" destOrd="0" presId="urn:microsoft.com/office/officeart/2005/8/layout/process1"/>
    <dgm:cxn modelId="{7888173B-7039-8641-AB19-28C2ADCEEF52}" type="presParOf" srcId="{43C15CEA-7063-5740-B514-736021B22292}" destId="{A6EEF9F2-9169-8F4C-A325-050E01C1521F}" srcOrd="2" destOrd="0" presId="urn:microsoft.com/office/officeart/2005/8/layout/process1"/>
    <dgm:cxn modelId="{58D5072E-82FE-044A-8E5C-DE0798908F06}" type="presParOf" srcId="{43C15CEA-7063-5740-B514-736021B22292}" destId="{6E5B0891-4180-D94A-91F8-66413BE1B84E}" srcOrd="3" destOrd="0" presId="urn:microsoft.com/office/officeart/2005/8/layout/process1"/>
    <dgm:cxn modelId="{B65E85CE-9E4C-FE40-BED2-8DA87CFFF28C}" type="presParOf" srcId="{6E5B0891-4180-D94A-91F8-66413BE1B84E}" destId="{5BF7847F-9525-8940-8FBA-1BA2A61FF92D}" srcOrd="0" destOrd="0" presId="urn:microsoft.com/office/officeart/2005/8/layout/process1"/>
    <dgm:cxn modelId="{86F70C40-316C-3446-8113-C2D74892AC0F}" type="presParOf" srcId="{43C15CEA-7063-5740-B514-736021B22292}" destId="{256D2454-D8D4-C342-9158-3D3A822A7565}" srcOrd="4" destOrd="0" presId="urn:microsoft.com/office/officeart/2005/8/layout/process1"/>
    <dgm:cxn modelId="{D9165FDB-7E50-054B-B245-19426ED823EC}" type="presParOf" srcId="{43C15CEA-7063-5740-B514-736021B22292}" destId="{C9AB289D-77B4-E645-898C-1038C9EB7782}" srcOrd="5" destOrd="0" presId="urn:microsoft.com/office/officeart/2005/8/layout/process1"/>
    <dgm:cxn modelId="{6DA1AFB5-5EE4-9846-B33E-E8E4E52A5AC5}" type="presParOf" srcId="{C9AB289D-77B4-E645-898C-1038C9EB7782}" destId="{E5D42FF2-4633-DF45-96F8-36F724D8186C}" srcOrd="0" destOrd="0" presId="urn:microsoft.com/office/officeart/2005/8/layout/process1"/>
    <dgm:cxn modelId="{30D98ACC-724F-1746-8460-8B06640B272B}" type="presParOf" srcId="{43C15CEA-7063-5740-B514-736021B22292}" destId="{B4007590-A9D1-2542-8F8B-3D471139810F}" srcOrd="6" destOrd="0" presId="urn:microsoft.com/office/officeart/2005/8/layout/process1"/>
    <dgm:cxn modelId="{D1D75CC3-E5FC-FB48-9B66-D3CDA84B1394}" type="presParOf" srcId="{43C15CEA-7063-5740-B514-736021B22292}" destId="{1C36F2C8-DE98-414F-8DE0-75A263F4D315}" srcOrd="7" destOrd="0" presId="urn:microsoft.com/office/officeart/2005/8/layout/process1"/>
    <dgm:cxn modelId="{B6A550BB-9E37-C54C-9EC0-8EB27AC0668E}" type="presParOf" srcId="{1C36F2C8-DE98-414F-8DE0-75A263F4D315}" destId="{7411E2D8-765F-2B40-9DEA-09ED8E2B878A}" srcOrd="0" destOrd="0" presId="urn:microsoft.com/office/officeart/2005/8/layout/process1"/>
    <dgm:cxn modelId="{EB7A7932-93D6-9D46-B321-BB049794EBE1}" type="presParOf" srcId="{43C15CEA-7063-5740-B514-736021B22292}" destId="{FAAEC6B8-0360-F84A-A74E-B256D798A27E}" srcOrd="8" destOrd="0" presId="urn:microsoft.com/office/officeart/2005/8/layout/process1"/>
    <dgm:cxn modelId="{2EE9C9C4-9199-0347-8C78-B1B0C5536213}" type="presParOf" srcId="{43C15CEA-7063-5740-B514-736021B22292}" destId="{C670575A-B50A-1B45-905B-2598E87EEC3A}" srcOrd="9" destOrd="0" presId="urn:microsoft.com/office/officeart/2005/8/layout/process1"/>
    <dgm:cxn modelId="{A78DABC7-3955-514A-B742-EF180E9AC307}" type="presParOf" srcId="{C670575A-B50A-1B45-905B-2598E87EEC3A}" destId="{9470A0EA-8C40-4543-BD45-A01FCA3897DF}" srcOrd="0" destOrd="0" presId="urn:microsoft.com/office/officeart/2005/8/layout/process1"/>
    <dgm:cxn modelId="{44907987-5ED5-F944-A12D-ABCC3E19A67B}" type="presParOf" srcId="{43C15CEA-7063-5740-B514-736021B22292}" destId="{C06DF3A6-E78A-2343-922B-EB86438D9B42}" srcOrd="10" destOrd="0" presId="urn:microsoft.com/office/officeart/2005/8/layout/process1"/>
    <dgm:cxn modelId="{93909D1F-ABC6-6A40-996D-D2EDB6AFD205}" type="presParOf" srcId="{43C15CEA-7063-5740-B514-736021B22292}" destId="{46A48579-06C7-AF4B-9414-FA553FC9F2AC}" srcOrd="11" destOrd="0" presId="urn:microsoft.com/office/officeart/2005/8/layout/process1"/>
    <dgm:cxn modelId="{22493184-F439-A34F-918D-B04E1C6A2880}" type="presParOf" srcId="{46A48579-06C7-AF4B-9414-FA553FC9F2AC}" destId="{C0C7C98A-5A18-2F45-B31E-BDF9DD69FE60}" srcOrd="0" destOrd="0" presId="urn:microsoft.com/office/officeart/2005/8/layout/process1"/>
    <dgm:cxn modelId="{4C886283-DE1F-AB40-A61F-1D6840D7CBD5}" type="presParOf" srcId="{43C15CEA-7063-5740-B514-736021B22292}" destId="{33734C23-58B7-2346-8E75-182E938B3E54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AF3C68F-D268-4D2D-974A-16064DC0A31A}" type="doc">
      <dgm:prSet loTypeId="urn:microsoft.com/office/officeart/2018/2/layout/IconLabel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5730466C-7D72-4085-B495-6680646BCD75}">
      <dgm:prSet/>
      <dgm:spPr/>
      <dgm:t>
        <a:bodyPr/>
        <a:lstStyle/>
        <a:p>
          <a:r>
            <a:rPr lang="en-US" dirty="0"/>
            <a:t>What is the impact if we </a:t>
          </a:r>
          <a:r>
            <a:rPr lang="en-US" u="sng" dirty="0"/>
            <a:t>don’t</a:t>
          </a:r>
          <a:r>
            <a:rPr lang="en-US" dirty="0"/>
            <a:t> do this?</a:t>
          </a:r>
        </a:p>
      </dgm:t>
    </dgm:pt>
    <dgm:pt modelId="{4BA1CBDF-2A16-44E7-8A8C-C03DC641EAE4}" type="parTrans" cxnId="{8C31C74C-C479-4071-BE28-88E660E2470C}">
      <dgm:prSet/>
      <dgm:spPr/>
      <dgm:t>
        <a:bodyPr/>
        <a:lstStyle/>
        <a:p>
          <a:endParaRPr lang="en-US"/>
        </a:p>
      </dgm:t>
    </dgm:pt>
    <dgm:pt modelId="{E7548255-4EBB-4AC0-B232-1AAC1A5AAEB4}" type="sibTrans" cxnId="{8C31C74C-C479-4071-BE28-88E660E2470C}">
      <dgm:prSet/>
      <dgm:spPr/>
      <dgm:t>
        <a:bodyPr/>
        <a:lstStyle/>
        <a:p>
          <a:endParaRPr lang="en-US"/>
        </a:p>
      </dgm:t>
    </dgm:pt>
    <dgm:pt modelId="{58434E8E-11CD-48D2-8974-5F543E541400}">
      <dgm:prSet/>
      <dgm:spPr/>
      <dgm:t>
        <a:bodyPr/>
        <a:lstStyle/>
        <a:p>
          <a:r>
            <a:rPr lang="en-US" dirty="0"/>
            <a:t>What are we </a:t>
          </a:r>
          <a:r>
            <a:rPr lang="en-US" u="sng" dirty="0"/>
            <a:t>not</a:t>
          </a:r>
          <a:r>
            <a:rPr lang="en-US" dirty="0"/>
            <a:t> doing, if we do this? What is the impact of </a:t>
          </a:r>
          <a:r>
            <a:rPr lang="en-US" u="sng" dirty="0"/>
            <a:t>not</a:t>
          </a:r>
          <a:r>
            <a:rPr lang="en-US" dirty="0"/>
            <a:t> doing that?</a:t>
          </a:r>
        </a:p>
      </dgm:t>
    </dgm:pt>
    <dgm:pt modelId="{1CB963C5-2879-476A-A1DE-4D1625E67B0E}" type="parTrans" cxnId="{6196E965-A25B-48BF-96B6-BFA1B71DCC54}">
      <dgm:prSet/>
      <dgm:spPr/>
      <dgm:t>
        <a:bodyPr/>
        <a:lstStyle/>
        <a:p>
          <a:endParaRPr lang="en-US"/>
        </a:p>
      </dgm:t>
    </dgm:pt>
    <dgm:pt modelId="{C5D13A82-0908-47BA-8513-25CDC9049938}" type="sibTrans" cxnId="{6196E965-A25B-48BF-96B6-BFA1B71DCC54}">
      <dgm:prSet/>
      <dgm:spPr/>
      <dgm:t>
        <a:bodyPr/>
        <a:lstStyle/>
        <a:p>
          <a:endParaRPr lang="en-US"/>
        </a:p>
      </dgm:t>
    </dgm:pt>
    <dgm:pt modelId="{E8BEF3DF-7709-46CE-9217-4D1F2C8850E6}" type="pres">
      <dgm:prSet presAssocID="{EAF3C68F-D268-4D2D-974A-16064DC0A31A}" presName="root" presStyleCnt="0">
        <dgm:presLayoutVars>
          <dgm:dir/>
          <dgm:resizeHandles val="exact"/>
        </dgm:presLayoutVars>
      </dgm:prSet>
      <dgm:spPr/>
    </dgm:pt>
    <dgm:pt modelId="{FCABFD1E-73B9-4BCF-903E-960BC58CF5A1}" type="pres">
      <dgm:prSet presAssocID="{5730466C-7D72-4085-B495-6680646BCD75}" presName="compNode" presStyleCnt="0"/>
      <dgm:spPr/>
    </dgm:pt>
    <dgm:pt modelId="{D05D6536-34DA-4218-988E-DAB7D44986C5}" type="pres">
      <dgm:prSet presAssocID="{5730466C-7D72-4085-B495-6680646BCD75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942E2190-F25E-4922-B8A4-C9BE9BC11882}" type="pres">
      <dgm:prSet presAssocID="{5730466C-7D72-4085-B495-6680646BCD75}" presName="spaceRect" presStyleCnt="0"/>
      <dgm:spPr/>
    </dgm:pt>
    <dgm:pt modelId="{3E86023C-1D88-438E-A36F-FFFDA31476FE}" type="pres">
      <dgm:prSet presAssocID="{5730466C-7D72-4085-B495-6680646BCD75}" presName="textRect" presStyleLbl="revTx" presStyleIdx="0" presStyleCnt="2">
        <dgm:presLayoutVars>
          <dgm:chMax val="1"/>
          <dgm:chPref val="1"/>
        </dgm:presLayoutVars>
      </dgm:prSet>
      <dgm:spPr/>
    </dgm:pt>
    <dgm:pt modelId="{1EE2FECE-3F38-4510-92AD-D5203DC56F0D}" type="pres">
      <dgm:prSet presAssocID="{E7548255-4EBB-4AC0-B232-1AAC1A5AAEB4}" presName="sibTrans" presStyleCnt="0"/>
      <dgm:spPr/>
    </dgm:pt>
    <dgm:pt modelId="{B1B2BFE6-23B4-4672-B7A6-79789816C2BE}" type="pres">
      <dgm:prSet presAssocID="{58434E8E-11CD-48D2-8974-5F543E541400}" presName="compNode" presStyleCnt="0"/>
      <dgm:spPr/>
    </dgm:pt>
    <dgm:pt modelId="{CF047C8F-CCD7-4B05-8316-ECDC2872A074}" type="pres">
      <dgm:prSet presAssocID="{58434E8E-11CD-48D2-8974-5F543E54140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esaw with solid fill"/>
        </a:ext>
      </dgm:extLst>
    </dgm:pt>
    <dgm:pt modelId="{3FBA90BC-1420-4166-97C8-D105DD5DA012}" type="pres">
      <dgm:prSet presAssocID="{58434E8E-11CD-48D2-8974-5F543E541400}" presName="spaceRect" presStyleCnt="0"/>
      <dgm:spPr/>
    </dgm:pt>
    <dgm:pt modelId="{B0D9FE2F-2377-4D82-966F-16ED41C8EECD}" type="pres">
      <dgm:prSet presAssocID="{58434E8E-11CD-48D2-8974-5F543E54140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E111D1C-9AA8-4549-A96D-06B12164DD99}" type="presOf" srcId="{5730466C-7D72-4085-B495-6680646BCD75}" destId="{3E86023C-1D88-438E-A36F-FFFDA31476FE}" srcOrd="0" destOrd="0" presId="urn:microsoft.com/office/officeart/2018/2/layout/IconLabelList"/>
    <dgm:cxn modelId="{8C31C74C-C479-4071-BE28-88E660E2470C}" srcId="{EAF3C68F-D268-4D2D-974A-16064DC0A31A}" destId="{5730466C-7D72-4085-B495-6680646BCD75}" srcOrd="0" destOrd="0" parTransId="{4BA1CBDF-2A16-44E7-8A8C-C03DC641EAE4}" sibTransId="{E7548255-4EBB-4AC0-B232-1AAC1A5AAEB4}"/>
    <dgm:cxn modelId="{8C37045C-B862-4743-B3CA-060D3800752A}" type="presOf" srcId="{EAF3C68F-D268-4D2D-974A-16064DC0A31A}" destId="{E8BEF3DF-7709-46CE-9217-4D1F2C8850E6}" srcOrd="0" destOrd="0" presId="urn:microsoft.com/office/officeart/2018/2/layout/IconLabelList"/>
    <dgm:cxn modelId="{6196E965-A25B-48BF-96B6-BFA1B71DCC54}" srcId="{EAF3C68F-D268-4D2D-974A-16064DC0A31A}" destId="{58434E8E-11CD-48D2-8974-5F543E541400}" srcOrd="1" destOrd="0" parTransId="{1CB963C5-2879-476A-A1DE-4D1625E67B0E}" sibTransId="{C5D13A82-0908-47BA-8513-25CDC9049938}"/>
    <dgm:cxn modelId="{29F1EAB6-79C6-435B-8CD4-8B0E16D4C4FF}" type="presOf" srcId="{58434E8E-11CD-48D2-8974-5F543E541400}" destId="{B0D9FE2F-2377-4D82-966F-16ED41C8EECD}" srcOrd="0" destOrd="0" presId="urn:microsoft.com/office/officeart/2018/2/layout/IconLabelList"/>
    <dgm:cxn modelId="{C8FFF1DA-A666-420A-92E2-54495CB1064A}" type="presParOf" srcId="{E8BEF3DF-7709-46CE-9217-4D1F2C8850E6}" destId="{FCABFD1E-73B9-4BCF-903E-960BC58CF5A1}" srcOrd="0" destOrd="0" presId="urn:microsoft.com/office/officeart/2018/2/layout/IconLabelList"/>
    <dgm:cxn modelId="{BE59ECC1-398C-4585-990A-FE6414DC9584}" type="presParOf" srcId="{FCABFD1E-73B9-4BCF-903E-960BC58CF5A1}" destId="{D05D6536-34DA-4218-988E-DAB7D44986C5}" srcOrd="0" destOrd="0" presId="urn:microsoft.com/office/officeart/2018/2/layout/IconLabelList"/>
    <dgm:cxn modelId="{D5DC4F66-38CA-43E2-B0D9-F1A63D1915A1}" type="presParOf" srcId="{FCABFD1E-73B9-4BCF-903E-960BC58CF5A1}" destId="{942E2190-F25E-4922-B8A4-C9BE9BC11882}" srcOrd="1" destOrd="0" presId="urn:microsoft.com/office/officeart/2018/2/layout/IconLabelList"/>
    <dgm:cxn modelId="{FD843182-E5E3-404B-A21C-3C5E767DB2CC}" type="presParOf" srcId="{FCABFD1E-73B9-4BCF-903E-960BC58CF5A1}" destId="{3E86023C-1D88-438E-A36F-FFFDA31476FE}" srcOrd="2" destOrd="0" presId="urn:microsoft.com/office/officeart/2018/2/layout/IconLabelList"/>
    <dgm:cxn modelId="{0E316D76-CC3C-468E-93B1-E504135CF8E9}" type="presParOf" srcId="{E8BEF3DF-7709-46CE-9217-4D1F2C8850E6}" destId="{1EE2FECE-3F38-4510-92AD-D5203DC56F0D}" srcOrd="1" destOrd="0" presId="urn:microsoft.com/office/officeart/2018/2/layout/IconLabelList"/>
    <dgm:cxn modelId="{013CF047-C22E-447B-A9A6-617024AE9B3A}" type="presParOf" srcId="{E8BEF3DF-7709-46CE-9217-4D1F2C8850E6}" destId="{B1B2BFE6-23B4-4672-B7A6-79789816C2BE}" srcOrd="2" destOrd="0" presId="urn:microsoft.com/office/officeart/2018/2/layout/IconLabelList"/>
    <dgm:cxn modelId="{E0C3976D-735D-4194-AE42-31EF712C3D72}" type="presParOf" srcId="{B1B2BFE6-23B4-4672-B7A6-79789816C2BE}" destId="{CF047C8F-CCD7-4B05-8316-ECDC2872A074}" srcOrd="0" destOrd="0" presId="urn:microsoft.com/office/officeart/2018/2/layout/IconLabelList"/>
    <dgm:cxn modelId="{32143C1C-2F16-497F-8953-3E98B3DFC09C}" type="presParOf" srcId="{B1B2BFE6-23B4-4672-B7A6-79789816C2BE}" destId="{3FBA90BC-1420-4166-97C8-D105DD5DA012}" srcOrd="1" destOrd="0" presId="urn:microsoft.com/office/officeart/2018/2/layout/IconLabelList"/>
    <dgm:cxn modelId="{2D708E08-5D87-4BE7-8A40-441E94BA3DCB}" type="presParOf" srcId="{B1B2BFE6-23B4-4672-B7A6-79789816C2BE}" destId="{B0D9FE2F-2377-4D82-966F-16ED41C8EEC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76B46C-EE84-4F4D-ABA3-6364C929576F}">
      <dsp:nvSpPr>
        <dsp:cNvPr id="0" name=""/>
        <dsp:cNvSpPr/>
      </dsp:nvSpPr>
      <dsp:spPr>
        <a:xfrm rot="16200000">
          <a:off x="889000" y="-889000"/>
          <a:ext cx="2286000" cy="4064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Unknown Knowns</a:t>
          </a:r>
        </a:p>
      </dsp:txBody>
      <dsp:txXfrm rot="5400000">
        <a:off x="0" y="0"/>
        <a:ext cx="4064000" cy="1714500"/>
      </dsp:txXfrm>
    </dsp:sp>
    <dsp:sp modelId="{A9556E4A-5DE1-5549-8536-83E6208AF232}">
      <dsp:nvSpPr>
        <dsp:cNvPr id="0" name=""/>
        <dsp:cNvSpPr/>
      </dsp:nvSpPr>
      <dsp:spPr>
        <a:xfrm>
          <a:off x="4064000" y="0"/>
          <a:ext cx="4064000" cy="2286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Unknown Unknowns</a:t>
          </a:r>
        </a:p>
      </dsp:txBody>
      <dsp:txXfrm>
        <a:off x="4064000" y="0"/>
        <a:ext cx="4064000" cy="1714500"/>
      </dsp:txXfrm>
    </dsp:sp>
    <dsp:sp modelId="{272E1781-069F-ED4F-8836-10CA97350351}">
      <dsp:nvSpPr>
        <dsp:cNvPr id="0" name=""/>
        <dsp:cNvSpPr/>
      </dsp:nvSpPr>
      <dsp:spPr>
        <a:xfrm rot="10800000">
          <a:off x="0" y="2286000"/>
          <a:ext cx="4064000" cy="2286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Known Knowns</a:t>
          </a:r>
        </a:p>
      </dsp:txBody>
      <dsp:txXfrm rot="10800000">
        <a:off x="0" y="2857500"/>
        <a:ext cx="4064000" cy="1714500"/>
      </dsp:txXfrm>
    </dsp:sp>
    <dsp:sp modelId="{630A4B13-0E02-7D4C-A674-9DC94F888DE1}">
      <dsp:nvSpPr>
        <dsp:cNvPr id="0" name=""/>
        <dsp:cNvSpPr/>
      </dsp:nvSpPr>
      <dsp:spPr>
        <a:xfrm rot="5400000">
          <a:off x="4952999" y="1397000"/>
          <a:ext cx="2286000" cy="4064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Known Unknowns</a:t>
          </a:r>
        </a:p>
      </dsp:txBody>
      <dsp:txXfrm rot="-5400000">
        <a:off x="4063999" y="2857500"/>
        <a:ext cx="4064000" cy="1714500"/>
      </dsp:txXfrm>
    </dsp:sp>
    <dsp:sp modelId="{C8ADA92D-FEE9-1247-9401-59C41818069F}">
      <dsp:nvSpPr>
        <dsp:cNvPr id="0" name=""/>
        <dsp:cNvSpPr/>
      </dsp:nvSpPr>
      <dsp:spPr>
        <a:xfrm>
          <a:off x="2844799" y="1714500"/>
          <a:ext cx="2438400" cy="1143000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Rumsfeld Matrix</a:t>
          </a:r>
        </a:p>
      </dsp:txBody>
      <dsp:txXfrm>
        <a:off x="2900596" y="1770297"/>
        <a:ext cx="2326806" cy="10314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9AE399-DF9C-4A9B-97CE-AF7BC1BE692C}">
      <dsp:nvSpPr>
        <dsp:cNvPr id="0" name=""/>
        <dsp:cNvSpPr/>
      </dsp:nvSpPr>
      <dsp:spPr>
        <a:xfrm>
          <a:off x="959850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CDD3DF-E521-4F71-BE7A-809726D43E9E}">
      <dsp:nvSpPr>
        <dsp:cNvPr id="0" name=""/>
        <dsp:cNvSpPr/>
      </dsp:nvSpPr>
      <dsp:spPr>
        <a:xfrm>
          <a:off x="70706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How Much?</a:t>
          </a:r>
        </a:p>
      </dsp:txBody>
      <dsp:txXfrm>
        <a:off x="70706" y="2822462"/>
        <a:ext cx="3233249" cy="720000"/>
      </dsp:txXfrm>
    </dsp:sp>
    <dsp:sp modelId="{4C14E4DB-9561-4E3B-A901-A9BB00B744A8}">
      <dsp:nvSpPr>
        <dsp:cNvPr id="0" name=""/>
        <dsp:cNvSpPr/>
      </dsp:nvSpPr>
      <dsp:spPr>
        <a:xfrm>
          <a:off x="4758918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E2AB0F-EAAC-4B7F-9125-93730798B74D}">
      <dsp:nvSpPr>
        <dsp:cNvPr id="0" name=""/>
        <dsp:cNvSpPr/>
      </dsp:nvSpPr>
      <dsp:spPr>
        <a:xfrm>
          <a:off x="3869775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How Many?</a:t>
          </a:r>
        </a:p>
      </dsp:txBody>
      <dsp:txXfrm>
        <a:off x="3869775" y="2822462"/>
        <a:ext cx="3233249" cy="720000"/>
      </dsp:txXfrm>
    </dsp:sp>
    <dsp:sp modelId="{FCAF2CDC-6F12-4E0D-9013-3B02A961B049}">
      <dsp:nvSpPr>
        <dsp:cNvPr id="0" name=""/>
        <dsp:cNvSpPr/>
      </dsp:nvSpPr>
      <dsp:spPr>
        <a:xfrm>
          <a:off x="8557987" y="983500"/>
          <a:ext cx="1454962" cy="14549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440C6F-95E9-4F1F-813F-9FBA38235816}">
      <dsp:nvSpPr>
        <dsp:cNvPr id="0" name=""/>
        <dsp:cNvSpPr/>
      </dsp:nvSpPr>
      <dsp:spPr>
        <a:xfrm>
          <a:off x="7668843" y="2822462"/>
          <a:ext cx="323324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How Likely?</a:t>
          </a:r>
        </a:p>
      </dsp:txBody>
      <dsp:txXfrm>
        <a:off x="7668843" y="2822462"/>
        <a:ext cx="3233249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75D8E9-A192-5740-A8D8-75D7A5062408}">
      <dsp:nvSpPr>
        <dsp:cNvPr id="0" name=""/>
        <dsp:cNvSpPr/>
      </dsp:nvSpPr>
      <dsp:spPr>
        <a:xfrm>
          <a:off x="2335003" y="279078"/>
          <a:ext cx="3606547" cy="3606547"/>
        </a:xfrm>
        <a:prstGeom prst="pie">
          <a:avLst>
            <a:gd name="adj1" fmla="val 16200000"/>
            <a:gd name="adj2" fmla="val 18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Functional</a:t>
          </a:r>
        </a:p>
      </dsp:txBody>
      <dsp:txXfrm>
        <a:off x="4235740" y="1043322"/>
        <a:ext cx="1288052" cy="1073377"/>
      </dsp:txXfrm>
    </dsp:sp>
    <dsp:sp modelId="{E80C2D92-9E28-F345-B89E-C8B640BA67EC}">
      <dsp:nvSpPr>
        <dsp:cNvPr id="0" name=""/>
        <dsp:cNvSpPr/>
      </dsp:nvSpPr>
      <dsp:spPr>
        <a:xfrm>
          <a:off x="2260726" y="407883"/>
          <a:ext cx="3606547" cy="3606547"/>
        </a:xfrm>
        <a:prstGeom prst="pie">
          <a:avLst>
            <a:gd name="adj1" fmla="val 1800000"/>
            <a:gd name="adj2" fmla="val 90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Emotional</a:t>
          </a:r>
        </a:p>
      </dsp:txBody>
      <dsp:txXfrm>
        <a:off x="3119428" y="2747845"/>
        <a:ext cx="1932079" cy="944571"/>
      </dsp:txXfrm>
    </dsp:sp>
    <dsp:sp modelId="{C82F963C-EAA9-2E46-ACF5-6D8E2BEC75D9}">
      <dsp:nvSpPr>
        <dsp:cNvPr id="0" name=""/>
        <dsp:cNvSpPr/>
      </dsp:nvSpPr>
      <dsp:spPr>
        <a:xfrm>
          <a:off x="2186448" y="279078"/>
          <a:ext cx="3606547" cy="3606547"/>
        </a:xfrm>
        <a:prstGeom prst="pie">
          <a:avLst>
            <a:gd name="adj1" fmla="val 90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7940" rIns="27940" bIns="2794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kern="1200" dirty="0"/>
            <a:t>Economic</a:t>
          </a:r>
        </a:p>
      </dsp:txBody>
      <dsp:txXfrm>
        <a:off x="2604206" y="1043322"/>
        <a:ext cx="1288052" cy="1073377"/>
      </dsp:txXfrm>
    </dsp:sp>
    <dsp:sp modelId="{4FD4D3D9-CF72-2C41-970B-D972A1C478B1}">
      <dsp:nvSpPr>
        <dsp:cNvPr id="0" name=""/>
        <dsp:cNvSpPr/>
      </dsp:nvSpPr>
      <dsp:spPr>
        <a:xfrm>
          <a:off x="2112039" y="55815"/>
          <a:ext cx="4053072" cy="4053072"/>
        </a:xfrm>
        <a:prstGeom prst="circularArrow">
          <a:avLst>
            <a:gd name="adj1" fmla="val 5085"/>
            <a:gd name="adj2" fmla="val 327528"/>
            <a:gd name="adj3" fmla="val 1472472"/>
            <a:gd name="adj4" fmla="val 16199432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6E1B04-B985-CC4B-9406-822197B87528}">
      <dsp:nvSpPr>
        <dsp:cNvPr id="0" name=""/>
        <dsp:cNvSpPr/>
      </dsp:nvSpPr>
      <dsp:spPr>
        <a:xfrm>
          <a:off x="2037463" y="184392"/>
          <a:ext cx="4053072" cy="4053072"/>
        </a:xfrm>
        <a:prstGeom prst="circularArrow">
          <a:avLst>
            <a:gd name="adj1" fmla="val 5085"/>
            <a:gd name="adj2" fmla="val 327528"/>
            <a:gd name="adj3" fmla="val 8671970"/>
            <a:gd name="adj4" fmla="val 1800502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99BCA0-B485-4C4F-BFEC-0D954A625547}">
      <dsp:nvSpPr>
        <dsp:cNvPr id="0" name=""/>
        <dsp:cNvSpPr/>
      </dsp:nvSpPr>
      <dsp:spPr>
        <a:xfrm>
          <a:off x="1962888" y="55815"/>
          <a:ext cx="4053072" cy="4053072"/>
        </a:xfrm>
        <a:prstGeom prst="circularArrow">
          <a:avLst>
            <a:gd name="adj1" fmla="val 5085"/>
            <a:gd name="adj2" fmla="val 327528"/>
            <a:gd name="adj3" fmla="val 15873039"/>
            <a:gd name="adj4" fmla="val 9000000"/>
            <a:gd name="adj5" fmla="val 5932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763A09-7290-084A-A7C5-62D0B4316C1B}">
      <dsp:nvSpPr>
        <dsp:cNvPr id="0" name=""/>
        <dsp:cNvSpPr/>
      </dsp:nvSpPr>
      <dsp:spPr>
        <a:xfrm>
          <a:off x="3180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Job Fails</a:t>
          </a:r>
        </a:p>
      </dsp:txBody>
      <dsp:txXfrm>
        <a:off x="24347" y="1183825"/>
        <a:ext cx="1162138" cy="680349"/>
      </dsp:txXfrm>
    </dsp:sp>
    <dsp:sp modelId="{B821B544-E21F-FB4B-A10B-15E11C229196}">
      <dsp:nvSpPr>
        <dsp:cNvPr id="0" name=""/>
        <dsp:cNvSpPr/>
      </dsp:nvSpPr>
      <dsp:spPr>
        <a:xfrm>
          <a:off x="1328100" y="1374645"/>
          <a:ext cx="255348" cy="2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1328100" y="1434387"/>
        <a:ext cx="178744" cy="179225"/>
      </dsp:txXfrm>
    </dsp:sp>
    <dsp:sp modelId="{A6EEF9F2-9169-8F4C-A325-050E01C1521F}">
      <dsp:nvSpPr>
        <dsp:cNvPr id="0" name=""/>
        <dsp:cNvSpPr/>
      </dsp:nvSpPr>
      <dsp:spPr>
        <a:xfrm>
          <a:off x="1689441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Raise Ticket</a:t>
          </a:r>
        </a:p>
      </dsp:txBody>
      <dsp:txXfrm>
        <a:off x="1710608" y="1183825"/>
        <a:ext cx="1162138" cy="680349"/>
      </dsp:txXfrm>
    </dsp:sp>
    <dsp:sp modelId="{6E5B0891-4180-D94A-91F8-66413BE1B84E}">
      <dsp:nvSpPr>
        <dsp:cNvPr id="0" name=""/>
        <dsp:cNvSpPr/>
      </dsp:nvSpPr>
      <dsp:spPr>
        <a:xfrm>
          <a:off x="3014361" y="1374645"/>
          <a:ext cx="255348" cy="2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3014361" y="1434387"/>
        <a:ext cx="178744" cy="179225"/>
      </dsp:txXfrm>
    </dsp:sp>
    <dsp:sp modelId="{256D2454-D8D4-C342-9158-3D3A822A7565}">
      <dsp:nvSpPr>
        <dsp:cNvPr id="0" name=""/>
        <dsp:cNvSpPr/>
      </dsp:nvSpPr>
      <dsp:spPr>
        <a:xfrm>
          <a:off x="3375702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Find Log</a:t>
          </a:r>
        </a:p>
      </dsp:txBody>
      <dsp:txXfrm>
        <a:off x="3396869" y="1183825"/>
        <a:ext cx="1162138" cy="680349"/>
      </dsp:txXfrm>
    </dsp:sp>
    <dsp:sp modelId="{C9AB289D-77B4-E645-898C-1038C9EB7782}">
      <dsp:nvSpPr>
        <dsp:cNvPr id="0" name=""/>
        <dsp:cNvSpPr/>
      </dsp:nvSpPr>
      <dsp:spPr>
        <a:xfrm>
          <a:off x="4700622" y="1374645"/>
          <a:ext cx="255348" cy="2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4700622" y="1434387"/>
        <a:ext cx="178744" cy="179225"/>
      </dsp:txXfrm>
    </dsp:sp>
    <dsp:sp modelId="{B4007590-A9D1-2542-8F8B-3D471139810F}">
      <dsp:nvSpPr>
        <dsp:cNvPr id="0" name=""/>
        <dsp:cNvSpPr/>
      </dsp:nvSpPr>
      <dsp:spPr>
        <a:xfrm>
          <a:off x="5061963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Root Cause</a:t>
          </a:r>
        </a:p>
      </dsp:txBody>
      <dsp:txXfrm>
        <a:off x="5083130" y="1183825"/>
        <a:ext cx="1162138" cy="680349"/>
      </dsp:txXfrm>
    </dsp:sp>
    <dsp:sp modelId="{1C36F2C8-DE98-414F-8DE0-75A263F4D315}">
      <dsp:nvSpPr>
        <dsp:cNvPr id="0" name=""/>
        <dsp:cNvSpPr/>
      </dsp:nvSpPr>
      <dsp:spPr>
        <a:xfrm>
          <a:off x="6386883" y="1374645"/>
          <a:ext cx="255348" cy="2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6386883" y="1434387"/>
        <a:ext cx="178744" cy="179225"/>
      </dsp:txXfrm>
    </dsp:sp>
    <dsp:sp modelId="{FAAEC6B8-0360-F84A-A74E-B256D798A27E}">
      <dsp:nvSpPr>
        <dsp:cNvPr id="0" name=""/>
        <dsp:cNvSpPr/>
      </dsp:nvSpPr>
      <dsp:spPr>
        <a:xfrm>
          <a:off x="6748224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Fix Data Issue</a:t>
          </a:r>
        </a:p>
      </dsp:txBody>
      <dsp:txXfrm>
        <a:off x="6769391" y="1183825"/>
        <a:ext cx="1162138" cy="680349"/>
      </dsp:txXfrm>
    </dsp:sp>
    <dsp:sp modelId="{C670575A-B50A-1B45-905B-2598E87EEC3A}">
      <dsp:nvSpPr>
        <dsp:cNvPr id="0" name=""/>
        <dsp:cNvSpPr/>
      </dsp:nvSpPr>
      <dsp:spPr>
        <a:xfrm>
          <a:off x="8073144" y="1374645"/>
          <a:ext cx="255348" cy="2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8073144" y="1434387"/>
        <a:ext cx="178744" cy="179225"/>
      </dsp:txXfrm>
    </dsp:sp>
    <dsp:sp modelId="{C06DF3A6-E78A-2343-922B-EB86438D9B42}">
      <dsp:nvSpPr>
        <dsp:cNvPr id="0" name=""/>
        <dsp:cNvSpPr/>
      </dsp:nvSpPr>
      <dsp:spPr>
        <a:xfrm>
          <a:off x="8434486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Rerun Job</a:t>
          </a:r>
        </a:p>
      </dsp:txBody>
      <dsp:txXfrm>
        <a:off x="8455653" y="1183825"/>
        <a:ext cx="1162138" cy="680349"/>
      </dsp:txXfrm>
    </dsp:sp>
    <dsp:sp modelId="{46A48579-06C7-AF4B-9414-FA553FC9F2AC}">
      <dsp:nvSpPr>
        <dsp:cNvPr id="0" name=""/>
        <dsp:cNvSpPr/>
      </dsp:nvSpPr>
      <dsp:spPr>
        <a:xfrm>
          <a:off x="9759405" y="1374645"/>
          <a:ext cx="255348" cy="29870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200" kern="1200"/>
        </a:p>
      </dsp:txBody>
      <dsp:txXfrm>
        <a:off x="9759405" y="1434387"/>
        <a:ext cx="178744" cy="179225"/>
      </dsp:txXfrm>
    </dsp:sp>
    <dsp:sp modelId="{33734C23-58B7-2346-8E75-182E938B3E54}">
      <dsp:nvSpPr>
        <dsp:cNvPr id="0" name=""/>
        <dsp:cNvSpPr/>
      </dsp:nvSpPr>
      <dsp:spPr>
        <a:xfrm>
          <a:off x="10120747" y="1162658"/>
          <a:ext cx="1204472" cy="72268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Close Ticket</a:t>
          </a:r>
        </a:p>
      </dsp:txBody>
      <dsp:txXfrm>
        <a:off x="10141914" y="1183825"/>
        <a:ext cx="1162138" cy="68034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5D6536-34DA-4218-988E-DAB7D44986C5}">
      <dsp:nvSpPr>
        <dsp:cNvPr id="0" name=""/>
        <dsp:cNvSpPr/>
      </dsp:nvSpPr>
      <dsp:spPr>
        <a:xfrm>
          <a:off x="1976400" y="695887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86023C-1D88-438E-A36F-FFFDA31476FE}">
      <dsp:nvSpPr>
        <dsp:cNvPr id="0" name=""/>
        <dsp:cNvSpPr/>
      </dsp:nvSpPr>
      <dsp:spPr>
        <a:xfrm>
          <a:off x="788400" y="311007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What is the impact if we </a:t>
          </a:r>
          <a:r>
            <a:rPr lang="en-US" sz="2200" u="sng" kern="1200" dirty="0"/>
            <a:t>don’t</a:t>
          </a:r>
          <a:r>
            <a:rPr lang="en-US" sz="2200" kern="1200" dirty="0"/>
            <a:t> do this?</a:t>
          </a:r>
        </a:p>
      </dsp:txBody>
      <dsp:txXfrm>
        <a:off x="788400" y="3110075"/>
        <a:ext cx="4320000" cy="720000"/>
      </dsp:txXfrm>
    </dsp:sp>
    <dsp:sp modelId="{CF047C8F-CCD7-4B05-8316-ECDC2872A074}">
      <dsp:nvSpPr>
        <dsp:cNvPr id="0" name=""/>
        <dsp:cNvSpPr/>
      </dsp:nvSpPr>
      <dsp:spPr>
        <a:xfrm>
          <a:off x="7052400" y="695887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D9FE2F-2377-4D82-966F-16ED41C8EECD}">
      <dsp:nvSpPr>
        <dsp:cNvPr id="0" name=""/>
        <dsp:cNvSpPr/>
      </dsp:nvSpPr>
      <dsp:spPr>
        <a:xfrm>
          <a:off x="5864400" y="3110075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What are we </a:t>
          </a:r>
          <a:r>
            <a:rPr lang="en-US" sz="2200" u="sng" kern="1200" dirty="0"/>
            <a:t>not</a:t>
          </a:r>
          <a:r>
            <a:rPr lang="en-US" sz="2200" kern="1200" dirty="0"/>
            <a:t> doing, if we do this? What is the impact of </a:t>
          </a:r>
          <a:r>
            <a:rPr lang="en-US" sz="2200" u="sng" kern="1200" dirty="0"/>
            <a:t>not</a:t>
          </a:r>
          <a:r>
            <a:rPr lang="en-US" sz="2200" kern="1200" dirty="0"/>
            <a:t> doing that?</a:t>
          </a:r>
        </a:p>
      </dsp:txBody>
      <dsp:txXfrm>
        <a:off x="5864400" y="3110075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716888-5FFD-474F-AD57-4AC70FF07A82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07901-BB8B-7E4D-8FB9-39CBADF67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162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Food delivery orders</a:t>
            </a:r>
          </a:p>
          <a:p>
            <a:r>
              <a:rPr lang="en-US" dirty="0"/>
              <a:t>Coffee power orders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807901-BB8B-7E4D-8FB9-39CBADF67B3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300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66F4C1-B371-63BC-CEA1-3E0443DF7351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07A518-0EB7-F6A5-CEB3-3B509AC9F7A8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1967A4-7E5A-F9A9-CB35-C6C7F1CEE1E5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7F13C5-8798-2C25-4493-3457A7D06054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6" name="Picture 10" descr="BITS_university_logo_whitevert.png">
            <a:extLst>
              <a:ext uri="{FF2B5EF4-FFF2-40B4-BE49-F238E27FC236}">
                <a16:creationId xmlns:a16="http://schemas.microsoft.com/office/drawing/2014/main" id="{999400A4-1CB2-9051-CB0E-0A1B5CE9DD7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46F3B2-7F21-0CA8-1824-C6727EDD31FE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ABDD20-7142-9744-80A4-18FD33D5EAE8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8167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5F90EC-0745-7E9F-0510-D5AB37F5CC98}"/>
              </a:ext>
            </a:extLst>
          </p:cNvPr>
          <p:cNvSpPr/>
          <p:nvPr userDrawn="1"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616D80-0F45-2768-B84C-AC30A4B99677}"/>
              </a:ext>
            </a:extLst>
          </p:cNvPr>
          <p:cNvSpPr/>
          <p:nvPr userDrawn="1"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90BEF9-78F1-22EC-BFE3-DBF2B053C5F2}"/>
              </a:ext>
            </a:extLst>
          </p:cNvPr>
          <p:cNvSpPr/>
          <p:nvPr userDrawn="1"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F01178-96C5-59E4-B790-C8A7236881AA}"/>
              </a:ext>
            </a:extLst>
          </p:cNvPr>
          <p:cNvSpPr/>
          <p:nvPr userDrawn="1"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2F960195-B344-C921-7B59-B7C42D7257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101600" y="3352801"/>
            <a:ext cx="27432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4082D-27B9-C1E8-CCB6-21398E95F666}"/>
              </a:ext>
            </a:extLst>
          </p:cNvPr>
          <p:cNvSpPr txBox="1"/>
          <p:nvPr userDrawn="1"/>
        </p:nvSpPr>
        <p:spPr>
          <a:xfrm>
            <a:off x="-101600" y="52578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9183E4-8393-1E07-66C5-8E174C81C819}"/>
              </a:ext>
            </a:extLst>
          </p:cNvPr>
          <p:cNvSpPr txBox="1"/>
          <p:nvPr userDrawn="1"/>
        </p:nvSpPr>
        <p:spPr>
          <a:xfrm>
            <a:off x="203200" y="56673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3352800" y="5410200"/>
            <a:ext cx="80264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2800" y="3810000"/>
            <a:ext cx="8026400" cy="1524000"/>
          </a:xfrm>
        </p:spPr>
        <p:txBody>
          <a:bodyPr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64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\\Server\D\jyoti\FI023_BITS_v1\styleguide img\IMG_5627_b.jpg">
            <a:extLst>
              <a:ext uri="{FF2B5EF4-FFF2-40B4-BE49-F238E27FC236}">
                <a16:creationId xmlns:a16="http://schemas.microsoft.com/office/drawing/2014/main" id="{78A451AA-0746-B1D4-1762-48DF10B2EB9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DE029DE-4E3A-4A12-A23F-4A453DA997DD}"/>
              </a:ext>
            </a:extLst>
          </p:cNvPr>
          <p:cNvSpPr/>
          <p:nvPr userDrawn="1"/>
        </p:nvSpPr>
        <p:spPr>
          <a:xfrm>
            <a:off x="0" y="4281488"/>
            <a:ext cx="12192000" cy="2576512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4" name="Picture 8" descr="Picture 7.png">
            <a:extLst>
              <a:ext uri="{FF2B5EF4-FFF2-40B4-BE49-F238E27FC236}">
                <a16:creationId xmlns:a16="http://schemas.microsoft.com/office/drawing/2014/main" id="{FE8D8F83-F4A7-FD02-B4A2-F2C8EC6D39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D7E6AC2-3D5E-B0FB-1D8E-59C132065437}"/>
              </a:ext>
            </a:extLst>
          </p:cNvPr>
          <p:cNvSpPr/>
          <p:nvPr userDrawn="1"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DBD2B7-5D34-50DC-7126-303F90B23D27}"/>
              </a:ext>
            </a:extLst>
          </p:cNvPr>
          <p:cNvSpPr/>
          <p:nvPr userDrawn="1"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B295F5F-CBB2-90AD-B9E2-0DE72D2B1C96}"/>
              </a:ext>
            </a:extLst>
          </p:cNvPr>
          <p:cNvSpPr/>
          <p:nvPr userDrawn="1"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3DD41-7D1E-2B1C-73A1-4C7C026A03FE}"/>
              </a:ext>
            </a:extLst>
          </p:cNvPr>
          <p:cNvSpPr txBox="1"/>
          <p:nvPr userDrawn="1"/>
        </p:nvSpPr>
        <p:spPr>
          <a:xfrm>
            <a:off x="9144000" y="762000"/>
            <a:ext cx="29464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C8A837E-AE1D-1B14-93D0-EDA849DFE0C2}"/>
              </a:ext>
            </a:extLst>
          </p:cNvPr>
          <p:cNvSpPr txBox="1"/>
          <p:nvPr userDrawn="1"/>
        </p:nvSpPr>
        <p:spPr>
          <a:xfrm>
            <a:off x="9448800" y="1171576"/>
            <a:ext cx="2540000" cy="276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dirty="0">
                <a:solidFill>
                  <a:srgbClr val="FFFFFF"/>
                </a:solidFill>
                <a:latin typeface="Arial"/>
                <a:cs typeface="Arial"/>
              </a:rPr>
              <a:t>Pilani Campus</a:t>
            </a:r>
          </a:p>
        </p:txBody>
      </p:sp>
      <p:sp>
        <p:nvSpPr>
          <p:cNvPr id="17" name="Content Placeholder 16"/>
          <p:cNvSpPr>
            <a:spLocks noGrp="1"/>
          </p:cNvSpPr>
          <p:nvPr>
            <p:ph sz="quarter" idx="10"/>
          </p:nvPr>
        </p:nvSpPr>
        <p:spPr>
          <a:xfrm>
            <a:off x="406400" y="4648200"/>
            <a:ext cx="112776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102966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8787DF-7FDC-71A0-68F1-391AA083D685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2AC9E22D-67FE-9FD6-B152-4D4A39E881E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779184" y="6550026"/>
            <a:ext cx="9412816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54A15DE-75A2-3E13-CA96-399103A6D3FE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6D7328-9101-702C-3349-9ECF74D00899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DFCFD-B7A4-9358-B321-820A79289448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3BCDBF7F-ADDC-70AC-450F-9C268E4FE7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646D5C53-61DF-6F65-8E8D-935FC72C3DB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7826D55-5050-1A58-84B2-387533C157D5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E791F12-0FF1-6829-3771-BD8F023BF0ED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7C7F28-7FC2-D627-9757-DB8C5284732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3B449E19-05FE-0EC2-489B-1F9F40CD380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B2BC1F6-CB3B-794E-CB2E-1491BCE5BCA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4484643-2902-C35C-112C-56F24DA8447A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F2C65AB-C337-CB37-D234-BE4462CD0F2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Arial" pitchFamily="34" charset="0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4CE87C4-E29C-345C-8D62-57F1AC6A8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37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Picture 7.png">
            <a:extLst>
              <a:ext uri="{FF2B5EF4-FFF2-40B4-BE49-F238E27FC236}">
                <a16:creationId xmlns:a16="http://schemas.microsoft.com/office/drawing/2014/main" id="{CB3F9B1F-867C-EC25-0C04-DB341C3E5F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Group 19">
            <a:extLst>
              <a:ext uri="{FF2B5EF4-FFF2-40B4-BE49-F238E27FC236}">
                <a16:creationId xmlns:a16="http://schemas.microsoft.com/office/drawing/2014/main" id="{7A459421-2319-E18E-EFA6-41A53A206A9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EDBF78-B510-27AC-969C-A42521734AE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7C862E-1198-9607-4F16-D61277ABD57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1FC8239-77C9-521C-5942-9865AFAAB165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28">
            <a:extLst>
              <a:ext uri="{FF2B5EF4-FFF2-40B4-BE49-F238E27FC236}">
                <a16:creationId xmlns:a16="http://schemas.microsoft.com/office/drawing/2014/main" id="{ED499DC2-04A4-2B05-E7FE-B30CE0FD644F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870F2C-C7D2-5CA1-6D1F-D360994DA04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4C78396-65A4-2E74-0A3A-30697DD5137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E966ACC-7FE5-FC35-B0A9-7E723A7ED3BA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A110F75-1685-2FF1-C3E3-4A01AF2977B4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4000" y="1600201"/>
            <a:ext cx="53848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800"/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Arial" pitchFamily="34" charset="0"/>
                <a:cs typeface="Arial" pitchFamily="34" charset="0"/>
              </a:defRPr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dirty="0"/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2B4231AC-A643-47B1-B679-EE5ADE25C6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99623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0">
            <a:extLst>
              <a:ext uri="{FF2B5EF4-FFF2-40B4-BE49-F238E27FC236}">
                <a16:creationId xmlns:a16="http://schemas.microsoft.com/office/drawing/2014/main" id="{E38AC30A-EA15-268D-27F6-1554AC1D06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737A389-B5AE-2E8B-1C0E-67F4079FECF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71E054C-4184-FC52-6081-7815548C18A0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B76A227-11C9-7D0D-1A61-2C3E52822E6D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1" name="Group 15">
            <a:extLst>
              <a:ext uri="{FF2B5EF4-FFF2-40B4-BE49-F238E27FC236}">
                <a16:creationId xmlns:a16="http://schemas.microsoft.com/office/drawing/2014/main" id="{6815CEEC-35E2-8CC7-661F-41BD08614E6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9DF3A05D-6094-E546-768A-E69BB41C42FE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22624F4-3652-6C87-A1DC-123572BF378F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CB87FA4-EB11-A94C-B040-40A5068BFD8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5" name="Picture 14" descr="Picture 7.png">
            <a:extLst>
              <a:ext uri="{FF2B5EF4-FFF2-40B4-BE49-F238E27FC236}">
                <a16:creationId xmlns:a16="http://schemas.microsoft.com/office/drawing/2014/main" id="{BFD271EC-1594-E23F-77BD-19DE714DB0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C8F2954-7E81-F252-859C-C1BAC280CA70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0"/>
            <a:ext cx="5386917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2"/>
            <a:ext cx="5389033" cy="82708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362200"/>
            <a:ext cx="5389033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1433396E-E821-DB90-41A4-2A20CD6869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24530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">
            <a:extLst>
              <a:ext uri="{FF2B5EF4-FFF2-40B4-BE49-F238E27FC236}">
                <a16:creationId xmlns:a16="http://schemas.microsoft.com/office/drawing/2014/main" id="{8BB64361-28A6-DFFF-E85E-714AF889F0D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F8F244C-6559-87E4-FCB4-587302A3AB3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05ECF-A3BC-5186-45CE-8CA88DA38C0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4806DCE-9255-F2E2-902D-27146983D3B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29692ECC-3B99-B3F3-A43B-7DA00B08E06A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CA5879F-260A-DD85-69E6-B59FDD95524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81CD090-47A2-FDF6-614E-34C8D3CD22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462E2A2-DD41-B565-9C98-301EE42DBD3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FC1AB2B4-BB04-CE2C-DDDC-60B8A2168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E2D532-445A-49EE-4D92-3CC2A530EA12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Deemed to be University under Section 3 of UGC Act, 1956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2ADBC0AD-4A6C-C478-7CC1-497DE5161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6628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101471E5-BA9C-C404-CBB4-AB8466FE69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A16240B-57B5-7899-1FBC-317BCC508FC0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C7265D-AF23-E09C-4B6B-EFED422AEFC7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A6AA464-01AD-8E7B-F609-CB6858979D63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9" name="Group 13">
            <a:extLst>
              <a:ext uri="{FF2B5EF4-FFF2-40B4-BE49-F238E27FC236}">
                <a16:creationId xmlns:a16="http://schemas.microsoft.com/office/drawing/2014/main" id="{BC0A8C0F-11B7-7231-0B8F-1E9174B58CC2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F89E48C-2487-7C1E-7211-34A33D0BCEEC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68DD2ED-8790-9D15-B882-0DD897F68DE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AB57335-2D3E-C585-DB31-B6F6F93B186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3" name="Picture 14" descr="Picture 7.png">
            <a:extLst>
              <a:ext uri="{FF2B5EF4-FFF2-40B4-BE49-F238E27FC236}">
                <a16:creationId xmlns:a16="http://schemas.microsoft.com/office/drawing/2014/main" id="{115798C1-2851-82D5-D939-2D22D1FEEF8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0FF02-25BA-EC3D-C44C-782E6B250BA7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1"/>
            <a:ext cx="6815667" cy="45259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600201"/>
            <a:ext cx="4011084" cy="45259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18"/>
          <p:cNvSpPr>
            <a:spLocks noGrp="1"/>
          </p:cNvSpPr>
          <p:nvPr>
            <p:ph sz="quarter" idx="13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9224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>
            <a:extLst>
              <a:ext uri="{FF2B5EF4-FFF2-40B4-BE49-F238E27FC236}">
                <a16:creationId xmlns:a16="http://schemas.microsoft.com/office/drawing/2014/main" id="{C5B26752-DA46-A6CC-66EF-6F22B07023D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C393414-BE56-CF1D-6B99-CA65116798F7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63161D9-0953-8CB4-06FD-977DF76B5F43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27CF8AD-13CB-9D3F-F983-F830F9552AA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7FACA5D-0DD0-B85B-ED1C-80232C4A7D49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2CEFB37-B16E-85AC-06DC-22D9C9F59289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FC191B-467E-2E4B-0A0B-BBE0CC15B4A2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5F7DE3-1EB0-D097-0627-684453DFB87C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4" name="Picture 14" descr="Picture 7.png">
            <a:extLst>
              <a:ext uri="{FF2B5EF4-FFF2-40B4-BE49-F238E27FC236}">
                <a16:creationId xmlns:a16="http://schemas.microsoft.com/office/drawing/2014/main" id="{66A2DFAF-A763-6B62-E51F-B74570A353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863C766-5AA1-A6E0-154D-9ED04E0F1ED6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5407025"/>
            <a:ext cx="7315200" cy="304800"/>
          </a:xfrm>
        </p:spPr>
        <p:txBody>
          <a:bodyPr anchor="b"/>
          <a:lstStyle>
            <a:lvl1pPr algn="l">
              <a:defRPr sz="1800" b="1" spc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2789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9">
            <a:extLst>
              <a:ext uri="{FF2B5EF4-FFF2-40B4-BE49-F238E27FC236}">
                <a16:creationId xmlns:a16="http://schemas.microsoft.com/office/drawing/2014/main" id="{7F7025BE-84FC-15EE-133A-3ED99C39A6C6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9347200" cy="46038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0C3CA4F-89EB-99CB-F01E-6827DD2BA403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EDA2C0-B690-E0A0-3C30-2BF7FD65121B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F7F4623-0C5F-67CE-33E0-B7E85A4508A4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grpSp>
        <p:nvGrpSpPr>
          <p:cNvPr id="7" name="Group 24">
            <a:extLst>
              <a:ext uri="{FF2B5EF4-FFF2-40B4-BE49-F238E27FC236}">
                <a16:creationId xmlns:a16="http://schemas.microsoft.com/office/drawing/2014/main" id="{D2F224D4-5606-AA3C-AEDD-32E4FCCF0DF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844800" y="6553200"/>
            <a:ext cx="9347200" cy="46038"/>
            <a:chOff x="1905000" y="6553200"/>
            <a:chExt cx="7010400" cy="45719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F1D382F-3510-0BB8-060F-28D4FC11E228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D8859DB-148C-C9D6-5711-60F191E764D9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D41F88A-372C-E3A4-6169-A279EB45F31F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11" name="Picture 14" descr="Picture 7.png">
            <a:extLst>
              <a:ext uri="{FF2B5EF4-FFF2-40B4-BE49-F238E27FC236}">
                <a16:creationId xmlns:a16="http://schemas.microsoft.com/office/drawing/2014/main" id="{5A3621BA-83EF-7939-D721-1B3D2DF8AF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8839201" y="0"/>
            <a:ext cx="2925233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8E6DAD-56AD-D400-3E80-0FD896897269}"/>
              </a:ext>
            </a:extLst>
          </p:cNvPr>
          <p:cNvSpPr txBox="1"/>
          <p:nvPr userDrawn="1"/>
        </p:nvSpPr>
        <p:spPr>
          <a:xfrm>
            <a:off x="4368800" y="6596064"/>
            <a:ext cx="7823200" cy="261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Content Placeholder 18"/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7012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BE37EDBC-3E48-D6CA-CFEA-9C2E47D1C44D}"/>
              </a:ext>
            </a:extLst>
          </p:cNvPr>
          <p:cNvGrpSpPr>
            <a:grpSpLocks/>
          </p:cNvGrpSpPr>
          <p:nvPr userDrawn="1"/>
        </p:nvGrpSpPr>
        <p:grpSpPr bwMode="auto">
          <a:xfrm rot="5400000">
            <a:off x="7538509" y="2560109"/>
            <a:ext cx="5181600" cy="61383"/>
            <a:chOff x="1905000" y="6553200"/>
            <a:chExt cx="7010400" cy="457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B1D34B-7918-FBCA-9776-78201E819A17}"/>
                </a:ext>
              </a:extLst>
            </p:cNvPr>
            <p:cNvSpPr/>
            <p:nvPr/>
          </p:nvSpPr>
          <p:spPr>
            <a:xfrm>
              <a:off x="4267574" y="6553200"/>
              <a:ext cx="2328209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10D5D9-AC32-C9D5-0995-40AD463F89C9}"/>
                </a:ext>
              </a:extLst>
            </p:cNvPr>
            <p:cNvSpPr/>
            <p:nvPr/>
          </p:nvSpPr>
          <p:spPr>
            <a:xfrm>
              <a:off x="1905000" y="6553200"/>
              <a:ext cx="2362574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EB6F306-BC41-3C67-1C3D-0F6D39A396E2}"/>
                </a:ext>
              </a:extLst>
            </p:cNvPr>
            <p:cNvSpPr/>
            <p:nvPr userDrawn="1"/>
          </p:nvSpPr>
          <p:spPr>
            <a:xfrm>
              <a:off x="6587191" y="6553200"/>
              <a:ext cx="2328209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pic>
        <p:nvPicPr>
          <p:cNvPr id="8" name="Picture 10" descr="Picture 7.png">
            <a:extLst>
              <a:ext uri="{FF2B5EF4-FFF2-40B4-BE49-F238E27FC236}">
                <a16:creationId xmlns:a16="http://schemas.microsoft.com/office/drawing/2014/main" id="{A78E8126-DCE3-B8CE-3755-97F5DB6E6C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6" t="1923"/>
          <a:stretch>
            <a:fillRect/>
          </a:stretch>
        </p:blipFill>
        <p:spPr bwMode="auto">
          <a:xfrm>
            <a:off x="-10583" y="381001"/>
            <a:ext cx="922868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EA246A-A909-E0AD-1AC8-82AA7CF61726}"/>
              </a:ext>
            </a:extLst>
          </p:cNvPr>
          <p:cNvSpPr txBox="1"/>
          <p:nvPr userDrawn="1"/>
        </p:nvSpPr>
        <p:spPr>
          <a:xfrm rot="5400000">
            <a:off x="-2748491" y="3808884"/>
            <a:ext cx="5867400" cy="23083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900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/>
          </p:nvPr>
        </p:nvSpPr>
        <p:spPr>
          <a:xfrm rot="5400000">
            <a:off x="8191500" y="2552700"/>
            <a:ext cx="5867400" cy="1524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5056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CF204-B4DA-19F8-A95C-600E736E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76A98CF-2FD4-3001-9D9E-D7F37EEC1E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651DF7-7FE3-7456-9AB8-42ACF4AE57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0303EFB-86DE-D646-A688-A4DEC0E087B5}" type="datetimeFigureOut">
              <a:rPr lang="en-US"/>
              <a:pPr>
                <a:defRPr/>
              </a:pPr>
              <a:t>9/6/25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15557-86AA-54E4-D77C-3148B531F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D5BE07-73D3-50BE-02A5-B17FFB8A5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b="1" kern="1200" spc="-15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A1E1709-732B-D83F-467D-D2FDB123E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Communication, Estimation &amp; Negotiation</a:t>
            </a:r>
          </a:p>
        </p:txBody>
      </p:sp>
      <p:sp>
        <p:nvSpPr>
          <p:cNvPr id="13315" name="Content Placeholder 5">
            <a:extLst>
              <a:ext uri="{FF2B5EF4-FFF2-40B4-BE49-F238E27FC236}">
                <a16:creationId xmlns:a16="http://schemas.microsoft.com/office/drawing/2014/main" id="{9B2DAEF6-6F9A-B62B-285D-D897E19EEA6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en-US" altLang="en-US" dirty="0"/>
              <a:t>Rahul Mohandas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6F6331-FA13-C3D2-E2AC-DE29B104FF0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r>
              <a:rPr lang="en-US" sz="3200" dirty="0">
                <a:latin typeface="Arial" charset="0"/>
                <a:cs typeface="Arial" charset="0"/>
              </a:rPr>
              <a:t>S1-25_SEZG509 Communication, Estimation &amp; Negotiation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Session #7 – Sunday, 7 Sept 2025</a:t>
            </a:r>
          </a:p>
          <a:p>
            <a:pPr eaLnBrk="1" hangingPunct="1">
              <a:spcBef>
                <a:spcPct val="0"/>
              </a:spcBef>
              <a:buFont typeface="Arial" charset="0"/>
              <a:buNone/>
              <a:defRPr/>
            </a:pPr>
            <a:r>
              <a:rPr lang="en-US" sz="3200" dirty="0">
                <a:latin typeface="Arial" charset="0"/>
                <a:cs typeface="Arial" charset="0"/>
              </a:rPr>
              <a:t>Rahul Mohandas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B64B4-DB32-1576-8EDD-E3428C4572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Rumsfeld Matrix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9B4894A-025B-1BF2-F7C0-0482692260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5321635"/>
              </p:ext>
            </p:extLst>
          </p:nvPr>
        </p:nvGraphicFramePr>
        <p:xfrm>
          <a:off x="2032000" y="1752600"/>
          <a:ext cx="81280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530F040-48C8-699E-238C-CD19D19697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20539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6ADC1C-0818-3F64-D1AB-84F2F14DE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r>
              <a:rPr lang="en-US" dirty="0"/>
              <a:t>Communication: External Stakeholders</a:t>
            </a:r>
          </a:p>
          <a:p>
            <a:pPr>
              <a:buFontTx/>
              <a:buChar char="-"/>
            </a:pPr>
            <a:r>
              <a:rPr lang="en-US" dirty="0"/>
              <a:t>Engaging with customers</a:t>
            </a:r>
          </a:p>
          <a:p>
            <a:pPr>
              <a:buFontTx/>
              <a:buChar char="-"/>
            </a:pPr>
            <a:r>
              <a:rPr lang="en-US" dirty="0"/>
              <a:t>Engaging with partners (suppliers/ resellers)</a:t>
            </a:r>
          </a:p>
          <a:p>
            <a:pPr>
              <a:buFontTx/>
              <a:buChar char="-"/>
            </a:pPr>
            <a:r>
              <a:rPr lang="en-US" dirty="0"/>
              <a:t>Building positive external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2C39-CACD-535E-7FE1-2E375D46045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 – Week 6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8B18CF5-43C4-D03E-9684-0794878660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2112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1B453-D13F-00D5-24EA-19710831E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4483CC-3ED4-99C5-B03B-F7687C062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r>
              <a:rPr lang="en-US" dirty="0"/>
              <a:t>Estimation: Value Estimation</a:t>
            </a:r>
          </a:p>
          <a:p>
            <a:pPr lvl="0">
              <a:buFontTx/>
              <a:buChar char="-"/>
            </a:pPr>
            <a:r>
              <a:rPr lang="en-US" dirty="0"/>
              <a:t>The need for estimation</a:t>
            </a:r>
          </a:p>
          <a:p>
            <a:pPr lvl="0">
              <a:buFontTx/>
              <a:buChar char="-"/>
            </a:pPr>
            <a:r>
              <a:rPr lang="en-US" dirty="0"/>
              <a:t>Dimensions of value</a:t>
            </a:r>
          </a:p>
          <a:p>
            <a:pPr lvl="0">
              <a:buFontTx/>
              <a:buChar char="-"/>
            </a:pPr>
            <a:r>
              <a:rPr lang="en-US" dirty="0"/>
              <a:t>Market estimates – TAM/ SAM/ SOM</a:t>
            </a:r>
          </a:p>
          <a:p>
            <a:pPr lvl="0">
              <a:buFontTx/>
              <a:buChar char="-"/>
            </a:pPr>
            <a:r>
              <a:rPr lang="en-US" dirty="0"/>
              <a:t>Value estimation risks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61782-D3C3-F299-E41E-B99AE016001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Discussion Topics – Week 7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DF1AFD2-2D21-510A-D61C-B01689BD5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1300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4DF2C-C244-FBAE-44C7-C9E34BB59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4A33-3A2D-D69D-88E4-8511E9F6E7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b="1" u="sng" dirty="0"/>
              <a:t>You need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Optimize a database query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Fix a memory leak that crashes servers intermittently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Implement automation test cases for a new feature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Migrate from an old API to a new authentication protocol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Build a deployment pipeline to reduce release cycles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ED17A5-59D8-2ED2-D0FC-092BB9510A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Some Scenarios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CC2302-2BDA-4CD2-31BA-83A6D00C4E3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2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A884CF-994D-B407-950E-56D22AF96E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AAB36-0D1C-296B-B03D-C78D9D952C1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Why Estimate?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229CBA7-17C1-1E92-D7D0-3C2FE2D3A5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0358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4D23-4D40-147F-564C-A29DB39F9A2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Why Estimate?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46DC218-9C51-6426-53FD-462E6E48F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8</a:t>
            </a:fld>
            <a:endParaRPr lang="en-US" altLang="en-US"/>
          </a:p>
        </p:txBody>
      </p:sp>
      <p:pic>
        <p:nvPicPr>
          <p:cNvPr id="6" name="Graphic 5" descr="Spinning Plates with solid fill">
            <a:extLst>
              <a:ext uri="{FF2B5EF4-FFF2-40B4-BE49-F238E27FC236}">
                <a16:creationId xmlns:a16="http://schemas.microsoft.com/office/drawing/2014/main" id="{1A1789B9-D951-FF5C-5CBA-E4D6AA0831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01020" y="3212068"/>
            <a:ext cx="1589160" cy="1589160"/>
          </a:xfrm>
          <a:prstGeom prst="rect">
            <a:avLst/>
          </a:prstGeom>
        </p:spPr>
      </p:pic>
      <p:pic>
        <p:nvPicPr>
          <p:cNvPr id="9" name="Graphic 8" descr="Hourglass 90% with solid fill">
            <a:extLst>
              <a:ext uri="{FF2B5EF4-FFF2-40B4-BE49-F238E27FC236}">
                <a16:creationId xmlns:a16="http://schemas.microsoft.com/office/drawing/2014/main" id="{44C4B519-C177-0FB8-960E-1C9FC8AFDC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01420" y="3212068"/>
            <a:ext cx="1589160" cy="1589160"/>
          </a:xfrm>
          <a:prstGeom prst="rect">
            <a:avLst/>
          </a:prstGeom>
        </p:spPr>
      </p:pic>
      <p:pic>
        <p:nvPicPr>
          <p:cNvPr id="11" name="Graphic 10" descr="Money with solid fill">
            <a:extLst>
              <a:ext uri="{FF2B5EF4-FFF2-40B4-BE49-F238E27FC236}">
                <a16:creationId xmlns:a16="http://schemas.microsoft.com/office/drawing/2014/main" id="{8B606606-647A-1AB7-B669-EB9D0705210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01820" y="3212068"/>
            <a:ext cx="1589160" cy="1589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AFED3FF-9BFD-A6FD-F580-56E41AEE4BA9}"/>
              </a:ext>
            </a:extLst>
          </p:cNvPr>
          <p:cNvSpPr txBox="1"/>
          <p:nvPr/>
        </p:nvSpPr>
        <p:spPr>
          <a:xfrm>
            <a:off x="2101020" y="4888468"/>
            <a:ext cx="158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Energy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E083B2-9247-0B43-470F-4EDE4EB03447}"/>
              </a:ext>
            </a:extLst>
          </p:cNvPr>
          <p:cNvSpPr txBox="1"/>
          <p:nvPr/>
        </p:nvSpPr>
        <p:spPr>
          <a:xfrm>
            <a:off x="5301420" y="4888468"/>
            <a:ext cx="158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Time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E8BE81-4F66-4DAB-2D21-64CE893E2F3D}"/>
              </a:ext>
            </a:extLst>
          </p:cNvPr>
          <p:cNvSpPr txBox="1"/>
          <p:nvPr/>
        </p:nvSpPr>
        <p:spPr>
          <a:xfrm>
            <a:off x="8501820" y="4888468"/>
            <a:ext cx="1589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Money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4927FF-5DAE-2EEF-24AD-D578C3A44CE6}"/>
              </a:ext>
            </a:extLst>
          </p:cNvPr>
          <p:cNvSpPr txBox="1"/>
          <p:nvPr/>
        </p:nvSpPr>
        <p:spPr>
          <a:xfrm>
            <a:off x="3429000" y="1915180"/>
            <a:ext cx="533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Every Effort Is An Investment </a:t>
            </a:r>
          </a:p>
        </p:txBody>
      </p:sp>
    </p:spTree>
    <p:extLst>
      <p:ext uri="{BB962C8B-B14F-4D97-AF65-F5344CB8AC3E}">
        <p14:creationId xmlns:p14="http://schemas.microsoft.com/office/powerpoint/2010/main" val="45755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25E22F-40A0-713E-0160-331D8E302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Maximize ROI</a:t>
            </a:r>
          </a:p>
          <a:p>
            <a:pPr lvl="1">
              <a:buFontTx/>
              <a:buChar char="-"/>
            </a:pPr>
            <a:r>
              <a:rPr lang="en-US" dirty="0"/>
              <a:t>Return = Estimated Benefits/ Value</a:t>
            </a:r>
          </a:p>
          <a:p>
            <a:pPr lvl="1">
              <a:buFontTx/>
              <a:buChar char="-"/>
            </a:pPr>
            <a:r>
              <a:rPr lang="en-US" dirty="0"/>
              <a:t>Investment = Estimated Cost</a:t>
            </a:r>
          </a:p>
          <a:p>
            <a:pPr marL="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Minimize Risk</a:t>
            </a:r>
          </a:p>
          <a:p>
            <a:pPr marL="0" indent="0"/>
            <a:endParaRPr lang="en-US" dirty="0"/>
          </a:p>
          <a:p>
            <a:pPr>
              <a:buFontTx/>
              <a:buChar char="-"/>
            </a:pPr>
            <a:r>
              <a:rPr lang="en-US" dirty="0"/>
              <a:t>…</a:t>
            </a:r>
          </a:p>
          <a:p>
            <a:pPr marL="0" indent="0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23939-C45E-2FB4-B403-63F2D5420D5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When You Invest</a:t>
            </a:r>
          </a:p>
        </p:txBody>
      </p:sp>
    </p:spTree>
    <p:extLst>
      <p:ext uri="{BB962C8B-B14F-4D97-AF65-F5344CB8AC3E}">
        <p14:creationId xmlns:p14="http://schemas.microsoft.com/office/powerpoint/2010/main" val="8214657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115F1-A309-050D-9470-8AC1B7940E8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 Key Elements</a:t>
            </a:r>
            <a:endParaRPr lang="en-US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DC5263D7-DC50-ABBC-F499-7258F118A6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8953176"/>
              </p:ext>
            </p:extLst>
          </p:nvPr>
        </p:nvGraphicFramePr>
        <p:xfrm>
          <a:off x="6096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1ACD28D-1C8A-D224-96FA-10183D381F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2379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DA36DD6-5B8E-08A8-AAFD-15CF79ECBC5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Much</a:t>
            </a:r>
          </a:p>
        </p:txBody>
      </p:sp>
    </p:spTree>
    <p:extLst>
      <p:ext uri="{BB962C8B-B14F-4D97-AF65-F5344CB8AC3E}">
        <p14:creationId xmlns:p14="http://schemas.microsoft.com/office/powerpoint/2010/main" val="904152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EB52F-330A-1DB2-A484-7AD619FFF6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Value Estimation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2DE5C1E-663D-6FEF-ACEA-F4262C15E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0158624"/>
              </p:ext>
            </p:extLst>
          </p:nvPr>
        </p:nvGraphicFramePr>
        <p:xfrm>
          <a:off x="2057400" y="1600200"/>
          <a:ext cx="8128000" cy="42935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6DB76EF-93D7-623E-DD43-A5D9D1EC57A9}"/>
              </a:ext>
            </a:extLst>
          </p:cNvPr>
          <p:cNvSpPr txBox="1"/>
          <p:nvPr/>
        </p:nvSpPr>
        <p:spPr>
          <a:xfrm>
            <a:off x="2376984" y="2608312"/>
            <a:ext cx="223224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Makes Money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Saves Money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6B7E04-9B50-9B8E-C0F6-861FA5240288}"/>
              </a:ext>
            </a:extLst>
          </p:cNvPr>
          <p:cNvSpPr txBox="1"/>
          <p:nvPr/>
        </p:nvSpPr>
        <p:spPr>
          <a:xfrm>
            <a:off x="7633570" y="2608312"/>
            <a:ext cx="223224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Convenience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More Choice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763AA95-F80A-4D2F-E0F8-5E1BE3A10E23}"/>
              </a:ext>
            </a:extLst>
          </p:cNvPr>
          <p:cNvSpPr txBox="1"/>
          <p:nvPr/>
        </p:nvSpPr>
        <p:spPr>
          <a:xfrm>
            <a:off x="5005276" y="5461661"/>
            <a:ext cx="2232248" cy="86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91440" tIns="91440" rIns="91440" bIns="91440" rtlCol="0" anchor="ctr">
            <a:no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How I Feel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How Others Feel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8EF36CC-D55C-4FC2-FE40-58B1F1ADAA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2316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D1B0D-EF41-1FEA-991C-EEF8F67C8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5EC8A-31E4-1A40-84CA-9C489AE46C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/>
            <a:r>
              <a:rPr lang="en-US" dirty="0"/>
              <a:t>Functional Value</a:t>
            </a:r>
          </a:p>
          <a:p>
            <a:pPr marL="457200" indent="-457200">
              <a:buFontTx/>
              <a:buChar char="-"/>
            </a:pPr>
            <a:r>
              <a:rPr lang="en-US" dirty="0"/>
              <a:t>??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3EC08D6-C8BB-B737-BA7C-5D87E26D337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Slack - Example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DB50B6-F589-36D1-6888-84A66277A48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BCC04-AE6A-BB17-D478-96E317D30C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14583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3A3BF-6E69-3CD4-9300-4AAC6A43566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/>
            <a:r>
              <a:rPr lang="en-US" dirty="0"/>
              <a:t>Functional Value</a:t>
            </a:r>
          </a:p>
          <a:p>
            <a:pPr marL="457200" indent="-457200">
              <a:buFontTx/>
              <a:buChar char="-"/>
            </a:pPr>
            <a:r>
              <a:rPr lang="en-US" dirty="0"/>
              <a:t>Less Email</a:t>
            </a:r>
          </a:p>
          <a:p>
            <a:pPr marL="457200" indent="-457200">
              <a:buFontTx/>
              <a:buChar char="-"/>
            </a:pPr>
            <a:r>
              <a:rPr lang="en-US" dirty="0"/>
              <a:t>Faster Responses</a:t>
            </a:r>
          </a:p>
          <a:p>
            <a:pPr marL="457200" indent="-457200">
              <a:buFontTx/>
              <a:buChar char="-"/>
            </a:pPr>
            <a:r>
              <a:rPr lang="en-US" dirty="0"/>
              <a:t>Finding relevant information</a:t>
            </a:r>
          </a:p>
          <a:p>
            <a:pPr marL="457200" indent="-457200">
              <a:buFontTx/>
              <a:buChar char="-"/>
            </a:pPr>
            <a:r>
              <a:rPr lang="en-US" dirty="0"/>
              <a:t>Fewer meetings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D2FE4-B0FB-8943-7DFC-B4A0858257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/>
            <a:r>
              <a:rPr lang="en-US" dirty="0"/>
              <a:t>Economic Value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much time does this save?</a:t>
            </a:r>
          </a:p>
          <a:p>
            <a:pPr marL="457200" indent="-457200">
              <a:buFontTx/>
              <a:buChar char="-"/>
            </a:pPr>
            <a:r>
              <a:rPr lang="en-US" dirty="0"/>
              <a:t>What is the average cost of this time?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much would they be willing to pay for this saving?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2EBAF3-130A-2F7A-D33F-F5C6FCD06B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Slack - Example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CC6A478-DBA2-2D35-F61B-829FC9436F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399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129BD5-BE29-B8F6-C716-39A411238C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Slack Pricing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4E4160-B656-1F70-4B24-883B8DD98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22" t="3268"/>
          <a:stretch/>
        </p:blipFill>
        <p:spPr>
          <a:xfrm>
            <a:off x="2313748" y="1447800"/>
            <a:ext cx="7564503" cy="4953000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BBB6AD1-DAB2-3FAA-027B-870194EF7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11654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733F5-D682-F605-A66E-770C1BF540C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Reducing MTTR</a:t>
            </a:r>
            <a:endParaRPr lang="en-US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D774333-D74F-91DF-74E2-ED361A9B94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62518689"/>
              </p:ext>
            </p:extLst>
          </p:nvPr>
        </p:nvGraphicFramePr>
        <p:xfrm>
          <a:off x="431800" y="2057400"/>
          <a:ext cx="11328400" cy="304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Left-right Arrow 5">
            <a:extLst>
              <a:ext uri="{FF2B5EF4-FFF2-40B4-BE49-F238E27FC236}">
                <a16:creationId xmlns:a16="http://schemas.microsoft.com/office/drawing/2014/main" id="{66AFCB3E-B927-DC44-075C-97988648C7E9}"/>
              </a:ext>
            </a:extLst>
          </p:cNvPr>
          <p:cNvSpPr/>
          <p:nvPr/>
        </p:nvSpPr>
        <p:spPr>
          <a:xfrm>
            <a:off x="2133600" y="4191000"/>
            <a:ext cx="2895600" cy="685800"/>
          </a:xfrm>
          <a:prstGeom prst="leftRightArrow">
            <a:avLst>
              <a:gd name="adj1" fmla="val 72535"/>
              <a:gd name="adj2" fmla="val 6690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 days</a:t>
            </a:r>
          </a:p>
        </p:txBody>
      </p:sp>
      <p:sp>
        <p:nvSpPr>
          <p:cNvPr id="2" name="Left-right Arrow 1">
            <a:extLst>
              <a:ext uri="{FF2B5EF4-FFF2-40B4-BE49-F238E27FC236}">
                <a16:creationId xmlns:a16="http://schemas.microsoft.com/office/drawing/2014/main" id="{4CF1FBF9-8DF4-9870-B2AD-080BC667DDEA}"/>
              </a:ext>
            </a:extLst>
          </p:cNvPr>
          <p:cNvSpPr/>
          <p:nvPr/>
        </p:nvSpPr>
        <p:spPr>
          <a:xfrm>
            <a:off x="7162802" y="4114800"/>
            <a:ext cx="2895600" cy="685800"/>
          </a:xfrm>
          <a:prstGeom prst="leftRightArrow">
            <a:avLst>
              <a:gd name="adj1" fmla="val 72535"/>
              <a:gd name="adj2" fmla="val 66901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0.5 hours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D90E9E-EA8F-D45E-EDD6-BC9A623C60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12336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9E03A0-D927-19B9-E6D2-8F1F6C5C8DF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 Negative Questions</a:t>
            </a:r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8199EE0-D27A-3666-CE70-4B6BF80A7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907058"/>
              </p:ext>
            </p:extLst>
          </p:nvPr>
        </p:nvGraphicFramePr>
        <p:xfrm>
          <a:off x="406400" y="1493838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910698B-76A5-C6BD-94C6-CDDB3E9F81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18074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B437B8F-F6DC-93F5-EF86-7EC6617DC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If you invest in SNCB what do you gain?</a:t>
            </a:r>
          </a:p>
          <a:p>
            <a:pPr>
              <a:buFontTx/>
              <a:buChar char="-"/>
            </a:pPr>
            <a:r>
              <a:rPr lang="en-US" dirty="0"/>
              <a:t>If you don’t invest in SNCB what do you stand to lose?</a:t>
            </a:r>
          </a:p>
          <a:p>
            <a:pPr>
              <a:buFontTx/>
              <a:buChar char="-"/>
            </a:pPr>
            <a:r>
              <a:rPr lang="en-US" dirty="0"/>
              <a:t>If we do SNCB, what will we not do? </a:t>
            </a:r>
          </a:p>
          <a:p>
            <a:pPr lvl="1">
              <a:buFontTx/>
              <a:buChar char="-"/>
            </a:pPr>
            <a:r>
              <a:rPr lang="en-US" dirty="0"/>
              <a:t>UK Rail!</a:t>
            </a:r>
          </a:p>
          <a:p>
            <a:pPr lvl="1">
              <a:buFontTx/>
              <a:buChar char="-"/>
            </a:pPr>
            <a:r>
              <a:rPr lang="en-US" dirty="0"/>
              <a:t>What do you stand to lose if you don’t do UK Rail?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3D666-913B-C1E4-2D05-FF718DC0B2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SNCB Vs UK Rail</a:t>
            </a:r>
          </a:p>
        </p:txBody>
      </p:sp>
    </p:spTree>
    <p:extLst>
      <p:ext uri="{BB962C8B-B14F-4D97-AF65-F5344CB8AC3E}">
        <p14:creationId xmlns:p14="http://schemas.microsoft.com/office/powerpoint/2010/main" val="25748779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2C1B-07CE-9498-2732-E5557B09BED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Many</a:t>
            </a:r>
          </a:p>
        </p:txBody>
      </p:sp>
    </p:spTree>
    <p:extLst>
      <p:ext uri="{BB962C8B-B14F-4D97-AF65-F5344CB8AC3E}">
        <p14:creationId xmlns:p14="http://schemas.microsoft.com/office/powerpoint/2010/main" val="28304907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76BFD037-D9B4-C259-A4A3-547AC7BE79E0}"/>
              </a:ext>
            </a:extLst>
          </p:cNvPr>
          <p:cNvSpPr/>
          <p:nvPr/>
        </p:nvSpPr>
        <p:spPr>
          <a:xfrm>
            <a:off x="983432" y="1987934"/>
            <a:ext cx="4032000" cy="403335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TAM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0BC22CB-4099-6B93-EF88-DB664CF15041}"/>
              </a:ext>
            </a:extLst>
          </p:cNvPr>
          <p:cNvSpPr/>
          <p:nvPr/>
        </p:nvSpPr>
        <p:spPr>
          <a:xfrm>
            <a:off x="1595432" y="3212976"/>
            <a:ext cx="2808000" cy="280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SAM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594A21-8B62-973F-B14E-B7CF7B4CC8A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TAM / SAM / SOM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FC16577-C462-2BBB-5E74-3CF2E88DBB3A}"/>
              </a:ext>
            </a:extLst>
          </p:cNvPr>
          <p:cNvSpPr/>
          <p:nvPr/>
        </p:nvSpPr>
        <p:spPr>
          <a:xfrm>
            <a:off x="2099332" y="4365104"/>
            <a:ext cx="1800200" cy="1656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66E2DC-EE4D-499D-52C1-08955C4EFF0C}"/>
              </a:ext>
            </a:extLst>
          </p:cNvPr>
          <p:cNvSpPr txBox="1"/>
          <p:nvPr/>
        </p:nvSpPr>
        <p:spPr>
          <a:xfrm>
            <a:off x="6089002" y="3248527"/>
            <a:ext cx="5263582" cy="151216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Total Addressable Market</a:t>
            </a:r>
          </a:p>
          <a:p>
            <a:pPr>
              <a:lnSpc>
                <a:spcPct val="200000"/>
              </a:lnSpc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Serviceable Addressable Market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Serviceable Obtainable Market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F68C959-6DC7-DFDC-5887-24661F74D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88956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3B7CD7B-51AA-C31C-5AFD-15CC74D775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TAM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C6DEE-519D-A825-4B54-3A7EFBE384C7}"/>
              </a:ext>
            </a:extLst>
          </p:cNvPr>
          <p:cNvSpPr txBox="1"/>
          <p:nvPr/>
        </p:nvSpPr>
        <p:spPr>
          <a:xfrm>
            <a:off x="6089002" y="3248527"/>
            <a:ext cx="5263582" cy="151216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Total Addressable Market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All Hospitals in the country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100k hospitals 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marL="285750" indent="-285750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530D78-6886-F4BC-A9F0-01256A02645D}"/>
              </a:ext>
            </a:extLst>
          </p:cNvPr>
          <p:cNvSpPr/>
          <p:nvPr/>
        </p:nvSpPr>
        <p:spPr>
          <a:xfrm>
            <a:off x="983432" y="1987934"/>
            <a:ext cx="4032000" cy="403335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TAM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9EF6BC-DC56-F1A3-449B-CBD378B0642F}"/>
              </a:ext>
            </a:extLst>
          </p:cNvPr>
          <p:cNvSpPr/>
          <p:nvPr/>
        </p:nvSpPr>
        <p:spPr>
          <a:xfrm>
            <a:off x="1595432" y="3212976"/>
            <a:ext cx="2808000" cy="280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DACBAB4-9C06-BBE5-4007-5836617D0CF7}"/>
              </a:ext>
            </a:extLst>
          </p:cNvPr>
          <p:cNvSpPr/>
          <p:nvPr/>
        </p:nvSpPr>
        <p:spPr>
          <a:xfrm>
            <a:off x="2099332" y="4365104"/>
            <a:ext cx="1800200" cy="1656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CDD8812E-99C0-D378-DA80-61AB9AAE71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010723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E784318-020B-4893-C987-1F6C76B4900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SAM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C6DEE-519D-A825-4B54-3A7EFBE384C7}"/>
              </a:ext>
            </a:extLst>
          </p:cNvPr>
          <p:cNvSpPr txBox="1"/>
          <p:nvPr/>
        </p:nvSpPr>
        <p:spPr>
          <a:xfrm>
            <a:off x="6089002" y="3248527"/>
            <a:ext cx="5263582" cy="151216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Total Addressable Market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All Hospitals in the country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100k hospitals </a:t>
            </a:r>
          </a:p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Serviceable Addressable Market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Beds &gt; 200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2.5k hospitals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  <a:p>
            <a:pPr algn="l">
              <a:lnSpc>
                <a:spcPct val="200000"/>
              </a:lnSpc>
            </a:pPr>
            <a:endParaRPr lang="en-US" sz="1600" dirty="0">
              <a:solidFill>
                <a:srgbClr val="000000"/>
              </a:solidFill>
              <a:latin typeface="Montserrat" panose="00000500000000000000" pitchFamily="2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8C11745-6E89-4D36-40CF-668612958D87}"/>
              </a:ext>
            </a:extLst>
          </p:cNvPr>
          <p:cNvSpPr/>
          <p:nvPr/>
        </p:nvSpPr>
        <p:spPr>
          <a:xfrm>
            <a:off x="983432" y="1987934"/>
            <a:ext cx="4032000" cy="403335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TAM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8044E7E-0234-E654-7DCA-AEA4C8E10AD1}"/>
              </a:ext>
            </a:extLst>
          </p:cNvPr>
          <p:cNvSpPr/>
          <p:nvPr/>
        </p:nvSpPr>
        <p:spPr>
          <a:xfrm>
            <a:off x="1595432" y="3212976"/>
            <a:ext cx="2808000" cy="280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C5E8FEF-CA37-0422-FE98-DC309940488B}"/>
              </a:ext>
            </a:extLst>
          </p:cNvPr>
          <p:cNvSpPr/>
          <p:nvPr/>
        </p:nvSpPr>
        <p:spPr>
          <a:xfrm>
            <a:off x="2099332" y="4365104"/>
            <a:ext cx="1800200" cy="1656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D369DDA-5BDB-DF02-62C0-129E85E7D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2792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1B06DA1-A144-AD6E-D65A-9C01045762E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C6DEE-519D-A825-4B54-3A7EFBE384C7}"/>
              </a:ext>
            </a:extLst>
          </p:cNvPr>
          <p:cNvSpPr txBox="1"/>
          <p:nvPr/>
        </p:nvSpPr>
        <p:spPr>
          <a:xfrm>
            <a:off x="6089002" y="3248527"/>
            <a:ext cx="5263582" cy="1512168"/>
          </a:xfrm>
          <a:prstGeom prst="rect">
            <a:avLst/>
          </a:prstGeom>
          <a:noFill/>
        </p:spPr>
        <p:txBody>
          <a:bodyPr wrap="square" lIns="91440" tIns="91440" rIns="91440" bIns="91440" rtlCol="0" anchor="ctr">
            <a:noAutofit/>
          </a:bodyPr>
          <a:lstStyle/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Total Addressable Market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All Hospitals in the country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100k hospitals </a:t>
            </a:r>
          </a:p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Serviceable Addressable Market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Beds &gt; 200</a:t>
            </a:r>
          </a:p>
          <a:p>
            <a:pPr marL="285750" indent="-285750" algn="l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2.5k hospitals</a:t>
            </a:r>
          </a:p>
          <a:p>
            <a:pPr algn="l">
              <a:lnSpc>
                <a:spcPct val="200000"/>
              </a:lnSpc>
            </a:pPr>
            <a:r>
              <a:rPr lang="en-US" sz="1600" b="1" dirty="0">
                <a:solidFill>
                  <a:srgbClr val="000000"/>
                </a:solidFill>
                <a:latin typeface="Montserrat" panose="00000500000000000000" pitchFamily="2" charset="0"/>
              </a:rPr>
              <a:t>Serviceable Obtainable Market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sz="1600" dirty="0">
                <a:solidFill>
                  <a:srgbClr val="000000"/>
                </a:solidFill>
                <a:latin typeface="Montserrat" panose="00000500000000000000" pitchFamily="2" charset="0"/>
              </a:rPr>
              <a:t>50 hospitals with over 200 beds in the State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2A2012-275A-0D14-85A3-3DE778B0EF60}"/>
              </a:ext>
            </a:extLst>
          </p:cNvPr>
          <p:cNvSpPr/>
          <p:nvPr/>
        </p:nvSpPr>
        <p:spPr>
          <a:xfrm>
            <a:off x="983432" y="1987934"/>
            <a:ext cx="4032000" cy="403335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TAM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C0BB454-7C90-AD35-4767-AF542B587495}"/>
              </a:ext>
            </a:extLst>
          </p:cNvPr>
          <p:cNvSpPr/>
          <p:nvPr/>
        </p:nvSpPr>
        <p:spPr>
          <a:xfrm>
            <a:off x="1595432" y="3212976"/>
            <a:ext cx="2808000" cy="2808312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SAM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62C4BE4-0256-BE92-C60E-439CC3FE3DDF}"/>
              </a:ext>
            </a:extLst>
          </p:cNvPr>
          <p:cNvSpPr/>
          <p:nvPr/>
        </p:nvSpPr>
        <p:spPr>
          <a:xfrm>
            <a:off x="2099332" y="4365104"/>
            <a:ext cx="1800200" cy="1656184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tx2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SOM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013C03-FBFA-BFEE-DBE9-A9CFD316BD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8854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95F42E6-B44A-4EE2-DD07-9223958DE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TAM – Investor Perspective</a:t>
            </a:r>
          </a:p>
          <a:p>
            <a:r>
              <a:rPr lang="en-US" dirty="0"/>
              <a:t>10 investments – 1 will make it, 9 wont</a:t>
            </a:r>
          </a:p>
          <a:p>
            <a:r>
              <a:rPr lang="en-US" dirty="0"/>
              <a:t>The 1 that makes it should cover for the 9 that wont!</a:t>
            </a:r>
          </a:p>
          <a:p>
            <a:r>
              <a:rPr lang="en-US" dirty="0"/>
              <a:t>The 1 that makes it should be big enough!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A4BD8-03FA-BBA2-EFD1-77575294DBF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0DBB873-6B0C-05D9-1658-FB612D092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97813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DCB47-5408-B81D-50D3-D4DFBA60B6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Estimating Potential</a:t>
            </a:r>
          </a:p>
        </p:txBody>
      </p:sp>
      <p:pic>
        <p:nvPicPr>
          <p:cNvPr id="4098" name="Picture 2" descr="Image result for persona clip art rich woman">
            <a:extLst>
              <a:ext uri="{FF2B5EF4-FFF2-40B4-BE49-F238E27FC236}">
                <a16:creationId xmlns:a16="http://schemas.microsoft.com/office/drawing/2014/main" id="{0AD979C8-2186-8069-0BA6-AAB09BC5B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5760" y="1707342"/>
            <a:ext cx="3076798" cy="4464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Image result for Beautiful Diamonds">
            <a:extLst>
              <a:ext uri="{FF2B5EF4-FFF2-40B4-BE49-F238E27FC236}">
                <a16:creationId xmlns:a16="http://schemas.microsoft.com/office/drawing/2014/main" id="{9F629075-630A-84C1-3364-60604093DD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928" y="3124200"/>
            <a:ext cx="2299072" cy="159166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Image result for mercedes emblem">
            <a:extLst>
              <a:ext uri="{FF2B5EF4-FFF2-40B4-BE49-F238E27FC236}">
                <a16:creationId xmlns:a16="http://schemas.microsoft.com/office/drawing/2014/main" id="{413B2A56-25C0-9BFB-B358-2FF11E3599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6619" y="3284984"/>
            <a:ext cx="1833643" cy="1671851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Image result for Audi emblem">
            <a:extLst>
              <a:ext uri="{FF2B5EF4-FFF2-40B4-BE49-F238E27FC236}">
                <a16:creationId xmlns:a16="http://schemas.microsoft.com/office/drawing/2014/main" id="{13CBF328-EBE8-DF46-5477-E25CB012C8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592" y="1707342"/>
            <a:ext cx="2457698" cy="1386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8" descr="Image result for BMW emblem">
            <a:extLst>
              <a:ext uri="{FF2B5EF4-FFF2-40B4-BE49-F238E27FC236}">
                <a16:creationId xmlns:a16="http://schemas.microsoft.com/office/drawing/2014/main" id="{D3CD92E3-E044-4C1A-505F-E0BC16DFB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018" y="5147688"/>
            <a:ext cx="2010844" cy="1402198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A88CCBA8-2522-D3DF-4E4E-404C99561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18482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7F9303-1BC0-0F79-6090-8E99AF30AB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</a:t>
            </a:r>
            <a:r>
              <a:rPr lang="en-US" dirty="0" err="1"/>
              <a:t>whitefield</a:t>
            </a:r>
            <a:endParaRPr lang="en-US" dirty="0"/>
          </a:p>
          <a:p>
            <a:r>
              <a:rPr lang="en-US" dirty="0"/>
              <a:t>Not in a high footfall area</a:t>
            </a:r>
          </a:p>
          <a:p>
            <a:endParaRPr lang="en-US" dirty="0"/>
          </a:p>
          <a:p>
            <a:r>
              <a:rPr lang="en-US" dirty="0"/>
              <a:t>Then Why???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4B8087-E2AD-44E1-D68B-8C8F85088F1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Blue Tokai – New Outlet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6CF2726-FF3E-1092-D7F1-7763361CED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0" y="2384425"/>
            <a:ext cx="3498850" cy="239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31368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F49BB-32E4-0457-2500-5128D86462C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How Likely</a:t>
            </a:r>
          </a:p>
        </p:txBody>
      </p:sp>
    </p:spTree>
    <p:extLst>
      <p:ext uri="{BB962C8B-B14F-4D97-AF65-F5344CB8AC3E}">
        <p14:creationId xmlns:p14="http://schemas.microsoft.com/office/powerpoint/2010/main" val="3089731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397E2-F98E-01A2-5385-9DB3312019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Uncertainty Factors</a:t>
            </a:r>
          </a:p>
          <a:p>
            <a:pPr marL="457200" indent="-457200">
              <a:buFontTx/>
              <a:buChar char="-"/>
            </a:pPr>
            <a:r>
              <a:rPr lang="en-US" dirty="0"/>
              <a:t>Customer behavior</a:t>
            </a:r>
          </a:p>
          <a:p>
            <a:pPr marL="457200" indent="-457200">
              <a:buFontTx/>
              <a:buChar char="-"/>
            </a:pPr>
            <a:r>
              <a:rPr lang="en-US" dirty="0"/>
              <a:t>Market conditions</a:t>
            </a:r>
          </a:p>
          <a:p>
            <a:pPr marL="457200" indent="-457200">
              <a:buFontTx/>
              <a:buChar char="-"/>
            </a:pPr>
            <a:r>
              <a:rPr lang="en-US" dirty="0"/>
              <a:t>Success rate</a:t>
            </a:r>
          </a:p>
          <a:p>
            <a:pPr marL="457200" indent="-457200">
              <a:buFontTx/>
              <a:buChar char="-"/>
            </a:pPr>
            <a:r>
              <a:rPr lang="en-US" dirty="0"/>
              <a:t>Cost estimates</a:t>
            </a:r>
          </a:p>
          <a:p>
            <a:pPr marL="457200" indent="-457200">
              <a:buFontTx/>
              <a:buChar char="-"/>
            </a:pPr>
            <a:r>
              <a:rPr lang="en-US" dirty="0"/>
              <a:t>…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EC29FC-657A-0568-C63F-F77DAD35E3D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Consider:</a:t>
            </a:r>
          </a:p>
          <a:p>
            <a:pPr marL="457200" indent="-457200">
              <a:buFontTx/>
              <a:buChar char="-"/>
            </a:pPr>
            <a:r>
              <a:rPr lang="en-US" dirty="0"/>
              <a:t>Historical data</a:t>
            </a:r>
          </a:p>
          <a:p>
            <a:pPr marL="457200" indent="-457200">
              <a:buFontTx/>
              <a:buChar char="-"/>
            </a:pPr>
            <a:r>
              <a:rPr lang="en-US" dirty="0"/>
              <a:t>Market research</a:t>
            </a:r>
          </a:p>
          <a:p>
            <a:pPr marL="457200" indent="-457200">
              <a:buFontTx/>
              <a:buChar char="-"/>
            </a:pPr>
            <a:r>
              <a:rPr lang="en-US" dirty="0"/>
              <a:t>Expert opinion</a:t>
            </a:r>
          </a:p>
          <a:p>
            <a:pPr marL="457200" indent="-457200">
              <a:buFontTx/>
              <a:buChar char="-"/>
            </a:pPr>
            <a:r>
              <a:rPr lang="en-US" dirty="0"/>
              <a:t>…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895969-C543-C009-89DB-D0FBFD09924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Uncertainty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29CD29D-971D-545E-60CF-C252A4AE1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01901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8A6E9D4-CE2B-745F-64B4-A2C37E054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u="none" strike="noStrike" dirty="0">
                <a:solidFill>
                  <a:srgbClr val="000000"/>
                </a:solidFill>
                <a:effectLst/>
              </a:rPr>
              <a:t>Expected Value (EV) = ∑ (Probability of Outcome × Value of Outcome)</a:t>
            </a:r>
          </a:p>
          <a:p>
            <a:endParaRPr lang="en-US" dirty="0">
              <a:solidFill>
                <a:srgbClr val="000000"/>
              </a:solidFill>
            </a:endParaRPr>
          </a:p>
          <a:p>
            <a:r>
              <a:rPr lang="en-US" dirty="0">
                <a:solidFill>
                  <a:srgbClr val="000000"/>
                </a:solidFill>
              </a:rPr>
              <a:t>Example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40% chance of earning $100,000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0000"/>
                </a:solidFill>
              </a:rPr>
              <a:t>60% chance of earning $60,000</a:t>
            </a:r>
          </a:p>
          <a:p>
            <a:pPr>
              <a:buFontTx/>
              <a:buChar char="-"/>
            </a:pPr>
            <a:endParaRPr lang="en-US" dirty="0">
              <a:solidFill>
                <a:srgbClr val="000000"/>
              </a:solidFill>
            </a:endParaRPr>
          </a:p>
          <a:p>
            <a:pPr marL="0" indent="0"/>
            <a:r>
              <a:rPr lang="en-US" dirty="0">
                <a:solidFill>
                  <a:srgbClr val="000000"/>
                </a:solidFill>
              </a:rPr>
              <a:t>EV 	= (0.4 * $100,000) + (0.6 * $60,000)</a:t>
            </a:r>
          </a:p>
          <a:p>
            <a:pPr marL="0" indent="0"/>
            <a:r>
              <a:rPr lang="en-US" dirty="0"/>
              <a:t>	= $40,000 + $36,000 = $76,000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6479F3-8174-0602-3AAC-123A0489C7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Probabilistic Model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FCA33D1B-A4DA-E30E-A9A4-EEA81C5D3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70006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CE348-EE75-376A-44D5-248ED83F9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C65B3-3F98-C3A4-1016-5BCB0B3C2F0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</p:spTree>
    <p:extLst>
      <p:ext uri="{BB962C8B-B14F-4D97-AF65-F5344CB8AC3E}">
        <p14:creationId xmlns:p14="http://schemas.microsoft.com/office/powerpoint/2010/main" val="3318282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00350-31B4-2235-922E-44E89B5984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b="1" u="sng" dirty="0"/>
              <a:t>You need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Optimize a database query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Fix a memory leak that crashes servers intermittently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Implement automation test cases for a new feature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Migrate from an old API to a new authentication protocol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Build a deployment pipeline to reduce release cycles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43094E-2089-4682-7F81-2541D034EE7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b="1" u="sng" dirty="0"/>
              <a:t>Think of:</a:t>
            </a:r>
          </a:p>
          <a:p>
            <a:pPr>
              <a:buFontTx/>
              <a:buChar char="-"/>
            </a:pPr>
            <a:r>
              <a:rPr lang="en-US" sz="2400" dirty="0"/>
              <a:t>How will this make/ save money? Short term and/ or Long term?</a:t>
            </a:r>
          </a:p>
          <a:p>
            <a:pPr>
              <a:buFontTx/>
              <a:buChar char="-"/>
            </a:pPr>
            <a:r>
              <a:rPr lang="en-US" sz="2400" dirty="0"/>
              <a:t>How will it improve customer experience ?</a:t>
            </a:r>
          </a:p>
          <a:p>
            <a:pPr>
              <a:buFontTx/>
              <a:buChar char="-"/>
            </a:pPr>
            <a:r>
              <a:rPr lang="en-US" sz="2400" dirty="0"/>
              <a:t>How will it improve trust?</a:t>
            </a:r>
          </a:p>
          <a:p>
            <a:pPr>
              <a:buFontTx/>
              <a:buChar char="-"/>
            </a:pPr>
            <a:r>
              <a:rPr lang="en-US" sz="2400" dirty="0"/>
              <a:t>How will it reduce risk? What risk?</a:t>
            </a:r>
          </a:p>
          <a:p>
            <a:pPr>
              <a:buFontTx/>
              <a:buChar char="-"/>
            </a:pPr>
            <a:r>
              <a:rPr lang="en-US" sz="2400" dirty="0"/>
              <a:t>…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9D5009-01B3-AE16-3F37-074FB255279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Some Scenarios</a:t>
            </a:r>
          </a:p>
        </p:txBody>
      </p:sp>
    </p:spTree>
    <p:extLst>
      <p:ext uri="{BB962C8B-B14F-4D97-AF65-F5344CB8AC3E}">
        <p14:creationId xmlns:p14="http://schemas.microsoft.com/office/powerpoint/2010/main" val="11789610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DC375-82B8-82B5-EE60-B36183736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4FC17-0D1A-2FD1-D535-E5A48830C29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Value Estimation Risks</a:t>
            </a:r>
          </a:p>
        </p:txBody>
      </p:sp>
    </p:spTree>
    <p:extLst>
      <p:ext uri="{BB962C8B-B14F-4D97-AF65-F5344CB8AC3E}">
        <p14:creationId xmlns:p14="http://schemas.microsoft.com/office/powerpoint/2010/main" val="10579175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B44665-CB05-0C65-47F9-7EDADF6E0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493838"/>
            <a:ext cx="10972800" cy="4525963"/>
          </a:xfrm>
        </p:spPr>
        <p:txBody>
          <a:bodyPr/>
          <a:lstStyle/>
          <a:p>
            <a:pPr>
              <a:buFontTx/>
              <a:buChar char="-"/>
            </a:pPr>
            <a:r>
              <a:rPr lang="en-IN" dirty="0"/>
              <a:t>Overestimate – Overconfidence/ Optimism</a:t>
            </a:r>
          </a:p>
          <a:p>
            <a:pPr>
              <a:buFontTx/>
              <a:buChar char="-"/>
            </a:pPr>
            <a:r>
              <a:rPr lang="en-IN" dirty="0"/>
              <a:t>Ignoring unknowns</a:t>
            </a:r>
          </a:p>
          <a:p>
            <a:pPr>
              <a:buFontTx/>
              <a:buChar char="-"/>
            </a:pPr>
            <a:r>
              <a:rPr lang="en-IN" dirty="0"/>
              <a:t>Reliable historic data</a:t>
            </a:r>
          </a:p>
          <a:p>
            <a:pPr>
              <a:buFontTx/>
              <a:buChar char="-"/>
            </a:pPr>
            <a:r>
              <a:rPr lang="en-IN" dirty="0"/>
              <a:t>Pressure induced errors</a:t>
            </a:r>
          </a:p>
          <a:p>
            <a:pPr>
              <a:buFontTx/>
              <a:buChar char="-"/>
            </a:pPr>
            <a:r>
              <a:rPr lang="en-IN" dirty="0"/>
              <a:t>Confirmation bias</a:t>
            </a:r>
            <a:r>
              <a:rPr lang="en-US" dirty="0"/>
              <a:t> </a:t>
            </a:r>
          </a:p>
          <a:p>
            <a:pPr>
              <a:buFontTx/>
              <a:buChar char="-"/>
            </a:pPr>
            <a:r>
              <a:rPr lang="en-US" dirty="0"/>
              <a:t>Overly complicated models</a:t>
            </a:r>
          </a:p>
          <a:p>
            <a:pPr>
              <a:buFontTx/>
              <a:buChar char="-"/>
            </a:pPr>
            <a:r>
              <a:rPr lang="en-US" dirty="0"/>
              <a:t>Validating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F4223-3FC7-8A76-FAF7-D2A9D5EB016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/>
          <a:lstStyle/>
          <a:p>
            <a:r>
              <a:rPr lang="en-US" dirty="0"/>
              <a:t>What Can Go Wrong?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81CA1E2-5B34-A9AF-BD88-AEA5FB385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6400" y="6596063"/>
            <a:ext cx="660400" cy="2619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>
              <a:defRPr sz="1050">
                <a:solidFill>
                  <a:srgbClr val="898989"/>
                </a:solidFill>
              </a:defRPr>
            </a:lvl1pPr>
          </a:lstStyle>
          <a:p>
            <a:fld id="{614D22B9-C88A-F74D-986E-88AF5B093992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35082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Yellow question mark">
            <a:extLst>
              <a:ext uri="{FF2B5EF4-FFF2-40B4-BE49-F238E27FC236}">
                <a16:creationId xmlns:a16="http://schemas.microsoft.com/office/drawing/2014/main" id="{945051E4-7DF1-B8D8-8CED-FBB80F8B84C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220" b="24035"/>
          <a:stretch/>
        </p:blipFill>
        <p:spPr>
          <a:xfrm>
            <a:off x="406400" y="1493838"/>
            <a:ext cx="10972800" cy="4525963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EBE-E629-CB0D-C790-59E04B28EFE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06400" y="152400"/>
            <a:ext cx="8432800" cy="11430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Questions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81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F12238A47FFD45821235F014964B92" ma:contentTypeVersion="7" ma:contentTypeDescription="Create a new document." ma:contentTypeScope="" ma:versionID="524f645c567f48f68415b738ed3c3e5a">
  <xsd:schema xmlns:xsd="http://www.w3.org/2001/XMLSchema" xmlns:xs="http://www.w3.org/2001/XMLSchema" xmlns:p="http://schemas.microsoft.com/office/2006/metadata/properties" xmlns:ns2="62c752f1-bd77-4b32-bcd5-44afe1204fc4" targetNamespace="http://schemas.microsoft.com/office/2006/metadata/properties" ma:root="true" ma:fieldsID="ad7003b6bdea35659c5076b91058063b" ns2:_="">
    <xsd:import namespace="62c752f1-bd77-4b32-bcd5-44afe1204f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c752f1-bd77-4b32-bcd5-44afe1204fc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4447F34-9E86-44F2-B3D6-BA3E2F3E46C0}"/>
</file>

<file path=customXml/itemProps2.xml><?xml version="1.0" encoding="utf-8"?>
<ds:datastoreItem xmlns:ds="http://schemas.openxmlformats.org/officeDocument/2006/customXml" ds:itemID="{68D7E4DC-C964-4713-9CE8-3C821BC63C61}"/>
</file>

<file path=customXml/itemProps3.xml><?xml version="1.0" encoding="utf-8"?>
<ds:datastoreItem xmlns:ds="http://schemas.openxmlformats.org/officeDocument/2006/customXml" ds:itemID="{4CF2C131-DC14-4583-A3D7-EAA6FCE5FA2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12801</TotalTime>
  <Words>727</Words>
  <Application>Microsoft Macintosh PowerPoint</Application>
  <PresentationFormat>Widescreen</PresentationFormat>
  <Paragraphs>214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Montserrat</vt:lpstr>
      <vt:lpstr>Office Theme</vt:lpstr>
      <vt:lpstr>Communication, Estimation &amp; Negotiation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Rahul Mohandas (RMd)</cp:lastModifiedBy>
  <cp:revision>116</cp:revision>
  <dcterms:created xsi:type="dcterms:W3CDTF">2011-09-14T09:42:05Z</dcterms:created>
  <dcterms:modified xsi:type="dcterms:W3CDTF">2025-09-07T02:48:02Z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0x010100C2F12238A47FFD45821235F014964B92</vt:lpwstr>
  </property>
</Properties>
</file>