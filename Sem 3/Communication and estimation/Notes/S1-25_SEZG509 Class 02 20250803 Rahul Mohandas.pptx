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0" r:id="rId2"/>
    <p:sldId id="257" r:id="rId3"/>
    <p:sldId id="4194" r:id="rId4"/>
    <p:sldId id="4195" r:id="rId5"/>
    <p:sldId id="4196" r:id="rId6"/>
    <p:sldId id="4197" r:id="rId7"/>
    <p:sldId id="4198" r:id="rId8"/>
    <p:sldId id="4199" r:id="rId9"/>
    <p:sldId id="4200" r:id="rId10"/>
    <p:sldId id="4201" r:id="rId11"/>
    <p:sldId id="4202" r:id="rId12"/>
    <p:sldId id="4203" r:id="rId13"/>
    <p:sldId id="4204" r:id="rId14"/>
    <p:sldId id="4205" r:id="rId15"/>
    <p:sldId id="4223" r:id="rId16"/>
    <p:sldId id="4224" r:id="rId17"/>
    <p:sldId id="4206" r:id="rId18"/>
    <p:sldId id="4179" r:id="rId19"/>
    <p:sldId id="4210" r:id="rId20"/>
    <p:sldId id="4217" r:id="rId21"/>
    <p:sldId id="4220" r:id="rId22"/>
    <p:sldId id="4221" r:id="rId23"/>
    <p:sldId id="4222" r:id="rId24"/>
    <p:sldId id="4219" r:id="rId25"/>
    <p:sldId id="4207" r:id="rId26"/>
    <p:sldId id="4214" r:id="rId27"/>
    <p:sldId id="4215" r:id="rId28"/>
    <p:sldId id="4211" r:id="rId29"/>
    <p:sldId id="4216" r:id="rId30"/>
    <p:sldId id="4212" r:id="rId31"/>
    <p:sldId id="4213" r:id="rId32"/>
    <p:sldId id="4208" r:id="rId33"/>
    <p:sldId id="4209" r:id="rId34"/>
    <p:sldId id="4174" r:id="rId3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CBE18-2C0F-7340-9B43-CB2EBB43C8A1}" v="13" dt="2025-08-02T16:26:29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87"/>
    <p:restoredTop sz="78699"/>
  </p:normalViewPr>
  <p:slideViewPr>
    <p:cSldViewPr showGuides="1">
      <p:cViewPr varScale="1">
        <p:scale>
          <a:sx n="94" d="100"/>
          <a:sy n="94" d="100"/>
        </p:scale>
        <p:origin x="1584" y="192"/>
      </p:cViewPr>
      <p:guideLst>
        <p:guide orient="horz" pos="388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ohandas (RMd)" userId="cdc53f0a-00cb-4490-8a90-22675af5e74d" providerId="ADAL" clId="{A6ACBE18-2C0F-7340-9B43-CB2EBB43C8A1}"/>
    <pc:docChg chg="undo custSel addSld modSld">
      <pc:chgData name="Rahul Mohandas (RMd)" userId="cdc53f0a-00cb-4490-8a90-22675af5e74d" providerId="ADAL" clId="{A6ACBE18-2C0F-7340-9B43-CB2EBB43C8A1}" dt="2025-08-02T16:30:43.682" v="144" actId="20577"/>
      <pc:docMkLst>
        <pc:docMk/>
      </pc:docMkLst>
      <pc:sldChg chg="modSp mod">
        <pc:chgData name="Rahul Mohandas (RMd)" userId="cdc53f0a-00cb-4490-8a90-22675af5e74d" providerId="ADAL" clId="{A6ACBE18-2C0F-7340-9B43-CB2EBB43C8A1}" dt="2025-08-02T16:30:43.682" v="144" actId="20577"/>
        <pc:sldMkLst>
          <pc:docMk/>
          <pc:sldMk cId="0" sldId="257"/>
        </pc:sldMkLst>
        <pc:spChg chg="mod">
          <ac:chgData name="Rahul Mohandas (RMd)" userId="cdc53f0a-00cb-4490-8a90-22675af5e74d" providerId="ADAL" clId="{A6ACBE18-2C0F-7340-9B43-CB2EBB43C8A1}" dt="2025-08-02T16:30:43.682" v="144" actId="20577"/>
          <ac:spMkLst>
            <pc:docMk/>
            <pc:sldMk cId="0" sldId="257"/>
            <ac:spMk id="2" creationId="{056F6331-FA13-C3D2-E2AC-DE29B104FF03}"/>
          </ac:spMkLst>
        </pc:spChg>
      </pc:sldChg>
      <pc:sldChg chg="modSp">
        <pc:chgData name="Rahul Mohandas (RMd)" userId="cdc53f0a-00cb-4490-8a90-22675af5e74d" providerId="ADAL" clId="{A6ACBE18-2C0F-7340-9B43-CB2EBB43C8A1}" dt="2025-08-02T16:19:57.242" v="26" actId="20577"/>
        <pc:sldMkLst>
          <pc:docMk/>
          <pc:sldMk cId="144442403" sldId="4195"/>
        </pc:sldMkLst>
        <pc:graphicFrameChg chg="mod">
          <ac:chgData name="Rahul Mohandas (RMd)" userId="cdc53f0a-00cb-4490-8a90-22675af5e74d" providerId="ADAL" clId="{A6ACBE18-2C0F-7340-9B43-CB2EBB43C8A1}" dt="2025-08-02T16:19:57.242" v="26" actId="20577"/>
          <ac:graphicFrameMkLst>
            <pc:docMk/>
            <pc:sldMk cId="144442403" sldId="4195"/>
            <ac:graphicFrameMk id="4" creationId="{3A608DC9-48A2-FDF1-D403-34C253BC9EB4}"/>
          </ac:graphicFrameMkLst>
        </pc:graphicFrameChg>
      </pc:sldChg>
      <pc:sldChg chg="modSp mod">
        <pc:chgData name="Rahul Mohandas (RMd)" userId="cdc53f0a-00cb-4490-8a90-22675af5e74d" providerId="ADAL" clId="{A6ACBE18-2C0F-7340-9B43-CB2EBB43C8A1}" dt="2025-08-02T16:24:48.949" v="112" actId="33524"/>
        <pc:sldMkLst>
          <pc:docMk/>
          <pc:sldMk cId="4268223099" sldId="4207"/>
        </pc:sldMkLst>
        <pc:graphicFrameChg chg="modGraphic">
          <ac:chgData name="Rahul Mohandas (RMd)" userId="cdc53f0a-00cb-4490-8a90-22675af5e74d" providerId="ADAL" clId="{A6ACBE18-2C0F-7340-9B43-CB2EBB43C8A1}" dt="2025-08-02T16:24:48.949" v="112" actId="33524"/>
          <ac:graphicFrameMkLst>
            <pc:docMk/>
            <pc:sldMk cId="4268223099" sldId="4207"/>
            <ac:graphicFrameMk id="5" creationId="{AF9FF360-7CFD-922D-6265-0C5A066DE7E7}"/>
          </ac:graphicFrameMkLst>
        </pc:graphicFrameChg>
      </pc:sldChg>
      <pc:sldChg chg="addSp delSp modSp mod">
        <pc:chgData name="Rahul Mohandas (RMd)" userId="cdc53f0a-00cb-4490-8a90-22675af5e74d" providerId="ADAL" clId="{A6ACBE18-2C0F-7340-9B43-CB2EBB43C8A1}" dt="2025-08-02T16:26:32.355" v="120" actId="478"/>
        <pc:sldMkLst>
          <pc:docMk/>
          <pc:sldMk cId="389113519" sldId="4215"/>
        </pc:sldMkLst>
        <pc:spChg chg="add del mod">
          <ac:chgData name="Rahul Mohandas (RMd)" userId="cdc53f0a-00cb-4490-8a90-22675af5e74d" providerId="ADAL" clId="{A6ACBE18-2C0F-7340-9B43-CB2EBB43C8A1}" dt="2025-08-02T16:26:32.355" v="120" actId="478"/>
          <ac:spMkLst>
            <pc:docMk/>
            <pc:sldMk cId="389113519" sldId="4215"/>
            <ac:spMk id="2" creationId="{538374AC-846A-6B26-4691-5BC4042B99D6}"/>
          </ac:spMkLst>
        </pc:spChg>
        <pc:graphicFrameChg chg="modGraphic">
          <ac:chgData name="Rahul Mohandas (RMd)" userId="cdc53f0a-00cb-4490-8a90-22675af5e74d" providerId="ADAL" clId="{A6ACBE18-2C0F-7340-9B43-CB2EBB43C8A1}" dt="2025-08-02T16:26:25.927" v="118" actId="20577"/>
          <ac:graphicFrameMkLst>
            <pc:docMk/>
            <pc:sldMk cId="389113519" sldId="4215"/>
            <ac:graphicFrameMk id="5" creationId="{47004BD4-76F5-AF17-DD0F-FE06719ECC91}"/>
          </ac:graphicFrameMkLst>
        </pc:graphicFrameChg>
      </pc:sldChg>
      <pc:sldChg chg="modSp mod">
        <pc:chgData name="Rahul Mohandas (RMd)" userId="cdc53f0a-00cb-4490-8a90-22675af5e74d" providerId="ADAL" clId="{A6ACBE18-2C0F-7340-9B43-CB2EBB43C8A1}" dt="2025-08-02T16:26:51.420" v="123" actId="20577"/>
        <pc:sldMkLst>
          <pc:docMk/>
          <pc:sldMk cId="2701755010" sldId="4216"/>
        </pc:sldMkLst>
        <pc:graphicFrameChg chg="modGraphic">
          <ac:chgData name="Rahul Mohandas (RMd)" userId="cdc53f0a-00cb-4490-8a90-22675af5e74d" providerId="ADAL" clId="{A6ACBE18-2C0F-7340-9B43-CB2EBB43C8A1}" dt="2025-08-02T16:26:51.420" v="123" actId="20577"/>
          <ac:graphicFrameMkLst>
            <pc:docMk/>
            <pc:sldMk cId="2701755010" sldId="4216"/>
            <ac:graphicFrameMk id="6" creationId="{1BC5E37E-9055-6924-E183-69BDE22A5F52}"/>
          </ac:graphicFrameMkLst>
        </pc:graphicFrameChg>
      </pc:sldChg>
      <pc:sldChg chg="modSp mod">
        <pc:chgData name="Rahul Mohandas (RMd)" userId="cdc53f0a-00cb-4490-8a90-22675af5e74d" providerId="ADAL" clId="{A6ACBE18-2C0F-7340-9B43-CB2EBB43C8A1}" dt="2025-08-02T16:22:38.908" v="108" actId="1036"/>
        <pc:sldMkLst>
          <pc:docMk/>
          <pc:sldMk cId="641580140" sldId="4217"/>
        </pc:sldMkLst>
        <pc:spChg chg="mod">
          <ac:chgData name="Rahul Mohandas (RMd)" userId="cdc53f0a-00cb-4490-8a90-22675af5e74d" providerId="ADAL" clId="{A6ACBE18-2C0F-7340-9B43-CB2EBB43C8A1}" dt="2025-08-02T16:22:36.005" v="106" actId="20577"/>
          <ac:spMkLst>
            <pc:docMk/>
            <pc:sldMk cId="641580140" sldId="4217"/>
            <ac:spMk id="2" creationId="{E4199602-39FA-3280-8225-67E7F47D3D72}"/>
          </ac:spMkLst>
        </pc:spChg>
        <pc:spChg chg="mod">
          <ac:chgData name="Rahul Mohandas (RMd)" userId="cdc53f0a-00cb-4490-8a90-22675af5e74d" providerId="ADAL" clId="{A6ACBE18-2C0F-7340-9B43-CB2EBB43C8A1}" dt="2025-08-02T16:22:38.908" v="108" actId="1036"/>
          <ac:spMkLst>
            <pc:docMk/>
            <pc:sldMk cId="641580140" sldId="4217"/>
            <ac:spMk id="11" creationId="{7FB014FD-DFB4-BBF2-D74F-3BE68EFDB2E8}"/>
          </ac:spMkLst>
        </pc:spChg>
        <pc:spChg chg="mod">
          <ac:chgData name="Rahul Mohandas (RMd)" userId="cdc53f0a-00cb-4490-8a90-22675af5e74d" providerId="ADAL" clId="{A6ACBE18-2C0F-7340-9B43-CB2EBB43C8A1}" dt="2025-08-02T16:22:38.908" v="108" actId="1036"/>
          <ac:spMkLst>
            <pc:docMk/>
            <pc:sldMk cId="641580140" sldId="4217"/>
            <ac:spMk id="12" creationId="{07F41D0A-6B76-F242-0131-79C5D4A0BFB1}"/>
          </ac:spMkLst>
        </pc:spChg>
      </pc:sldChg>
      <pc:sldChg chg="modSp mod">
        <pc:chgData name="Rahul Mohandas (RMd)" userId="cdc53f0a-00cb-4490-8a90-22675af5e74d" providerId="ADAL" clId="{A6ACBE18-2C0F-7340-9B43-CB2EBB43C8A1}" dt="2025-08-02T16:17:37.206" v="15" actId="20577"/>
        <pc:sldMkLst>
          <pc:docMk/>
          <pc:sldMk cId="1793993741" sldId="4223"/>
        </pc:sldMkLst>
        <pc:spChg chg="mod">
          <ac:chgData name="Rahul Mohandas (RMd)" userId="cdc53f0a-00cb-4490-8a90-22675af5e74d" providerId="ADAL" clId="{A6ACBE18-2C0F-7340-9B43-CB2EBB43C8A1}" dt="2025-08-02T16:17:28.245" v="11" actId="20577"/>
          <ac:spMkLst>
            <pc:docMk/>
            <pc:sldMk cId="1793993741" sldId="4223"/>
            <ac:spMk id="5" creationId="{ED1EEFB7-2021-5B4D-8833-C44FC2E41807}"/>
          </ac:spMkLst>
        </pc:spChg>
        <pc:spChg chg="mod">
          <ac:chgData name="Rahul Mohandas (RMd)" userId="cdc53f0a-00cb-4490-8a90-22675af5e74d" providerId="ADAL" clId="{A6ACBE18-2C0F-7340-9B43-CB2EBB43C8A1}" dt="2025-08-02T16:17:37.206" v="15" actId="20577"/>
          <ac:spMkLst>
            <pc:docMk/>
            <pc:sldMk cId="1793993741" sldId="4223"/>
            <ac:spMk id="6" creationId="{89C2FE2A-D711-7B42-FFA9-B44168490606}"/>
          </ac:spMkLst>
        </pc:spChg>
      </pc:sldChg>
      <pc:sldChg chg="add">
        <pc:chgData name="Rahul Mohandas (RMd)" userId="cdc53f0a-00cb-4490-8a90-22675af5e74d" providerId="ADAL" clId="{A6ACBE18-2C0F-7340-9B43-CB2EBB43C8A1}" dt="2025-08-02T16:17:22.734" v="9"/>
        <pc:sldMkLst>
          <pc:docMk/>
          <pc:sldMk cId="3468201722" sldId="4224"/>
        </pc:sldMkLst>
      </pc:sldChg>
    </pc:docChg>
  </pc:docChgLst>
  <pc:docChgLst>
    <pc:chgData name="Rahul Mohandas (RMd)" userId="cdc53f0a-00cb-4490-8a90-22675af5e74d" providerId="ADAL" clId="{27642D6F-5C6D-E94E-8259-BB6042076223}"/>
    <pc:docChg chg="undo redo custSel addSld delSld modSld sldOrd">
      <pc:chgData name="Rahul Mohandas (RMd)" userId="cdc53f0a-00cb-4490-8a90-22675af5e74d" providerId="ADAL" clId="{27642D6F-5C6D-E94E-8259-BB6042076223}" dt="2024-08-04T12:21:58.530" v="5587" actId="20577"/>
      <pc:docMkLst>
        <pc:docMk/>
      </pc:docMkLst>
      <pc:sldChg chg="modSp mod">
        <pc:chgData name="Rahul Mohandas (RMd)" userId="cdc53f0a-00cb-4490-8a90-22675af5e74d" providerId="ADAL" clId="{27642D6F-5C6D-E94E-8259-BB6042076223}" dt="2024-08-01T13:59:06.986" v="6" actId="20577"/>
        <pc:sldMkLst>
          <pc:docMk/>
          <pc:sldMk cId="0" sldId="257"/>
        </pc:sldMkLst>
      </pc:sldChg>
      <pc:sldChg chg="modSp mod">
        <pc:chgData name="Rahul Mohandas (RMd)" userId="cdc53f0a-00cb-4490-8a90-22675af5e74d" providerId="ADAL" clId="{27642D6F-5C6D-E94E-8259-BB6042076223}" dt="2024-08-04T03:52:40.835" v="2322"/>
        <pc:sldMkLst>
          <pc:docMk/>
          <pc:sldMk cId="2301697734" sldId="262"/>
        </pc:sldMkLst>
      </pc:sldChg>
      <pc:sldChg chg="del">
        <pc:chgData name="Rahul Mohandas (RMd)" userId="cdc53f0a-00cb-4490-8a90-22675af5e74d" providerId="ADAL" clId="{27642D6F-5C6D-E94E-8259-BB6042076223}" dt="2024-08-01T13:59:48.404" v="35" actId="2696"/>
        <pc:sldMkLst>
          <pc:docMk/>
          <pc:sldMk cId="3607683791" sldId="263"/>
        </pc:sldMkLst>
      </pc:sldChg>
      <pc:sldChg chg="del">
        <pc:chgData name="Rahul Mohandas (RMd)" userId="cdc53f0a-00cb-4490-8a90-22675af5e74d" providerId="ADAL" clId="{27642D6F-5C6D-E94E-8259-BB6042076223}" dt="2024-08-01T13:59:50.742" v="40" actId="2696"/>
        <pc:sldMkLst>
          <pc:docMk/>
          <pc:sldMk cId="772219433" sldId="293"/>
        </pc:sldMkLst>
      </pc:sldChg>
      <pc:sldChg chg="add">
        <pc:chgData name="Rahul Mohandas (RMd)" userId="cdc53f0a-00cb-4490-8a90-22675af5e74d" providerId="ADAL" clId="{27642D6F-5C6D-E94E-8259-BB6042076223}" dt="2024-08-01T14:01:54.392" v="52"/>
        <pc:sldMkLst>
          <pc:docMk/>
          <pc:sldMk cId="0" sldId="294"/>
        </pc:sldMkLst>
      </pc:sldChg>
      <pc:sldChg chg="add">
        <pc:chgData name="Rahul Mohandas (RMd)" userId="cdc53f0a-00cb-4490-8a90-22675af5e74d" providerId="ADAL" clId="{27642D6F-5C6D-E94E-8259-BB6042076223}" dt="2024-08-01T14:01:54.392" v="52"/>
        <pc:sldMkLst>
          <pc:docMk/>
          <pc:sldMk cId="0" sldId="295"/>
        </pc:sldMkLst>
      </pc:sldChg>
      <pc:sldChg chg="add ord">
        <pc:chgData name="Rahul Mohandas (RMd)" userId="cdc53f0a-00cb-4490-8a90-22675af5e74d" providerId="ADAL" clId="{27642D6F-5C6D-E94E-8259-BB6042076223}" dt="2024-08-01T14:02:04.280" v="54" actId="20578"/>
        <pc:sldMkLst>
          <pc:docMk/>
          <pc:sldMk cId="0" sldId="296"/>
        </pc:sldMkLst>
      </pc:sldChg>
      <pc:sldChg chg="modSp add mod">
        <pc:chgData name="Rahul Mohandas (RMd)" userId="cdc53f0a-00cb-4490-8a90-22675af5e74d" providerId="ADAL" clId="{27642D6F-5C6D-E94E-8259-BB6042076223}" dt="2024-08-03T13:52:43.936" v="1978" actId="207"/>
        <pc:sldMkLst>
          <pc:docMk/>
          <pc:sldMk cId="0" sldId="297"/>
        </pc:sldMkLst>
      </pc:sldChg>
      <pc:sldChg chg="add del">
        <pc:chgData name="Rahul Mohandas (RMd)" userId="cdc53f0a-00cb-4490-8a90-22675af5e74d" providerId="ADAL" clId="{27642D6F-5C6D-E94E-8259-BB6042076223}" dt="2024-08-04T03:53:05.252" v="2323" actId="2696"/>
        <pc:sldMkLst>
          <pc:docMk/>
          <pc:sldMk cId="1807058818" sldId="300"/>
        </pc:sldMkLst>
      </pc:sldChg>
      <pc:sldChg chg="add del modNotesTx">
        <pc:chgData name="Rahul Mohandas (RMd)" userId="cdc53f0a-00cb-4490-8a90-22675af5e74d" providerId="ADAL" clId="{27642D6F-5C6D-E94E-8259-BB6042076223}" dt="2024-08-04T12:21:58.530" v="5587" actId="20577"/>
        <pc:sldMkLst>
          <pc:docMk/>
          <pc:sldMk cId="3529612723" sldId="301"/>
        </pc:sldMkLst>
      </pc:sldChg>
      <pc:sldChg chg="del">
        <pc:chgData name="Rahul Mohandas (RMd)" userId="cdc53f0a-00cb-4490-8a90-22675af5e74d" providerId="ADAL" clId="{27642D6F-5C6D-E94E-8259-BB6042076223}" dt="2024-08-01T13:59:48.372" v="32" actId="2696"/>
        <pc:sldMkLst>
          <pc:docMk/>
          <pc:sldMk cId="2363286591" sldId="4124"/>
        </pc:sldMkLst>
      </pc:sldChg>
      <pc:sldChg chg="del">
        <pc:chgData name="Rahul Mohandas (RMd)" userId="cdc53f0a-00cb-4490-8a90-22675af5e74d" providerId="ADAL" clId="{27642D6F-5C6D-E94E-8259-BB6042076223}" dt="2024-08-01T13:59:51.184" v="41" actId="2696"/>
        <pc:sldMkLst>
          <pc:docMk/>
          <pc:sldMk cId="2700900967" sldId="4127"/>
        </pc:sldMkLst>
      </pc:sldChg>
      <pc:sldChg chg="del">
        <pc:chgData name="Rahul Mohandas (RMd)" userId="cdc53f0a-00cb-4490-8a90-22675af5e74d" providerId="ADAL" clId="{27642D6F-5C6D-E94E-8259-BB6042076223}" dt="2024-08-01T13:59:48.370" v="31" actId="2696"/>
        <pc:sldMkLst>
          <pc:docMk/>
          <pc:sldMk cId="1041053728" sldId="4148"/>
        </pc:sldMkLst>
      </pc:sldChg>
      <pc:sldChg chg="del">
        <pc:chgData name="Rahul Mohandas (RMd)" userId="cdc53f0a-00cb-4490-8a90-22675af5e74d" providerId="ADAL" clId="{27642D6F-5C6D-E94E-8259-BB6042076223}" dt="2024-08-01T13:59:48.408" v="36" actId="2696"/>
        <pc:sldMkLst>
          <pc:docMk/>
          <pc:sldMk cId="2653173988" sldId="4153"/>
        </pc:sldMkLst>
      </pc:sldChg>
      <pc:sldChg chg="del">
        <pc:chgData name="Rahul Mohandas (RMd)" userId="cdc53f0a-00cb-4490-8a90-22675af5e74d" providerId="ADAL" clId="{27642D6F-5C6D-E94E-8259-BB6042076223}" dt="2024-08-01T13:59:48.409" v="37" actId="2696"/>
        <pc:sldMkLst>
          <pc:docMk/>
          <pc:sldMk cId="3536281384" sldId="4156"/>
        </pc:sldMkLst>
      </pc:sldChg>
      <pc:sldChg chg="del">
        <pc:chgData name="Rahul Mohandas (RMd)" userId="cdc53f0a-00cb-4490-8a90-22675af5e74d" providerId="ADAL" clId="{27642D6F-5C6D-E94E-8259-BB6042076223}" dt="2024-08-01T13:59:48.415" v="38" actId="2696"/>
        <pc:sldMkLst>
          <pc:docMk/>
          <pc:sldMk cId="3956292136" sldId="4157"/>
        </pc:sldMkLst>
      </pc:sldChg>
      <pc:sldChg chg="addSp delSp modSp add del mod chgLayout">
        <pc:chgData name="Rahul Mohandas (RMd)" userId="cdc53f0a-00cb-4490-8a90-22675af5e74d" providerId="ADAL" clId="{27642D6F-5C6D-E94E-8259-BB6042076223}" dt="2024-08-04T12:13:49.979" v="5031" actId="2696"/>
        <pc:sldMkLst>
          <pc:docMk/>
          <pc:sldMk cId="3832112072" sldId="4170"/>
        </pc:sldMkLst>
      </pc:sldChg>
      <pc:sldChg chg="add del">
        <pc:chgData name="Rahul Mohandas (RMd)" userId="cdc53f0a-00cb-4490-8a90-22675af5e74d" providerId="ADAL" clId="{27642D6F-5C6D-E94E-8259-BB6042076223}" dt="2024-08-04T12:13:50.720" v="5032" actId="2696"/>
        <pc:sldMkLst>
          <pc:docMk/>
          <pc:sldMk cId="1404816291" sldId="4174"/>
        </pc:sldMkLst>
      </pc:sldChg>
      <pc:sldChg chg="modSp new mod modNotesTx">
        <pc:chgData name="Rahul Mohandas (RMd)" userId="cdc53f0a-00cb-4490-8a90-22675af5e74d" providerId="ADAL" clId="{27642D6F-5C6D-E94E-8259-BB6042076223}" dt="2024-08-04T06:15:47.609" v="3247" actId="20577"/>
        <pc:sldMkLst>
          <pc:docMk/>
          <pc:sldMk cId="1715918371" sldId="4175"/>
        </pc:sldMkLst>
      </pc:sldChg>
      <pc:sldChg chg="new del">
        <pc:chgData name="Rahul Mohandas (RMd)" userId="cdc53f0a-00cb-4490-8a90-22675af5e74d" providerId="ADAL" clId="{27642D6F-5C6D-E94E-8259-BB6042076223}" dt="2024-08-01T14:01:56.300" v="53" actId="2696"/>
        <pc:sldMkLst>
          <pc:docMk/>
          <pc:sldMk cId="2934423065" sldId="4175"/>
        </pc:sldMkLst>
      </pc:sldChg>
      <pc:sldChg chg="modSp new mod modNotesTx">
        <pc:chgData name="Rahul Mohandas (RMd)" userId="cdc53f0a-00cb-4490-8a90-22675af5e74d" providerId="ADAL" clId="{27642D6F-5C6D-E94E-8259-BB6042076223}" dt="2024-08-04T12:21:37.947" v="5586" actId="20577"/>
        <pc:sldMkLst>
          <pc:docMk/>
          <pc:sldMk cId="39210274" sldId="4176"/>
        </pc:sldMkLst>
      </pc:sldChg>
      <pc:sldChg chg="del">
        <pc:chgData name="Rahul Mohandas (RMd)" userId="cdc53f0a-00cb-4490-8a90-22675af5e74d" providerId="ADAL" clId="{27642D6F-5C6D-E94E-8259-BB6042076223}" dt="2024-08-01T13:59:48.402" v="33" actId="2696"/>
        <pc:sldMkLst>
          <pc:docMk/>
          <pc:sldMk cId="3160900679" sldId="4176"/>
        </pc:sldMkLst>
      </pc:sldChg>
      <pc:sldChg chg="del">
        <pc:chgData name="Rahul Mohandas (RMd)" userId="cdc53f0a-00cb-4490-8a90-22675af5e74d" providerId="ADAL" clId="{27642D6F-5C6D-E94E-8259-BB6042076223}" dt="2024-08-01T13:59:50.311" v="39" actId="2696"/>
        <pc:sldMkLst>
          <pc:docMk/>
          <pc:sldMk cId="2515472185" sldId="4177"/>
        </pc:sldMkLst>
      </pc:sldChg>
      <pc:sldChg chg="modSp new del mod modNotesTx">
        <pc:chgData name="Rahul Mohandas (RMd)" userId="cdc53f0a-00cb-4490-8a90-22675af5e74d" providerId="ADAL" clId="{27642D6F-5C6D-E94E-8259-BB6042076223}" dt="2024-08-03T14:29:46.959" v="2058" actId="2696"/>
        <pc:sldMkLst>
          <pc:docMk/>
          <pc:sldMk cId="3964588462" sldId="4177"/>
        </pc:sldMkLst>
      </pc:sldChg>
      <pc:sldChg chg="addSp modSp add del mod modNotesTx">
        <pc:chgData name="Rahul Mohandas (RMd)" userId="cdc53f0a-00cb-4490-8a90-22675af5e74d" providerId="ADAL" clId="{27642D6F-5C6D-E94E-8259-BB6042076223}" dt="2024-08-04T12:21:17.930" v="5585" actId="20577"/>
        <pc:sldMkLst>
          <pc:docMk/>
          <pc:sldMk cId="525733354" sldId="4178"/>
        </pc:sldMkLst>
      </pc:sldChg>
      <pc:sldChg chg="del">
        <pc:chgData name="Rahul Mohandas (RMd)" userId="cdc53f0a-00cb-4490-8a90-22675af5e74d" providerId="ADAL" clId="{27642D6F-5C6D-E94E-8259-BB6042076223}" dt="2024-08-01T13:59:53.089" v="43" actId="2696"/>
        <pc:sldMkLst>
          <pc:docMk/>
          <pc:sldMk cId="1779549199" sldId="4178"/>
        </pc:sldMkLst>
      </pc:sldChg>
      <pc:sldChg chg="addSp delSp modSp new del mod modClrScheme chgLayout modNotesTx">
        <pc:chgData name="Rahul Mohandas (RMd)" userId="cdc53f0a-00cb-4490-8a90-22675af5e74d" providerId="ADAL" clId="{27642D6F-5C6D-E94E-8259-BB6042076223}" dt="2024-08-04T06:18:33.528" v="3258" actId="2696"/>
        <pc:sldMkLst>
          <pc:docMk/>
          <pc:sldMk cId="4239298598" sldId="4178"/>
        </pc:sldMkLst>
      </pc:sldChg>
      <pc:sldChg chg="addSp delSp modSp new mod modClrScheme chgLayout">
        <pc:chgData name="Rahul Mohandas (RMd)" userId="cdc53f0a-00cb-4490-8a90-22675af5e74d" providerId="ADAL" clId="{27642D6F-5C6D-E94E-8259-BB6042076223}" dt="2024-08-01T14:08:28.169" v="528" actId="20577"/>
        <pc:sldMkLst>
          <pc:docMk/>
          <pc:sldMk cId="1051106196" sldId="4179"/>
        </pc:sldMkLst>
      </pc:sldChg>
      <pc:sldChg chg="del">
        <pc:chgData name="Rahul Mohandas (RMd)" userId="cdc53f0a-00cb-4490-8a90-22675af5e74d" providerId="ADAL" clId="{27642D6F-5C6D-E94E-8259-BB6042076223}" dt="2024-08-01T13:59:57.154" v="49" actId="2696"/>
        <pc:sldMkLst>
          <pc:docMk/>
          <pc:sldMk cId="1578609614" sldId="4180"/>
        </pc:sldMkLst>
      </pc:sldChg>
      <pc:sldChg chg="addSp delSp modSp new del mod modClrScheme chgLayout">
        <pc:chgData name="Rahul Mohandas (RMd)" userId="cdc53f0a-00cb-4490-8a90-22675af5e74d" providerId="ADAL" clId="{27642D6F-5C6D-E94E-8259-BB6042076223}" dt="2024-08-03T13:22:43.103" v="1162" actId="2696"/>
        <pc:sldMkLst>
          <pc:docMk/>
          <pc:sldMk cId="3321143509" sldId="4180"/>
        </pc:sldMkLst>
      </pc:sldChg>
      <pc:sldChg chg="del">
        <pc:chgData name="Rahul Mohandas (RMd)" userId="cdc53f0a-00cb-4490-8a90-22675af5e74d" providerId="ADAL" clId="{27642D6F-5C6D-E94E-8259-BB6042076223}" dt="2024-08-01T13:59:54.506" v="45" actId="2696"/>
        <pc:sldMkLst>
          <pc:docMk/>
          <pc:sldMk cId="2019615523" sldId="4181"/>
        </pc:sldMkLst>
      </pc:sldChg>
      <pc:sldChg chg="addSp delSp modSp new mod chgLayout">
        <pc:chgData name="Rahul Mohandas (RMd)" userId="cdc53f0a-00cb-4490-8a90-22675af5e74d" providerId="ADAL" clId="{27642D6F-5C6D-E94E-8259-BB6042076223}" dt="2024-08-04T05:04:11.586" v="2711" actId="20577"/>
        <pc:sldMkLst>
          <pc:docMk/>
          <pc:sldMk cId="3294583850" sldId="4181"/>
        </pc:sldMkLst>
      </pc:sldChg>
      <pc:sldChg chg="new del">
        <pc:chgData name="Rahul Mohandas (RMd)" userId="cdc53f0a-00cb-4490-8a90-22675af5e74d" providerId="ADAL" clId="{27642D6F-5C6D-E94E-8259-BB6042076223}" dt="2024-08-03T13:22:41.098" v="1161" actId="2696"/>
        <pc:sldMkLst>
          <pc:docMk/>
          <pc:sldMk cId="1021282562" sldId="4182"/>
        </pc:sldMkLst>
      </pc:sldChg>
      <pc:sldChg chg="del">
        <pc:chgData name="Rahul Mohandas (RMd)" userId="cdc53f0a-00cb-4490-8a90-22675af5e74d" providerId="ADAL" clId="{27642D6F-5C6D-E94E-8259-BB6042076223}" dt="2024-08-01T13:59:53.828" v="44" actId="2696"/>
        <pc:sldMkLst>
          <pc:docMk/>
          <pc:sldMk cId="1916913562" sldId="4182"/>
        </pc:sldMkLst>
      </pc:sldChg>
      <pc:sldChg chg="add modNotesTx">
        <pc:chgData name="Rahul Mohandas (RMd)" userId="cdc53f0a-00cb-4490-8a90-22675af5e74d" providerId="ADAL" clId="{27642D6F-5C6D-E94E-8259-BB6042076223}" dt="2024-08-04T06:14:28.465" v="3180" actId="20577"/>
        <pc:sldMkLst>
          <pc:docMk/>
          <pc:sldMk cId="791699772" sldId="4183"/>
        </pc:sldMkLst>
      </pc:sldChg>
      <pc:sldChg chg="modSp new del mod modNotesTx">
        <pc:chgData name="Rahul Mohandas (RMd)" userId="cdc53f0a-00cb-4490-8a90-22675af5e74d" providerId="ADAL" clId="{27642D6F-5C6D-E94E-8259-BB6042076223}" dt="2024-08-04T03:52:08.347" v="2319" actId="2696"/>
        <pc:sldMkLst>
          <pc:docMk/>
          <pc:sldMk cId="4209310940" sldId="4183"/>
        </pc:sldMkLst>
      </pc:sldChg>
      <pc:sldChg chg="del">
        <pc:chgData name="Rahul Mohandas (RMd)" userId="cdc53f0a-00cb-4490-8a90-22675af5e74d" providerId="ADAL" clId="{27642D6F-5C6D-E94E-8259-BB6042076223}" dt="2024-08-01T13:59:54.989" v="46" actId="2696"/>
        <pc:sldMkLst>
          <pc:docMk/>
          <pc:sldMk cId="1962266202" sldId="4184"/>
        </pc:sldMkLst>
      </pc:sldChg>
      <pc:sldChg chg="addSp delSp modSp new add del mod modClrScheme chgLayout modNotesTx">
        <pc:chgData name="Rahul Mohandas (RMd)" userId="cdc53f0a-00cb-4490-8a90-22675af5e74d" providerId="ADAL" clId="{27642D6F-5C6D-E94E-8259-BB6042076223}" dt="2024-08-04T12:15:42.887" v="5144" actId="14100"/>
        <pc:sldMkLst>
          <pc:docMk/>
          <pc:sldMk cId="4236916943" sldId="4184"/>
        </pc:sldMkLst>
      </pc:sldChg>
      <pc:sldChg chg="del">
        <pc:chgData name="Rahul Mohandas (RMd)" userId="cdc53f0a-00cb-4490-8a90-22675af5e74d" providerId="ADAL" clId="{27642D6F-5C6D-E94E-8259-BB6042076223}" dt="2024-08-01T13:59:55.478" v="47" actId="2696"/>
        <pc:sldMkLst>
          <pc:docMk/>
          <pc:sldMk cId="166545887" sldId="4185"/>
        </pc:sldMkLst>
      </pc:sldChg>
      <pc:sldChg chg="addSp modSp new add del mod modNotesTx">
        <pc:chgData name="Rahul Mohandas (RMd)" userId="cdc53f0a-00cb-4490-8a90-22675af5e74d" providerId="ADAL" clId="{27642D6F-5C6D-E94E-8259-BB6042076223}" dt="2024-08-04T12:18:47.295" v="5327" actId="20577"/>
        <pc:sldMkLst>
          <pc:docMk/>
          <pc:sldMk cId="3813146382" sldId="4185"/>
        </pc:sldMkLst>
      </pc:sldChg>
      <pc:sldChg chg="addSp modSp new add del mod modNotesTx">
        <pc:chgData name="Rahul Mohandas (RMd)" userId="cdc53f0a-00cb-4490-8a90-22675af5e74d" providerId="ADAL" clId="{27642D6F-5C6D-E94E-8259-BB6042076223}" dt="2024-08-04T12:20:07.754" v="5482" actId="20577"/>
        <pc:sldMkLst>
          <pc:docMk/>
          <pc:sldMk cId="2093650038" sldId="4186"/>
        </pc:sldMkLst>
      </pc:sldChg>
      <pc:sldChg chg="del">
        <pc:chgData name="Rahul Mohandas (RMd)" userId="cdc53f0a-00cb-4490-8a90-22675af5e74d" providerId="ADAL" clId="{27642D6F-5C6D-E94E-8259-BB6042076223}" dt="2024-08-01T13:59:55.957" v="48" actId="2696"/>
        <pc:sldMkLst>
          <pc:docMk/>
          <pc:sldMk cId="3538695487" sldId="4186"/>
        </pc:sldMkLst>
      </pc:sldChg>
      <pc:sldChg chg="modSp add mod">
        <pc:chgData name="Rahul Mohandas (RMd)" userId="cdc53f0a-00cb-4490-8a90-22675af5e74d" providerId="ADAL" clId="{27642D6F-5C6D-E94E-8259-BB6042076223}" dt="2024-08-03T13:53:27.094" v="2001" actId="20577"/>
        <pc:sldMkLst>
          <pc:docMk/>
          <pc:sldMk cId="368787866" sldId="4187"/>
        </pc:sldMkLst>
      </pc:sldChg>
      <pc:sldChg chg="del">
        <pc:chgData name="Rahul Mohandas (RMd)" userId="cdc53f0a-00cb-4490-8a90-22675af5e74d" providerId="ADAL" clId="{27642D6F-5C6D-E94E-8259-BB6042076223}" dt="2024-08-01T13:59:52.205" v="42" actId="2696"/>
        <pc:sldMkLst>
          <pc:docMk/>
          <pc:sldMk cId="2954272492" sldId="4187"/>
        </pc:sldMkLst>
      </pc:sldChg>
      <pc:sldChg chg="add">
        <pc:chgData name="Rahul Mohandas (RMd)" userId="cdc53f0a-00cb-4490-8a90-22675af5e74d" providerId="ADAL" clId="{27642D6F-5C6D-E94E-8259-BB6042076223}" dt="2024-08-04T03:52:22.184" v="2320"/>
        <pc:sldMkLst>
          <pc:docMk/>
          <pc:sldMk cId="2460590757" sldId="4188"/>
        </pc:sldMkLst>
      </pc:sldChg>
      <pc:sldChg chg="modSp add del mod modNotesTx">
        <pc:chgData name="Rahul Mohandas (RMd)" userId="cdc53f0a-00cb-4490-8a90-22675af5e74d" providerId="ADAL" clId="{27642D6F-5C6D-E94E-8259-BB6042076223}" dt="2024-08-04T03:52:08.347" v="2319" actId="2696"/>
        <pc:sldMkLst>
          <pc:docMk/>
          <pc:sldMk cId="2708526894" sldId="4188"/>
        </pc:sldMkLst>
      </pc:sldChg>
      <pc:sldChg chg="del">
        <pc:chgData name="Rahul Mohandas (RMd)" userId="cdc53f0a-00cb-4490-8a90-22675af5e74d" providerId="ADAL" clId="{27642D6F-5C6D-E94E-8259-BB6042076223}" dt="2024-08-01T14:00:00.923" v="50" actId="2696"/>
        <pc:sldMkLst>
          <pc:docMk/>
          <pc:sldMk cId="2770894918" sldId="4188"/>
        </pc:sldMkLst>
      </pc:sldChg>
      <pc:sldChg chg="addSp delSp modSp new mod modNotesTx">
        <pc:chgData name="Rahul Mohandas (RMd)" userId="cdc53f0a-00cb-4490-8a90-22675af5e74d" providerId="ADAL" clId="{27642D6F-5C6D-E94E-8259-BB6042076223}" dt="2024-08-04T05:38:47.653" v="3066" actId="20577"/>
        <pc:sldMkLst>
          <pc:docMk/>
          <pc:sldMk cId="399935353" sldId="4189"/>
        </pc:sldMkLst>
      </pc:sldChg>
      <pc:sldChg chg="del">
        <pc:chgData name="Rahul Mohandas (RMd)" userId="cdc53f0a-00cb-4490-8a90-22675af5e74d" providerId="ADAL" clId="{27642D6F-5C6D-E94E-8259-BB6042076223}" dt="2024-08-01T13:59:48.403" v="34" actId="2696"/>
        <pc:sldMkLst>
          <pc:docMk/>
          <pc:sldMk cId="2108373856" sldId="4189"/>
        </pc:sldMkLst>
      </pc:sldChg>
      <pc:sldChg chg="addSp delSp modSp new mod modClrScheme chgLayout">
        <pc:chgData name="Rahul Mohandas (RMd)" userId="cdc53f0a-00cb-4490-8a90-22675af5e74d" providerId="ADAL" clId="{27642D6F-5C6D-E94E-8259-BB6042076223}" dt="2024-08-04T05:40:05.004" v="3152" actId="20577"/>
        <pc:sldMkLst>
          <pc:docMk/>
          <pc:sldMk cId="4157782236" sldId="4190"/>
        </pc:sldMkLst>
      </pc:sldChg>
    </pc:docChg>
  </pc:docChgLst>
  <pc:docChgLst>
    <pc:chgData name="Rahul Md" userId="cdc53f0a-00cb-4490-8a90-22675af5e74d" providerId="ADAL" clId="{30C75EC0-EDD0-E441-B85F-A68A5B3C5DC4}"/>
    <pc:docChg chg="custSel modSld">
      <pc:chgData name="Rahul Md" userId="cdc53f0a-00cb-4490-8a90-22675af5e74d" providerId="ADAL" clId="{30C75EC0-EDD0-E441-B85F-A68A5B3C5DC4}" dt="2024-01-13T16:05:37.299" v="43" actId="20577"/>
      <pc:docMkLst>
        <pc:docMk/>
      </pc:docMkLst>
      <pc:sldChg chg="modSp mod">
        <pc:chgData name="Rahul Md" userId="cdc53f0a-00cb-4490-8a90-22675af5e74d" providerId="ADAL" clId="{30C75EC0-EDD0-E441-B85F-A68A5B3C5DC4}" dt="2024-01-13T16:05:37.299" v="43" actId="20577"/>
        <pc:sldMkLst>
          <pc:docMk/>
          <pc:sldMk cId="0" sldId="257"/>
        </pc:sldMkLst>
      </pc:sldChg>
    </pc:docChg>
  </pc:docChgLst>
  <pc:docChgLst>
    <pc:chgData name="Rahul Mohandas (RMd)" userId="cdc53f0a-00cb-4490-8a90-22675af5e74d" providerId="ADAL" clId="{CA3CDD4C-A0DB-4E49-8D94-80AE420932E9}"/>
    <pc:docChg chg="undo custSel addSld delSld modSld sldOrd">
      <pc:chgData name="Rahul Mohandas (RMd)" userId="cdc53f0a-00cb-4490-8a90-22675af5e74d" providerId="ADAL" clId="{CA3CDD4C-A0DB-4E49-8D94-80AE420932E9}" dt="2024-07-28T12:28:25.184" v="4315" actId="20577"/>
      <pc:docMkLst>
        <pc:docMk/>
      </pc:docMkLst>
      <pc:sldChg chg="modSp mod">
        <pc:chgData name="Rahul Mohandas (RMd)" userId="cdc53f0a-00cb-4490-8a90-22675af5e74d" providerId="ADAL" clId="{CA3CDD4C-A0DB-4E49-8D94-80AE420932E9}" dt="2024-07-28T12:28:14.416" v="4310" actId="20577"/>
        <pc:sldMkLst>
          <pc:docMk/>
          <pc:sldMk cId="0" sldId="257"/>
        </pc:sldMkLst>
      </pc:sldChg>
      <pc:sldChg chg="modSp mod">
        <pc:chgData name="Rahul Mohandas (RMd)" userId="cdc53f0a-00cb-4490-8a90-22675af5e74d" providerId="ADAL" clId="{CA3CDD4C-A0DB-4E49-8D94-80AE420932E9}" dt="2024-07-28T12:28:25.184" v="4315" actId="20577"/>
        <pc:sldMkLst>
          <pc:docMk/>
          <pc:sldMk cId="0" sldId="260"/>
        </pc:sldMkLst>
      </pc:sldChg>
      <pc:sldChg chg="modSp mod">
        <pc:chgData name="Rahul Mohandas (RMd)" userId="cdc53f0a-00cb-4490-8a90-22675af5e74d" providerId="ADAL" clId="{CA3CDD4C-A0DB-4E49-8D94-80AE420932E9}" dt="2024-07-28T03:58:45.706" v="1949" actId="20577"/>
        <pc:sldMkLst>
          <pc:docMk/>
          <pc:sldMk cId="2301697734" sldId="262"/>
        </pc:sldMkLst>
      </pc:sldChg>
      <pc:sldChg chg="ord">
        <pc:chgData name="Rahul Mohandas (RMd)" userId="cdc53f0a-00cb-4490-8a90-22675af5e74d" providerId="ADAL" clId="{CA3CDD4C-A0DB-4E49-8D94-80AE420932E9}" dt="2024-07-28T07:33:40.920" v="2376" actId="20578"/>
        <pc:sldMkLst>
          <pc:docMk/>
          <pc:sldMk cId="3607683791" sldId="263"/>
        </pc:sldMkLst>
      </pc:sldChg>
      <pc:sldChg chg="del">
        <pc:chgData name="Rahul Mohandas (RMd)" userId="cdc53f0a-00cb-4490-8a90-22675af5e74d" providerId="ADAL" clId="{CA3CDD4C-A0DB-4E49-8D94-80AE420932E9}" dt="2024-07-27T10:04:49.515" v="160" actId="2696"/>
        <pc:sldMkLst>
          <pc:docMk/>
          <pc:sldMk cId="2315391699" sldId="291"/>
        </pc:sldMkLst>
      </pc:sldChg>
      <pc:sldChg chg="addSp delSp modSp add del mod modClrScheme chgLayout">
        <pc:chgData name="Rahul Mohandas (RMd)" userId="cdc53f0a-00cb-4490-8a90-22675af5e74d" providerId="ADAL" clId="{CA3CDD4C-A0DB-4E49-8D94-80AE420932E9}" dt="2024-07-27T10:23:19.146" v="449" actId="113"/>
        <pc:sldMkLst>
          <pc:docMk/>
          <pc:sldMk cId="772219433" sldId="293"/>
        </pc:sldMkLst>
      </pc:sldChg>
      <pc:sldChg chg="addSp delSp modSp add mod modClrScheme chgLayout">
        <pc:chgData name="Rahul Mohandas (RMd)" userId="cdc53f0a-00cb-4490-8a90-22675af5e74d" providerId="ADAL" clId="{CA3CDD4C-A0DB-4E49-8D94-80AE420932E9}" dt="2024-07-28T04:58:50.326" v="2167" actId="478"/>
        <pc:sldMkLst>
          <pc:docMk/>
          <pc:sldMk cId="2700900967" sldId="4127"/>
        </pc:sldMkLst>
      </pc:sldChg>
      <pc:sldChg chg="modSp mod ord">
        <pc:chgData name="Rahul Mohandas (RMd)" userId="cdc53f0a-00cb-4490-8a90-22675af5e74d" providerId="ADAL" clId="{CA3CDD4C-A0DB-4E49-8D94-80AE420932E9}" dt="2024-07-28T03:57:48.405" v="1923" actId="14100"/>
        <pc:sldMkLst>
          <pc:docMk/>
          <pc:sldMk cId="1041053728" sldId="4148"/>
        </pc:sldMkLst>
      </pc:sldChg>
      <pc:sldChg chg="del">
        <pc:chgData name="Rahul Mohandas (RMd)" userId="cdc53f0a-00cb-4490-8a90-22675af5e74d" providerId="ADAL" clId="{CA3CDD4C-A0DB-4E49-8D94-80AE420932E9}" dt="2024-07-27T10:04:49.511" v="158" actId="2696"/>
        <pc:sldMkLst>
          <pc:docMk/>
          <pc:sldMk cId="4015386047" sldId="4149"/>
        </pc:sldMkLst>
      </pc:sldChg>
      <pc:sldChg chg="del">
        <pc:chgData name="Rahul Mohandas (RMd)" userId="cdc53f0a-00cb-4490-8a90-22675af5e74d" providerId="ADAL" clId="{CA3CDD4C-A0DB-4E49-8D94-80AE420932E9}" dt="2024-07-27T10:04:49.518" v="165" actId="2696"/>
        <pc:sldMkLst>
          <pc:docMk/>
          <pc:sldMk cId="1238703253" sldId="4150"/>
        </pc:sldMkLst>
      </pc:sldChg>
      <pc:sldChg chg="del">
        <pc:chgData name="Rahul Mohandas (RMd)" userId="cdc53f0a-00cb-4490-8a90-22675af5e74d" providerId="ADAL" clId="{CA3CDD4C-A0DB-4E49-8D94-80AE420932E9}" dt="2024-07-27T10:04:49.504" v="154" actId="2696"/>
        <pc:sldMkLst>
          <pc:docMk/>
          <pc:sldMk cId="2279051279" sldId="4151"/>
        </pc:sldMkLst>
      </pc:sldChg>
      <pc:sldChg chg="del">
        <pc:chgData name="Rahul Mohandas (RMd)" userId="cdc53f0a-00cb-4490-8a90-22675af5e74d" providerId="ADAL" clId="{CA3CDD4C-A0DB-4E49-8D94-80AE420932E9}" dt="2024-07-27T10:04:49.510" v="156" actId="2696"/>
        <pc:sldMkLst>
          <pc:docMk/>
          <pc:sldMk cId="2297587967" sldId="4152"/>
        </pc:sldMkLst>
      </pc:sldChg>
      <pc:sldChg chg="addSp delSp modSp add mod ord modClrScheme chgLayout">
        <pc:chgData name="Rahul Mohandas (RMd)" userId="cdc53f0a-00cb-4490-8a90-22675af5e74d" providerId="ADAL" clId="{CA3CDD4C-A0DB-4E49-8D94-80AE420932E9}" dt="2024-07-28T07:33:04.600" v="2375"/>
        <pc:sldMkLst>
          <pc:docMk/>
          <pc:sldMk cId="2653173988" sldId="4153"/>
        </pc:sldMkLst>
      </pc:sldChg>
      <pc:sldChg chg="del">
        <pc:chgData name="Rahul Mohandas (RMd)" userId="cdc53f0a-00cb-4490-8a90-22675af5e74d" providerId="ADAL" clId="{CA3CDD4C-A0DB-4E49-8D94-80AE420932E9}" dt="2024-07-27T10:04:18.753" v="143" actId="2696"/>
        <pc:sldMkLst>
          <pc:docMk/>
          <pc:sldMk cId="4192160446" sldId="4153"/>
        </pc:sldMkLst>
      </pc:sldChg>
      <pc:sldChg chg="del">
        <pc:chgData name="Rahul Mohandas (RMd)" userId="cdc53f0a-00cb-4490-8a90-22675af5e74d" providerId="ADAL" clId="{CA3CDD4C-A0DB-4E49-8D94-80AE420932E9}" dt="2024-07-27T10:04:23.138" v="145" actId="2696"/>
        <pc:sldMkLst>
          <pc:docMk/>
          <pc:sldMk cId="194492896" sldId="4154"/>
        </pc:sldMkLst>
      </pc:sldChg>
      <pc:sldChg chg="del">
        <pc:chgData name="Rahul Mohandas (RMd)" userId="cdc53f0a-00cb-4490-8a90-22675af5e74d" providerId="ADAL" clId="{CA3CDD4C-A0DB-4E49-8D94-80AE420932E9}" dt="2024-07-27T10:04:49.515" v="161" actId="2696"/>
        <pc:sldMkLst>
          <pc:docMk/>
          <pc:sldMk cId="2263986708" sldId="4155"/>
        </pc:sldMkLst>
      </pc:sldChg>
      <pc:sldChg chg="ord">
        <pc:chgData name="Rahul Mohandas (RMd)" userId="cdc53f0a-00cb-4490-8a90-22675af5e74d" providerId="ADAL" clId="{CA3CDD4C-A0DB-4E49-8D94-80AE420932E9}" dt="2024-07-28T07:33:56.390" v="2378" actId="20578"/>
        <pc:sldMkLst>
          <pc:docMk/>
          <pc:sldMk cId="3536281384" sldId="4156"/>
        </pc:sldMkLst>
      </pc:sldChg>
      <pc:sldChg chg="addSp delSp modSp mod ord">
        <pc:chgData name="Rahul Mohandas (RMd)" userId="cdc53f0a-00cb-4490-8a90-22675af5e74d" providerId="ADAL" clId="{CA3CDD4C-A0DB-4E49-8D94-80AE420932E9}" dt="2024-07-28T07:33:49.884" v="2377" actId="20578"/>
        <pc:sldMkLst>
          <pc:docMk/>
          <pc:sldMk cId="3956292136" sldId="4157"/>
        </pc:sldMkLst>
      </pc:sldChg>
      <pc:sldChg chg="del">
        <pc:chgData name="Rahul Mohandas (RMd)" userId="cdc53f0a-00cb-4490-8a90-22675af5e74d" providerId="ADAL" clId="{CA3CDD4C-A0DB-4E49-8D94-80AE420932E9}" dt="2024-07-27T10:04:49.492" v="147" actId="2696"/>
        <pc:sldMkLst>
          <pc:docMk/>
          <pc:sldMk cId="4110881540" sldId="4158"/>
        </pc:sldMkLst>
      </pc:sldChg>
      <pc:sldChg chg="del">
        <pc:chgData name="Rahul Mohandas (RMd)" userId="cdc53f0a-00cb-4490-8a90-22675af5e74d" providerId="ADAL" clId="{CA3CDD4C-A0DB-4E49-8D94-80AE420932E9}" dt="2024-07-27T10:04:49.499" v="150" actId="2696"/>
        <pc:sldMkLst>
          <pc:docMk/>
          <pc:sldMk cId="2142223522" sldId="4160"/>
        </pc:sldMkLst>
      </pc:sldChg>
      <pc:sldChg chg="del">
        <pc:chgData name="Rahul Mohandas (RMd)" userId="cdc53f0a-00cb-4490-8a90-22675af5e74d" providerId="ADAL" clId="{CA3CDD4C-A0DB-4E49-8D94-80AE420932E9}" dt="2024-07-27T10:04:49.509" v="155" actId="2696"/>
        <pc:sldMkLst>
          <pc:docMk/>
          <pc:sldMk cId="270183623" sldId="4161"/>
        </pc:sldMkLst>
      </pc:sldChg>
      <pc:sldChg chg="del">
        <pc:chgData name="Rahul Mohandas (RMd)" userId="cdc53f0a-00cb-4490-8a90-22675af5e74d" providerId="ADAL" clId="{CA3CDD4C-A0DB-4E49-8D94-80AE420932E9}" dt="2024-07-27T10:04:49.512" v="159" actId="2696"/>
        <pc:sldMkLst>
          <pc:docMk/>
          <pc:sldMk cId="2527302375" sldId="4162"/>
        </pc:sldMkLst>
      </pc:sldChg>
      <pc:sldChg chg="del">
        <pc:chgData name="Rahul Mohandas (RMd)" userId="cdc53f0a-00cb-4490-8a90-22675af5e74d" providerId="ADAL" clId="{CA3CDD4C-A0DB-4E49-8D94-80AE420932E9}" dt="2024-07-27T10:04:49.517" v="163" actId="2696"/>
        <pc:sldMkLst>
          <pc:docMk/>
          <pc:sldMk cId="967550642" sldId="4163"/>
        </pc:sldMkLst>
      </pc:sldChg>
      <pc:sldChg chg="del">
        <pc:chgData name="Rahul Mohandas (RMd)" userId="cdc53f0a-00cb-4490-8a90-22675af5e74d" providerId="ADAL" clId="{CA3CDD4C-A0DB-4E49-8D94-80AE420932E9}" dt="2024-07-27T10:04:49.510" v="157" actId="2696"/>
        <pc:sldMkLst>
          <pc:docMk/>
          <pc:sldMk cId="2216118688" sldId="4164"/>
        </pc:sldMkLst>
      </pc:sldChg>
      <pc:sldChg chg="del">
        <pc:chgData name="Rahul Mohandas (RMd)" userId="cdc53f0a-00cb-4490-8a90-22675af5e74d" providerId="ADAL" clId="{CA3CDD4C-A0DB-4E49-8D94-80AE420932E9}" dt="2024-07-27T10:04:49.517" v="164" actId="2696"/>
        <pc:sldMkLst>
          <pc:docMk/>
          <pc:sldMk cId="967751023" sldId="4165"/>
        </pc:sldMkLst>
      </pc:sldChg>
      <pc:sldChg chg="del">
        <pc:chgData name="Rahul Mohandas (RMd)" userId="cdc53f0a-00cb-4490-8a90-22675af5e74d" providerId="ADAL" clId="{CA3CDD4C-A0DB-4E49-8D94-80AE420932E9}" dt="2024-07-27T10:04:49.503" v="153" actId="2696"/>
        <pc:sldMkLst>
          <pc:docMk/>
          <pc:sldMk cId="1688172485" sldId="4166"/>
        </pc:sldMkLst>
      </pc:sldChg>
      <pc:sldChg chg="del">
        <pc:chgData name="Rahul Mohandas (RMd)" userId="cdc53f0a-00cb-4490-8a90-22675af5e74d" providerId="ADAL" clId="{CA3CDD4C-A0DB-4E49-8D94-80AE420932E9}" dt="2024-07-27T10:04:49.497" v="149" actId="2696"/>
        <pc:sldMkLst>
          <pc:docMk/>
          <pc:sldMk cId="3039831990" sldId="4167"/>
        </pc:sldMkLst>
      </pc:sldChg>
      <pc:sldChg chg="del">
        <pc:chgData name="Rahul Mohandas (RMd)" userId="cdc53f0a-00cb-4490-8a90-22675af5e74d" providerId="ADAL" clId="{CA3CDD4C-A0DB-4E49-8D94-80AE420932E9}" dt="2024-07-27T10:04:49.490" v="146" actId="2696"/>
        <pc:sldMkLst>
          <pc:docMk/>
          <pc:sldMk cId="1189614051" sldId="4168"/>
        </pc:sldMkLst>
      </pc:sldChg>
      <pc:sldChg chg="del">
        <pc:chgData name="Rahul Mohandas (RMd)" userId="cdc53f0a-00cb-4490-8a90-22675af5e74d" providerId="ADAL" clId="{CA3CDD4C-A0DB-4E49-8D94-80AE420932E9}" dt="2024-07-27T10:04:49.516" v="162" actId="2696"/>
        <pc:sldMkLst>
          <pc:docMk/>
          <pc:sldMk cId="3425165119" sldId="4169"/>
        </pc:sldMkLst>
      </pc:sldChg>
      <pc:sldChg chg="modSp mod">
        <pc:chgData name="Rahul Mohandas (RMd)" userId="cdc53f0a-00cb-4490-8a90-22675af5e74d" providerId="ADAL" clId="{CA3CDD4C-A0DB-4E49-8D94-80AE420932E9}" dt="2024-07-28T04:54:25.805" v="2160" actId="20577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CA3CDD4C-A0DB-4E49-8D94-80AE420932E9}" dt="2024-07-27T10:04:21.251" v="144" actId="2696"/>
        <pc:sldMkLst>
          <pc:docMk/>
          <pc:sldMk cId="628115242" sldId="4171"/>
        </pc:sldMkLst>
      </pc:sldChg>
      <pc:sldChg chg="del">
        <pc:chgData name="Rahul Mohandas (RMd)" userId="cdc53f0a-00cb-4490-8a90-22675af5e74d" providerId="ADAL" clId="{CA3CDD4C-A0DB-4E49-8D94-80AE420932E9}" dt="2024-07-27T10:04:49.502" v="152" actId="2696"/>
        <pc:sldMkLst>
          <pc:docMk/>
          <pc:sldMk cId="1339588837" sldId="4172"/>
        </pc:sldMkLst>
      </pc:sldChg>
      <pc:sldChg chg="del">
        <pc:chgData name="Rahul Mohandas (RMd)" userId="cdc53f0a-00cb-4490-8a90-22675af5e74d" providerId="ADAL" clId="{CA3CDD4C-A0DB-4E49-8D94-80AE420932E9}" dt="2024-07-27T10:04:49.496" v="148" actId="2696"/>
        <pc:sldMkLst>
          <pc:docMk/>
          <pc:sldMk cId="3769210793" sldId="4173"/>
        </pc:sldMkLst>
      </pc:sldChg>
      <pc:sldChg chg="new del ord">
        <pc:chgData name="Rahul Mohandas (RMd)" userId="cdc53f0a-00cb-4490-8a90-22675af5e74d" providerId="ADAL" clId="{CA3CDD4C-A0DB-4E49-8D94-80AE420932E9}" dt="2024-07-27T10:04:13.468" v="142" actId="2696"/>
        <pc:sldMkLst>
          <pc:docMk/>
          <pc:sldMk cId="1594984495" sldId="4175"/>
        </pc:sldMkLst>
      </pc:sldChg>
      <pc:sldChg chg="addSp delSp modSp add mod ord modTransition modClrScheme chgLayout">
        <pc:chgData name="Rahul Mohandas (RMd)" userId="cdc53f0a-00cb-4490-8a90-22675af5e74d" providerId="ADAL" clId="{CA3CDD4C-A0DB-4E49-8D94-80AE420932E9}" dt="2024-07-28T03:57:32.018" v="1921" actId="20577"/>
        <pc:sldMkLst>
          <pc:docMk/>
          <pc:sldMk cId="3160900679" sldId="4176"/>
        </pc:sldMkLst>
      </pc:sldChg>
      <pc:sldChg chg="addSp delSp modSp new mod ord modClrScheme chgLayout">
        <pc:chgData name="Rahul Mohandas (RMd)" userId="cdc53f0a-00cb-4490-8a90-22675af5e74d" providerId="ADAL" clId="{CA3CDD4C-A0DB-4E49-8D94-80AE420932E9}" dt="2024-07-27T10:27:26.256" v="551" actId="1038"/>
        <pc:sldMkLst>
          <pc:docMk/>
          <pc:sldMk cId="2515472185" sldId="4177"/>
        </pc:sldMkLst>
      </pc:sldChg>
      <pc:sldChg chg="addSp delSp modSp new mod modClrScheme chgLayout">
        <pc:chgData name="Rahul Mohandas (RMd)" userId="cdc53f0a-00cb-4490-8a90-22675af5e74d" providerId="ADAL" clId="{CA3CDD4C-A0DB-4E49-8D94-80AE420932E9}" dt="2024-07-28T04:55:23.321" v="2164" actId="20577"/>
        <pc:sldMkLst>
          <pc:docMk/>
          <pc:sldMk cId="1779549199" sldId="4178"/>
        </pc:sldMkLst>
      </pc:sldChg>
      <pc:sldChg chg="addSp delSp modSp new del mod">
        <pc:chgData name="Rahul Mohandas (RMd)" userId="cdc53f0a-00cb-4490-8a90-22675af5e74d" providerId="ADAL" clId="{CA3CDD4C-A0DB-4E49-8D94-80AE420932E9}" dt="2024-07-28T12:27:01.080" v="4264" actId="2696"/>
        <pc:sldMkLst>
          <pc:docMk/>
          <pc:sldMk cId="2670650602" sldId="4179"/>
        </pc:sldMkLst>
      </pc:sldChg>
      <pc:sldChg chg="addSp delSp modSp new mod ord">
        <pc:chgData name="Rahul Mohandas (RMd)" userId="cdc53f0a-00cb-4490-8a90-22675af5e74d" providerId="ADAL" clId="{CA3CDD4C-A0DB-4E49-8D94-80AE420932E9}" dt="2024-07-28T03:58:58.848" v="1950" actId="20578"/>
        <pc:sldMkLst>
          <pc:docMk/>
          <pc:sldMk cId="1578609614" sldId="4180"/>
        </pc:sldMkLst>
      </pc:sldChg>
      <pc:sldChg chg="addSp delSp modSp new mod chgLayout">
        <pc:chgData name="Rahul Mohandas (RMd)" userId="cdc53f0a-00cb-4490-8a90-22675af5e74d" providerId="ADAL" clId="{CA3CDD4C-A0DB-4E49-8D94-80AE420932E9}" dt="2024-07-28T04:47:40.065" v="2147" actId="20577"/>
        <pc:sldMkLst>
          <pc:docMk/>
          <pc:sldMk cId="2019615523" sldId="4181"/>
        </pc:sldMkLst>
      </pc:sldChg>
      <pc:sldChg chg="modSp new del mod">
        <pc:chgData name="Rahul Mohandas (RMd)" userId="cdc53f0a-00cb-4490-8a90-22675af5e74d" providerId="ADAL" clId="{CA3CDD4C-A0DB-4E49-8D94-80AE420932E9}" dt="2024-07-27T12:42:13.409" v="613" actId="2696"/>
        <pc:sldMkLst>
          <pc:docMk/>
          <pc:sldMk cId="4024921528" sldId="4181"/>
        </pc:sldMkLst>
      </pc:sldChg>
      <pc:sldChg chg="addSp delSp modSp new mod modClrScheme chgLayout">
        <pc:chgData name="Rahul Mohandas (RMd)" userId="cdc53f0a-00cb-4490-8a90-22675af5e74d" providerId="ADAL" clId="{CA3CDD4C-A0DB-4E49-8D94-80AE420932E9}" dt="2024-07-28T03:49:33.877" v="1772" actId="20577"/>
        <pc:sldMkLst>
          <pc:docMk/>
          <pc:sldMk cId="1916913562" sldId="4182"/>
        </pc:sldMkLst>
      </pc:sldChg>
      <pc:sldChg chg="new del">
        <pc:chgData name="Rahul Mohandas (RMd)" userId="cdc53f0a-00cb-4490-8a90-22675af5e74d" providerId="ADAL" clId="{CA3CDD4C-A0DB-4E49-8D94-80AE420932E9}" dt="2024-07-28T04:55:01.905" v="2161" actId="2696"/>
        <pc:sldMkLst>
          <pc:docMk/>
          <pc:sldMk cId="4226046690" sldId="4183"/>
        </pc:sldMkLst>
      </pc:sldChg>
      <pc:sldChg chg="addSp delSp modSp new mod ord modClrScheme chgLayout">
        <pc:chgData name="Rahul Mohandas (RMd)" userId="cdc53f0a-00cb-4490-8a90-22675af5e74d" providerId="ADAL" clId="{CA3CDD4C-A0DB-4E49-8D94-80AE420932E9}" dt="2024-07-28T12:19:37.415" v="4247" actId="20577"/>
        <pc:sldMkLst>
          <pc:docMk/>
          <pc:sldMk cId="1962266202" sldId="4184"/>
        </pc:sldMkLst>
      </pc:sldChg>
      <pc:sldChg chg="modSp add mod">
        <pc:chgData name="Rahul Mohandas (RMd)" userId="cdc53f0a-00cb-4490-8a90-22675af5e74d" providerId="ADAL" clId="{CA3CDD4C-A0DB-4E49-8D94-80AE420932E9}" dt="2024-07-28T12:19:40.174" v="4253" actId="20577"/>
        <pc:sldMkLst>
          <pc:docMk/>
          <pc:sldMk cId="166545887" sldId="4185"/>
        </pc:sldMkLst>
      </pc:sldChg>
      <pc:sldChg chg="modSp add mod">
        <pc:chgData name="Rahul Mohandas (RMd)" userId="cdc53f0a-00cb-4490-8a90-22675af5e74d" providerId="ADAL" clId="{CA3CDD4C-A0DB-4E49-8D94-80AE420932E9}" dt="2024-07-28T12:19:43.651" v="4263" actId="20577"/>
        <pc:sldMkLst>
          <pc:docMk/>
          <pc:sldMk cId="3538695487" sldId="4186"/>
        </pc:sldMkLst>
      </pc:sldChg>
      <pc:sldChg chg="add">
        <pc:chgData name="Rahul Mohandas (RMd)" userId="cdc53f0a-00cb-4490-8a90-22675af5e74d" providerId="ADAL" clId="{CA3CDD4C-A0DB-4E49-8D94-80AE420932E9}" dt="2024-07-28T04:58:44.443" v="2165"/>
        <pc:sldMkLst>
          <pc:docMk/>
          <pc:sldMk cId="2954272492" sldId="4187"/>
        </pc:sldMkLst>
      </pc:sldChg>
      <pc:sldChg chg="addSp delSp modSp new mod modClrScheme chgLayout">
        <pc:chgData name="Rahul Mohandas (RMd)" userId="cdc53f0a-00cb-4490-8a90-22675af5e74d" providerId="ADAL" clId="{CA3CDD4C-A0DB-4E49-8D94-80AE420932E9}" dt="2024-07-28T06:24:51.350" v="2276" actId="122"/>
        <pc:sldMkLst>
          <pc:docMk/>
          <pc:sldMk cId="2770894918" sldId="4188"/>
        </pc:sldMkLst>
      </pc:sldChg>
      <pc:sldChg chg="addSp modSp new mod">
        <pc:chgData name="Rahul Mohandas (RMd)" userId="cdc53f0a-00cb-4490-8a90-22675af5e74d" providerId="ADAL" clId="{CA3CDD4C-A0DB-4E49-8D94-80AE420932E9}" dt="2024-07-28T06:52:08.773" v="2373" actId="1037"/>
        <pc:sldMkLst>
          <pc:docMk/>
          <pc:sldMk cId="2108373856" sldId="4189"/>
        </pc:sldMkLst>
      </pc:sldChg>
    </pc:docChg>
  </pc:docChgLst>
  <pc:docChgLst>
    <pc:chgData name="Rahul Mohandas (RMd)" userId="cdc53f0a-00cb-4490-8a90-22675af5e74d" providerId="ADAL" clId="{30C75EC0-EDD0-E441-B85F-A68A5B3C5DC4}"/>
    <pc:docChg chg="custSel addSld modSld sldOrd">
      <pc:chgData name="Rahul Mohandas (RMd)" userId="cdc53f0a-00cb-4490-8a90-22675af5e74d" providerId="ADAL" clId="{30C75EC0-EDD0-E441-B85F-A68A5B3C5DC4}" dt="2024-01-21T05:20:49.680" v="1624" actId="165"/>
      <pc:docMkLst>
        <pc:docMk/>
      </pc:docMkLst>
      <pc:sldChg chg="delSp modSp mod">
        <pc:chgData name="Rahul Mohandas (RMd)" userId="cdc53f0a-00cb-4490-8a90-22675af5e74d" providerId="ADAL" clId="{30C75EC0-EDD0-E441-B85F-A68A5B3C5DC4}" dt="2024-01-14T06:12:18.173" v="53" actId="478"/>
        <pc:sldMkLst>
          <pc:docMk/>
          <pc:sldMk cId="3607683791" sldId="263"/>
        </pc:sldMkLst>
      </pc:sldChg>
      <pc:sldChg chg="modSp mod modNotesTx">
        <pc:chgData name="Rahul Mohandas (RMd)" userId="cdc53f0a-00cb-4490-8a90-22675af5e74d" providerId="ADAL" clId="{30C75EC0-EDD0-E441-B85F-A68A5B3C5DC4}" dt="2024-01-14T07:39:12.465" v="1342" actId="20577"/>
        <pc:sldMkLst>
          <pc:docMk/>
          <pc:sldMk cId="4015386047" sldId="4149"/>
        </pc:sldMkLst>
      </pc:sldChg>
      <pc:sldChg chg="addSp delSp modSp mod">
        <pc:chgData name="Rahul Mohandas (RMd)" userId="cdc53f0a-00cb-4490-8a90-22675af5e74d" providerId="ADAL" clId="{30C75EC0-EDD0-E441-B85F-A68A5B3C5DC4}" dt="2024-01-14T07:01:42.790" v="1185"/>
        <pc:sldMkLst>
          <pc:docMk/>
          <pc:sldMk cId="1238703253" sldId="4150"/>
        </pc:sldMkLst>
      </pc:sldChg>
      <pc:sldChg chg="addSp delSp modSp mod">
        <pc:chgData name="Rahul Mohandas (RMd)" userId="cdc53f0a-00cb-4490-8a90-22675af5e74d" providerId="ADAL" clId="{30C75EC0-EDD0-E441-B85F-A68A5B3C5DC4}" dt="2024-01-14T07:01:35.523" v="1183"/>
        <pc:sldMkLst>
          <pc:docMk/>
          <pc:sldMk cId="2279051279" sldId="4151"/>
        </pc:sldMkLst>
      </pc:sldChg>
      <pc:sldChg chg="addSp modSp mod">
        <pc:chgData name="Rahul Mohandas (RMd)" userId="cdc53f0a-00cb-4490-8a90-22675af5e74d" providerId="ADAL" clId="{30C75EC0-EDD0-E441-B85F-A68A5B3C5DC4}" dt="2024-01-14T07:01:27.926" v="1181" actId="20577"/>
        <pc:sldMkLst>
          <pc:docMk/>
          <pc:sldMk cId="2297587967" sldId="4152"/>
        </pc:sldMkLst>
      </pc:sldChg>
      <pc:sldChg chg="addSp delSp modSp">
        <pc:chgData name="Rahul Mohandas (RMd)" userId="cdc53f0a-00cb-4490-8a90-22675af5e74d" providerId="ADAL" clId="{30C75EC0-EDD0-E441-B85F-A68A5B3C5DC4}" dt="2024-01-14T06:46:04.487" v="813"/>
        <pc:sldMkLst>
          <pc:docMk/>
          <pc:sldMk cId="2263986708" sldId="4155"/>
        </pc:sldMkLst>
      </pc:sldChg>
      <pc:sldChg chg="modSp mod">
        <pc:chgData name="Rahul Mohandas (RMd)" userId="cdc53f0a-00cb-4490-8a90-22675af5e74d" providerId="ADAL" clId="{30C75EC0-EDD0-E441-B85F-A68A5B3C5DC4}" dt="2024-01-14T06:15:47.328" v="76" actId="1440"/>
        <pc:sldMkLst>
          <pc:docMk/>
          <pc:sldMk cId="3536281384" sldId="4156"/>
        </pc:sldMkLst>
      </pc:sldChg>
      <pc:sldChg chg="addSp delSp modSp mod ord">
        <pc:chgData name="Rahul Mohandas (RMd)" userId="cdc53f0a-00cb-4490-8a90-22675af5e74d" providerId="ADAL" clId="{30C75EC0-EDD0-E441-B85F-A68A5B3C5DC4}" dt="2024-01-14T06:25:56.412" v="211" actId="20577"/>
        <pc:sldMkLst>
          <pc:docMk/>
          <pc:sldMk cId="4110881540" sldId="4158"/>
        </pc:sldMkLst>
      </pc:sldChg>
      <pc:sldChg chg="modSp">
        <pc:chgData name="Rahul Mohandas (RMd)" userId="cdc53f0a-00cb-4490-8a90-22675af5e74d" providerId="ADAL" clId="{30C75EC0-EDD0-E441-B85F-A68A5B3C5DC4}" dt="2024-01-14T06:26:33.645" v="225" actId="20577"/>
        <pc:sldMkLst>
          <pc:docMk/>
          <pc:sldMk cId="270183623" sldId="4161"/>
        </pc:sldMkLst>
      </pc:sldChg>
      <pc:sldChg chg="addSp modSp mod">
        <pc:chgData name="Rahul Mohandas (RMd)" userId="cdc53f0a-00cb-4490-8a90-22675af5e74d" providerId="ADAL" clId="{30C75EC0-EDD0-E441-B85F-A68A5B3C5DC4}" dt="2024-01-14T06:55:32.824" v="1093" actId="20577"/>
        <pc:sldMkLst>
          <pc:docMk/>
          <pc:sldMk cId="2527302375" sldId="4162"/>
        </pc:sldMkLst>
      </pc:sldChg>
      <pc:sldChg chg="modNotesTx">
        <pc:chgData name="Rahul Mohandas (RMd)" userId="cdc53f0a-00cb-4490-8a90-22675af5e74d" providerId="ADAL" clId="{30C75EC0-EDD0-E441-B85F-A68A5B3C5DC4}" dt="2024-01-14T06:49:41.686" v="965" actId="20577"/>
        <pc:sldMkLst>
          <pc:docMk/>
          <pc:sldMk cId="967550642" sldId="4163"/>
        </pc:sldMkLst>
      </pc:sldChg>
      <pc:sldChg chg="addSp delSp modSp mod modNotesTx">
        <pc:chgData name="Rahul Mohandas (RMd)" userId="cdc53f0a-00cb-4490-8a90-22675af5e74d" providerId="ADAL" clId="{30C75EC0-EDD0-E441-B85F-A68A5B3C5DC4}" dt="2024-01-14T07:41:56.912" v="1507" actId="20577"/>
        <pc:sldMkLst>
          <pc:docMk/>
          <pc:sldMk cId="2216118688" sldId="4164"/>
        </pc:sldMkLst>
      </pc:sldChg>
      <pc:sldChg chg="delSp modSp">
        <pc:chgData name="Rahul Mohandas (RMd)" userId="cdc53f0a-00cb-4490-8a90-22675af5e74d" providerId="ADAL" clId="{30C75EC0-EDD0-E441-B85F-A68A5B3C5DC4}" dt="2024-01-21T05:20:49.680" v="1624" actId="165"/>
        <pc:sldMkLst>
          <pc:docMk/>
          <pc:sldMk cId="967751023" sldId="4165"/>
        </pc:sldMkLst>
      </pc:sldChg>
      <pc:sldChg chg="addSp delSp modSp new mod chgLayout">
        <pc:chgData name="Rahul Mohandas (RMd)" userId="cdc53f0a-00cb-4490-8a90-22675af5e74d" providerId="ADAL" clId="{30C75EC0-EDD0-E441-B85F-A68A5B3C5DC4}" dt="2024-01-14T05:57:47.626" v="49" actId="1076"/>
        <pc:sldMkLst>
          <pc:docMk/>
          <pc:sldMk cId="1189614051" sldId="4168"/>
        </pc:sldMkLst>
      </pc:sldChg>
      <pc:sldChg chg="modSp new mod modNotesTx">
        <pc:chgData name="Rahul Mohandas (RMd)" userId="cdc53f0a-00cb-4490-8a90-22675af5e74d" providerId="ADAL" clId="{30C75EC0-EDD0-E441-B85F-A68A5B3C5DC4}" dt="2024-01-14T06:45:02.743" v="781" actId="20577"/>
        <pc:sldMkLst>
          <pc:docMk/>
          <pc:sldMk cId="3425165119" sldId="4169"/>
        </pc:sldMkLst>
      </pc:sldChg>
      <pc:sldChg chg="addSp delSp modSp add mod chgLayout">
        <pc:chgData name="Rahul Mohandas (RMd)" userId="cdc53f0a-00cb-4490-8a90-22675af5e74d" providerId="ADAL" clId="{30C75EC0-EDD0-E441-B85F-A68A5B3C5DC4}" dt="2024-01-14T07:05:11.628" v="1246" actId="20577"/>
        <pc:sldMkLst>
          <pc:docMk/>
          <pc:sldMk cId="3832112072" sldId="4170"/>
        </pc:sldMkLst>
      </pc:sldChg>
      <pc:sldChg chg="addSp delSp modSp new mod ord">
        <pc:chgData name="Rahul Mohandas (RMd)" userId="cdc53f0a-00cb-4490-8a90-22675af5e74d" providerId="ADAL" clId="{30C75EC0-EDD0-E441-B85F-A68A5B3C5DC4}" dt="2024-01-14T07:00:08.113" v="1109" actId="20577"/>
        <pc:sldMkLst>
          <pc:docMk/>
          <pc:sldMk cId="628115242" sldId="4171"/>
        </pc:sldMkLst>
      </pc:sldChg>
      <pc:sldChg chg="addSp delSp modSp add mod modClrScheme chgLayout modNotesTx">
        <pc:chgData name="Rahul Mohandas (RMd)" userId="cdc53f0a-00cb-4490-8a90-22675af5e74d" providerId="ADAL" clId="{30C75EC0-EDD0-E441-B85F-A68A5B3C5DC4}" dt="2024-01-14T06:46:14.569" v="815"/>
        <pc:sldMkLst>
          <pc:docMk/>
          <pc:sldMk cId="1339588837" sldId="4172"/>
        </pc:sldMkLst>
      </pc:sldChg>
      <pc:sldChg chg="addSp delSp modSp new mod modClrScheme chgLayout">
        <pc:chgData name="Rahul Mohandas (RMd)" userId="cdc53f0a-00cb-4490-8a90-22675af5e74d" providerId="ADAL" clId="{30C75EC0-EDD0-E441-B85F-A68A5B3C5DC4}" dt="2024-01-14T07:49:58.384" v="1608"/>
        <pc:sldMkLst>
          <pc:docMk/>
          <pc:sldMk cId="3769210793" sldId="4173"/>
        </pc:sldMkLst>
      </pc:sldChg>
      <pc:sldChg chg="addSp delSp modSp new mod modMedia delAnim">
        <pc:chgData name="Rahul Mohandas (RMd)" userId="cdc53f0a-00cb-4490-8a90-22675af5e74d" providerId="ADAL" clId="{30C75EC0-EDD0-E441-B85F-A68A5B3C5DC4}" dt="2024-01-14T10:05:14.992" v="1623" actId="26606"/>
        <pc:sldMkLst>
          <pc:docMk/>
          <pc:sldMk cId="1404816291" sldId="4174"/>
        </pc:sldMkLst>
      </pc:sldChg>
    </pc:docChg>
  </pc:docChgLst>
  <pc:docChgLst>
    <pc:chgData name="Rahul Mohandas (RMd)" userId="cdc53f0a-00cb-4490-8a90-22675af5e74d" providerId="ADAL" clId="{45D405CE-7056-144E-868D-A3B8128A8025}"/>
    <pc:docChg chg="undo custSel addSld delSld modSld sldOrd modMainMaster">
      <pc:chgData name="Rahul Mohandas (RMd)" userId="cdc53f0a-00cb-4490-8a90-22675af5e74d" providerId="ADAL" clId="{45D405CE-7056-144E-868D-A3B8128A8025}" dt="2025-02-02T11:17:33.097" v="2597" actId="20577"/>
      <pc:docMkLst>
        <pc:docMk/>
      </pc:docMkLst>
      <pc:sldChg chg="modSp mod">
        <pc:chgData name="Rahul Mohandas (RMd)" userId="cdc53f0a-00cb-4490-8a90-22675af5e74d" providerId="ADAL" clId="{45D405CE-7056-144E-868D-A3B8128A8025}" dt="2025-02-01T07:57:04.568" v="11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45D405CE-7056-144E-868D-A3B8128A8025}" dt="2025-02-01T09:07:29.635" v="368" actId="2696"/>
        <pc:sldMkLst>
          <pc:docMk/>
          <pc:sldMk cId="2301697734" sldId="262"/>
        </pc:sldMkLst>
      </pc:sldChg>
      <pc:sldChg chg="del">
        <pc:chgData name="Rahul Mohandas (RMd)" userId="cdc53f0a-00cb-4490-8a90-22675af5e74d" providerId="ADAL" clId="{45D405CE-7056-144E-868D-A3B8128A8025}" dt="2025-02-01T09:12:10.910" v="614" actId="2696"/>
        <pc:sldMkLst>
          <pc:docMk/>
          <pc:sldMk cId="0" sldId="294"/>
        </pc:sldMkLst>
      </pc:sldChg>
      <pc:sldChg chg="modSp del mod">
        <pc:chgData name="Rahul Mohandas (RMd)" userId="cdc53f0a-00cb-4490-8a90-22675af5e74d" providerId="ADAL" clId="{45D405CE-7056-144E-868D-A3B8128A8025}" dt="2025-02-01T09:12:24.160" v="621" actId="2696"/>
        <pc:sldMkLst>
          <pc:docMk/>
          <pc:sldMk cId="0" sldId="295"/>
        </pc:sldMkLst>
      </pc:sldChg>
      <pc:sldChg chg="delSp del mod">
        <pc:chgData name="Rahul Mohandas (RMd)" userId="cdc53f0a-00cb-4490-8a90-22675af5e74d" providerId="ADAL" clId="{45D405CE-7056-144E-868D-A3B8128A8025}" dt="2025-02-01T09:11:37.050" v="575" actId="2696"/>
        <pc:sldMkLst>
          <pc:docMk/>
          <pc:sldMk cId="0" sldId="296"/>
        </pc:sldMkLst>
      </pc:sldChg>
      <pc:sldChg chg="del">
        <pc:chgData name="Rahul Mohandas (RMd)" userId="cdc53f0a-00cb-4490-8a90-22675af5e74d" providerId="ADAL" clId="{45D405CE-7056-144E-868D-A3B8128A8025}" dt="2025-02-01T09:12:54.105" v="663" actId="2696"/>
        <pc:sldMkLst>
          <pc:docMk/>
          <pc:sldMk cId="0" sldId="297"/>
        </pc:sldMkLst>
      </pc:sldChg>
      <pc:sldChg chg="del">
        <pc:chgData name="Rahul Mohandas (RMd)" userId="cdc53f0a-00cb-4490-8a90-22675af5e74d" providerId="ADAL" clId="{45D405CE-7056-144E-868D-A3B8128A8025}" dt="2025-02-01T09:11:04.234" v="540" actId="2696"/>
        <pc:sldMkLst>
          <pc:docMk/>
          <pc:sldMk cId="1807058818" sldId="300"/>
        </pc:sldMkLst>
      </pc:sldChg>
      <pc:sldChg chg="modSp del mod">
        <pc:chgData name="Rahul Mohandas (RMd)" userId="cdc53f0a-00cb-4490-8a90-22675af5e74d" providerId="ADAL" clId="{45D405CE-7056-144E-868D-A3B8128A8025}" dt="2025-02-01T09:11:26.258" v="573" actId="2696"/>
        <pc:sldMkLst>
          <pc:docMk/>
          <pc:sldMk cId="3529612723" sldId="301"/>
        </pc:sldMkLst>
      </pc:sldChg>
      <pc:sldChg chg="modSp del mod">
        <pc:chgData name="Rahul Mohandas (RMd)" userId="cdc53f0a-00cb-4490-8a90-22675af5e74d" providerId="ADAL" clId="{45D405CE-7056-144E-868D-A3B8128A8025}" dt="2025-02-01T09:15:52.032" v="861" actId="2696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45D405CE-7056-144E-868D-A3B8128A8025}" dt="2025-02-01T08:23:48.948" v="310" actId="2696"/>
        <pc:sldMkLst>
          <pc:docMk/>
          <pc:sldMk cId="1715918371" sldId="4175"/>
        </pc:sldMkLst>
      </pc:sldChg>
      <pc:sldChg chg="modSp del mod">
        <pc:chgData name="Rahul Mohandas (RMd)" userId="cdc53f0a-00cb-4490-8a90-22675af5e74d" providerId="ADAL" clId="{45D405CE-7056-144E-868D-A3B8128A8025}" dt="2025-02-01T09:13:38.289" v="719" actId="2696"/>
        <pc:sldMkLst>
          <pc:docMk/>
          <pc:sldMk cId="39210274" sldId="4176"/>
        </pc:sldMkLst>
      </pc:sldChg>
      <pc:sldChg chg="del">
        <pc:chgData name="Rahul Mohandas (RMd)" userId="cdc53f0a-00cb-4490-8a90-22675af5e74d" providerId="ADAL" clId="{45D405CE-7056-144E-868D-A3B8128A8025}" dt="2025-02-01T09:15:33.608" v="848" actId="2696"/>
        <pc:sldMkLst>
          <pc:docMk/>
          <pc:sldMk cId="525733354" sldId="4178"/>
        </pc:sldMkLst>
      </pc:sldChg>
      <pc:sldChg chg="modSp mod">
        <pc:chgData name="Rahul Mohandas (RMd)" userId="cdc53f0a-00cb-4490-8a90-22675af5e74d" providerId="ADAL" clId="{45D405CE-7056-144E-868D-A3B8128A8025}" dt="2025-02-01T09:08:28.245" v="420" actId="20577"/>
        <pc:sldMkLst>
          <pc:docMk/>
          <pc:sldMk cId="1051106196" sldId="4179"/>
        </pc:sldMkLst>
      </pc:sldChg>
      <pc:sldChg chg="delSp modSp del mod ord">
        <pc:chgData name="Rahul Mohandas (RMd)" userId="cdc53f0a-00cb-4490-8a90-22675af5e74d" providerId="ADAL" clId="{45D405CE-7056-144E-868D-A3B8128A8025}" dt="2025-02-01T09:19:06.721" v="927" actId="2696"/>
        <pc:sldMkLst>
          <pc:docMk/>
          <pc:sldMk cId="3294583850" sldId="4181"/>
        </pc:sldMkLst>
      </pc:sldChg>
      <pc:sldChg chg="modSp del mod">
        <pc:chgData name="Rahul Mohandas (RMd)" userId="cdc53f0a-00cb-4490-8a90-22675af5e74d" providerId="ADAL" clId="{45D405CE-7056-144E-868D-A3B8128A8025}" dt="2025-02-01T09:10:04.056" v="504" actId="2696"/>
        <pc:sldMkLst>
          <pc:docMk/>
          <pc:sldMk cId="791699772" sldId="4183"/>
        </pc:sldMkLst>
      </pc:sldChg>
      <pc:sldChg chg="modSp del mod">
        <pc:chgData name="Rahul Mohandas (RMd)" userId="cdc53f0a-00cb-4490-8a90-22675af5e74d" providerId="ADAL" clId="{45D405CE-7056-144E-868D-A3B8128A8025}" dt="2025-02-01T09:15:11.743" v="825" actId="2696"/>
        <pc:sldMkLst>
          <pc:docMk/>
          <pc:sldMk cId="4236916943" sldId="4184"/>
        </pc:sldMkLst>
      </pc:sldChg>
      <pc:sldChg chg="modSp del mod">
        <pc:chgData name="Rahul Mohandas (RMd)" userId="cdc53f0a-00cb-4490-8a90-22675af5e74d" providerId="ADAL" clId="{45D405CE-7056-144E-868D-A3B8128A8025}" dt="2025-02-01T09:15:11.745" v="826" actId="2696"/>
        <pc:sldMkLst>
          <pc:docMk/>
          <pc:sldMk cId="3813146382" sldId="4185"/>
        </pc:sldMkLst>
      </pc:sldChg>
      <pc:sldChg chg="del">
        <pc:chgData name="Rahul Mohandas (RMd)" userId="cdc53f0a-00cb-4490-8a90-22675af5e74d" providerId="ADAL" clId="{45D405CE-7056-144E-868D-A3B8128A8025}" dt="2025-02-01T09:15:11.728" v="824" actId="2696"/>
        <pc:sldMkLst>
          <pc:docMk/>
          <pc:sldMk cId="2093650038" sldId="4186"/>
        </pc:sldMkLst>
      </pc:sldChg>
      <pc:sldChg chg="del">
        <pc:chgData name="Rahul Mohandas (RMd)" userId="cdc53f0a-00cb-4490-8a90-22675af5e74d" providerId="ADAL" clId="{45D405CE-7056-144E-868D-A3B8128A8025}" dt="2025-02-01T08:23:48.965" v="311" actId="2696"/>
        <pc:sldMkLst>
          <pc:docMk/>
          <pc:sldMk cId="368787866" sldId="4187"/>
        </pc:sldMkLst>
      </pc:sldChg>
      <pc:sldChg chg="modSp del mod">
        <pc:chgData name="Rahul Mohandas (RMd)" userId="cdc53f0a-00cb-4490-8a90-22675af5e74d" providerId="ADAL" clId="{45D405CE-7056-144E-868D-A3B8128A8025}" dt="2025-02-01T09:10:30.827" v="531" actId="2696"/>
        <pc:sldMkLst>
          <pc:docMk/>
          <pc:sldMk cId="2460590757" sldId="4188"/>
        </pc:sldMkLst>
      </pc:sldChg>
      <pc:sldChg chg="del">
        <pc:chgData name="Rahul Mohandas (RMd)" userId="cdc53f0a-00cb-4490-8a90-22675af5e74d" providerId="ADAL" clId="{45D405CE-7056-144E-868D-A3B8128A8025}" dt="2025-02-01T09:09:36.923" v="476" actId="2696"/>
        <pc:sldMkLst>
          <pc:docMk/>
          <pc:sldMk cId="399935353" sldId="4189"/>
        </pc:sldMkLst>
      </pc:sldChg>
      <pc:sldChg chg="del">
        <pc:chgData name="Rahul Mohandas (RMd)" userId="cdc53f0a-00cb-4490-8a90-22675af5e74d" providerId="ADAL" clId="{45D405CE-7056-144E-868D-A3B8128A8025}" dt="2025-02-01T09:08:57.734" v="443" actId="2696"/>
        <pc:sldMkLst>
          <pc:docMk/>
          <pc:sldMk cId="4157782236" sldId="4190"/>
        </pc:sldMkLst>
      </pc:sldChg>
      <pc:sldChg chg="modSp new del mod ord">
        <pc:chgData name="Rahul Mohandas (RMd)" userId="cdc53f0a-00cb-4490-8a90-22675af5e74d" providerId="ADAL" clId="{45D405CE-7056-144E-868D-A3B8128A8025}" dt="2025-02-01T09:13:23.590" v="706" actId="2696"/>
        <pc:sldMkLst>
          <pc:docMk/>
          <pc:sldMk cId="1256976251" sldId="4191"/>
        </pc:sldMkLst>
      </pc:sldChg>
      <pc:sldChg chg="new del">
        <pc:chgData name="Rahul Mohandas (RMd)" userId="cdc53f0a-00cb-4490-8a90-22675af5e74d" providerId="ADAL" clId="{45D405CE-7056-144E-868D-A3B8128A8025}" dt="2025-02-01T09:08:09.733" v="385" actId="2696"/>
        <pc:sldMkLst>
          <pc:docMk/>
          <pc:sldMk cId="2588318441" sldId="4192"/>
        </pc:sldMkLst>
      </pc:sldChg>
      <pc:sldChg chg="new del">
        <pc:chgData name="Rahul Mohandas (RMd)" userId="cdc53f0a-00cb-4490-8a90-22675af5e74d" providerId="ADAL" clId="{45D405CE-7056-144E-868D-A3B8128A8025}" dt="2025-02-02T05:45:08.300" v="2077" actId="2696"/>
        <pc:sldMkLst>
          <pc:docMk/>
          <pc:sldMk cId="2648062899" sldId="4193"/>
        </pc:sldMkLst>
      </pc:sldChg>
      <pc:sldChg chg="modSp new mod">
        <pc:chgData name="Rahul Mohandas (RMd)" userId="cdc53f0a-00cb-4490-8a90-22675af5e74d" providerId="ADAL" clId="{45D405CE-7056-144E-868D-A3B8128A8025}" dt="2025-02-01T09:07:32.206" v="370" actId="20577"/>
        <pc:sldMkLst>
          <pc:docMk/>
          <pc:sldMk cId="2054431469" sldId="4194"/>
        </pc:sldMkLst>
      </pc:sldChg>
      <pc:sldChg chg="addSp modSp new mod">
        <pc:chgData name="Rahul Mohandas (RMd)" userId="cdc53f0a-00cb-4490-8a90-22675af5e74d" providerId="ADAL" clId="{45D405CE-7056-144E-868D-A3B8128A8025}" dt="2025-02-01T09:08:54.075" v="442" actId="20577"/>
        <pc:sldMkLst>
          <pc:docMk/>
          <pc:sldMk cId="144442403" sldId="4195"/>
        </pc:sldMkLst>
      </pc:sldChg>
      <pc:sldChg chg="add del">
        <pc:chgData name="Rahul Mohandas (RMd)" userId="cdc53f0a-00cb-4490-8a90-22675af5e74d" providerId="ADAL" clId="{45D405CE-7056-144E-868D-A3B8128A8025}" dt="2025-02-01T09:07:42.516" v="372" actId="2696"/>
        <pc:sldMkLst>
          <pc:docMk/>
          <pc:sldMk cId="3700340704" sldId="4195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1T09:09:39.106" v="477"/>
        <pc:sldMkLst>
          <pc:docMk/>
          <pc:sldMk cId="1019729924" sldId="4196"/>
        </pc:sldMkLst>
      </pc:sldChg>
      <pc:sldChg chg="modSp new mod modNotesTx">
        <pc:chgData name="Rahul Mohandas (RMd)" userId="cdc53f0a-00cb-4490-8a90-22675af5e74d" providerId="ADAL" clId="{45D405CE-7056-144E-868D-A3B8128A8025}" dt="2025-02-01T09:10:06.234" v="505"/>
        <pc:sldMkLst>
          <pc:docMk/>
          <pc:sldMk cId="3175931989" sldId="4197"/>
        </pc:sldMkLst>
      </pc:sldChg>
      <pc:sldChg chg="modSp new mod modNotesTx">
        <pc:chgData name="Rahul Mohandas (RMd)" userId="cdc53f0a-00cb-4490-8a90-22675af5e74d" providerId="ADAL" clId="{45D405CE-7056-144E-868D-A3B8128A8025}" dt="2025-02-01T09:10:52.789" v="538" actId="20577"/>
        <pc:sldMkLst>
          <pc:docMk/>
          <pc:sldMk cId="4129178089" sldId="4198"/>
        </pc:sldMkLst>
      </pc:sldChg>
      <pc:sldChg chg="addSp modSp new mod">
        <pc:chgData name="Rahul Mohandas (RMd)" userId="cdc53f0a-00cb-4490-8a90-22675af5e74d" providerId="ADAL" clId="{45D405CE-7056-144E-868D-A3B8128A8025}" dt="2025-02-01T09:11:08.444" v="554" actId="20577"/>
        <pc:sldMkLst>
          <pc:docMk/>
          <pc:sldMk cId="4109760525" sldId="4199"/>
        </pc:sldMkLst>
      </pc:sldChg>
      <pc:sldChg chg="modSp new mod">
        <pc:chgData name="Rahul Mohandas (RMd)" userId="cdc53f0a-00cb-4490-8a90-22675af5e74d" providerId="ADAL" clId="{45D405CE-7056-144E-868D-A3B8128A8025}" dt="2025-02-01T09:11:21.585" v="572" actId="20577"/>
        <pc:sldMkLst>
          <pc:docMk/>
          <pc:sldMk cId="1905579391" sldId="4200"/>
        </pc:sldMkLst>
      </pc:sldChg>
      <pc:sldChg chg="addSp modSp new mod">
        <pc:chgData name="Rahul Mohandas (RMd)" userId="cdc53f0a-00cb-4490-8a90-22675af5e74d" providerId="ADAL" clId="{45D405CE-7056-144E-868D-A3B8128A8025}" dt="2025-02-01T09:11:44.557" v="597" actId="20577"/>
        <pc:sldMkLst>
          <pc:docMk/>
          <pc:sldMk cId="1968305855" sldId="4201"/>
        </pc:sldMkLst>
      </pc:sldChg>
      <pc:sldChg chg="addSp modSp new mod">
        <pc:chgData name="Rahul Mohandas (RMd)" userId="cdc53f0a-00cb-4490-8a90-22675af5e74d" providerId="ADAL" clId="{45D405CE-7056-144E-868D-A3B8128A8025}" dt="2025-02-01T09:12:28.707" v="624" actId="20577"/>
        <pc:sldMkLst>
          <pc:docMk/>
          <pc:sldMk cId="3319456524" sldId="4202"/>
        </pc:sldMkLst>
      </pc:sldChg>
      <pc:sldChg chg="modSp new mod">
        <pc:chgData name="Rahul Mohandas (RMd)" userId="cdc53f0a-00cb-4490-8a90-22675af5e74d" providerId="ADAL" clId="{45D405CE-7056-144E-868D-A3B8128A8025}" dt="2025-02-01T09:12:21.291" v="620" actId="20577"/>
        <pc:sldMkLst>
          <pc:docMk/>
          <pc:sldMk cId="2537160904" sldId="4203"/>
        </pc:sldMkLst>
      </pc:sldChg>
      <pc:sldChg chg="addSp modSp new mod">
        <pc:chgData name="Rahul Mohandas (RMd)" userId="cdc53f0a-00cb-4490-8a90-22675af5e74d" providerId="ADAL" clId="{45D405CE-7056-144E-868D-A3B8128A8025}" dt="2025-02-01T09:12:50.284" v="662" actId="20577"/>
        <pc:sldMkLst>
          <pc:docMk/>
          <pc:sldMk cId="1885688694" sldId="4204"/>
        </pc:sldMkLst>
      </pc:sldChg>
      <pc:sldChg chg="modSp new mod">
        <pc:chgData name="Rahul Mohandas (RMd)" userId="cdc53f0a-00cb-4490-8a90-22675af5e74d" providerId="ADAL" clId="{45D405CE-7056-144E-868D-A3B8128A8025}" dt="2025-02-01T09:13:18.248" v="705" actId="20577"/>
        <pc:sldMkLst>
          <pc:docMk/>
          <pc:sldMk cId="2883090985" sldId="4205"/>
        </pc:sldMkLst>
      </pc:sldChg>
      <pc:sldChg chg="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9517632" sldId="4206"/>
        </pc:sldMkLst>
      </pc:sldChg>
      <pc:sldChg chg="add ord">
        <pc:chgData name="Rahul Mohandas (RMd)" userId="cdc53f0a-00cb-4490-8a90-22675af5e74d" providerId="ADAL" clId="{45D405CE-7056-144E-868D-A3B8128A8025}" dt="2025-02-02T07:46:36.531" v="2080" actId="20578"/>
        <pc:sldMkLst>
          <pc:docMk/>
          <pc:sldMk cId="324563774" sldId="4206"/>
        </pc:sldMkLst>
      </pc:sldChg>
      <pc:sldChg chg="addSp delSp modSp new mod">
        <pc:chgData name="Rahul Mohandas (RMd)" userId="cdc53f0a-00cb-4490-8a90-22675af5e74d" providerId="ADAL" clId="{45D405CE-7056-144E-868D-A3B8128A8025}" dt="2025-02-01T09:25:13.977" v="1106" actId="478"/>
        <pc:sldMkLst>
          <pc:docMk/>
          <pc:sldMk cId="4268223099" sldId="4207"/>
        </pc:sldMkLst>
      </pc:sldChg>
      <pc:sldChg chg="addSp modSp new mod">
        <pc:chgData name="Rahul Mohandas (RMd)" userId="cdc53f0a-00cb-4490-8a90-22675af5e74d" providerId="ADAL" clId="{45D405CE-7056-144E-868D-A3B8128A8025}" dt="2025-02-02T05:42:22.312" v="2042" actId="20577"/>
        <pc:sldMkLst>
          <pc:docMk/>
          <pc:sldMk cId="2756867286" sldId="4208"/>
        </pc:sldMkLst>
      </pc:sldChg>
      <pc:sldChg chg="modSp new mod">
        <pc:chgData name="Rahul Mohandas (RMd)" userId="cdc53f0a-00cb-4490-8a90-22675af5e74d" providerId="ADAL" clId="{45D405CE-7056-144E-868D-A3B8128A8025}" dt="2025-02-01T09:15:49.303" v="860" actId="20577"/>
        <pc:sldMkLst>
          <pc:docMk/>
          <pc:sldMk cId="1754784262" sldId="4209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1448244143" sldId="4210"/>
        </pc:sldMkLst>
      </pc:sldChg>
      <pc:sldChg chg="addSp delSp modSp new del mod chgLayout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159314175" sldId="4210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2T05:43:03.104" v="2054" actId="20577"/>
        <pc:sldMkLst>
          <pc:docMk/>
          <pc:sldMk cId="3653079055" sldId="4211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2T05:43:34.054" v="2072" actId="20577"/>
        <pc:sldMkLst>
          <pc:docMk/>
          <pc:sldMk cId="3520349363" sldId="4212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1T09:19:13.361" v="936" actId="20577"/>
        <pc:sldMkLst>
          <pc:docMk/>
          <pc:sldMk cId="1500737825" sldId="4213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2T05:42:48.984" v="2049" actId="20577"/>
        <pc:sldMkLst>
          <pc:docMk/>
          <pc:sldMk cId="2511997664" sldId="4214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1T09:28:38.099" v="1211" actId="1035"/>
        <pc:sldMkLst>
          <pc:docMk/>
          <pc:sldMk cId="389113519" sldId="4215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1T09:33:15.644" v="1349" actId="20577"/>
        <pc:sldMkLst>
          <pc:docMk/>
          <pc:sldMk cId="2701755010" sldId="4216"/>
        </pc:sldMkLst>
      </pc:sldChg>
      <pc:sldChg chg="addSp delSp modSp new del mod chgLayout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427025889" sldId="4217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641580140" sldId="4217"/>
        </pc:sldMkLst>
      </pc:sldChg>
      <pc:sldChg chg="new del">
        <pc:chgData name="Rahul Mohandas (RMd)" userId="cdc53f0a-00cb-4490-8a90-22675af5e74d" providerId="ADAL" clId="{45D405CE-7056-144E-868D-A3B8128A8025}" dt="2025-02-02T05:42:10.466" v="2041" actId="2696"/>
        <pc:sldMkLst>
          <pc:docMk/>
          <pc:sldMk cId="2461847979" sldId="4218"/>
        </pc:sldMkLst>
      </pc:sldChg>
      <pc:sldChg chg="addSp delSp modSp new del mod ord modClrScheme chgLayout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1763239599" sldId="4219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2052530878" sldId="4219"/>
        </pc:sldMkLst>
      </pc:sldChg>
      <pc:sldChg chg="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1451979411" sldId="4220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2081378875" sldId="4220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1668436681" sldId="4221"/>
        </pc:sldMkLst>
      </pc:sldChg>
      <pc:sldChg chg="addSp delSp 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483891659" sldId="4221"/>
        </pc:sldMkLst>
      </pc:sldChg>
      <pc:sldChg chg="addSp 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056372997" sldId="4222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3169681740" sldId="4222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2T11:17:33.097" v="2597" actId="20577"/>
        <pc:sldMkLst>
          <pc:docMk/>
          <pc:sldMk cId="1793993741" sldId="4223"/>
        </pc:sldMkLst>
      </pc:sldChg>
      <pc:sldMasterChg chg="delSp modSp mod modSldLayout">
        <pc:chgData name="Rahul Mohandas (RMd)" userId="cdc53f0a-00cb-4490-8a90-22675af5e74d" providerId="ADAL" clId="{45D405CE-7056-144E-868D-A3B8128A8025}" dt="2025-02-01T09:06:45.510" v="363"/>
        <pc:sldMasterMkLst>
          <pc:docMk/>
          <pc:sldMasterMk cId="0" sldId="2147483648"/>
        </pc:sldMasterMkLst>
        <pc:sldLayoutChg chg="modSp">
          <pc:chgData name="Rahul Mohandas (RMd)" userId="cdc53f0a-00cb-4490-8a90-22675af5e74d" providerId="ADAL" clId="{45D405CE-7056-144E-868D-A3B8128A8025}" dt="2025-02-01T08:36:45.199" v="345" actId="735"/>
          <pc:sldLayoutMkLst>
            <pc:docMk/>
            <pc:sldMasterMk cId="0" sldId="2147483648"/>
            <pc:sldLayoutMk cId="1102966051" sldId="2147483718"/>
          </pc:sldLayoutMkLst>
        </pc:sldLayoutChg>
        <pc:sldLayoutChg chg="addSp modSp mod">
          <pc:chgData name="Rahul Mohandas (RMd)" userId="cdc53f0a-00cb-4490-8a90-22675af5e74d" providerId="ADAL" clId="{45D405CE-7056-144E-868D-A3B8128A8025}" dt="2025-02-01T09:06:35.923" v="361" actId="1036"/>
          <pc:sldLayoutMkLst>
            <pc:docMk/>
            <pc:sldMasterMk cId="0" sldId="2147483648"/>
            <pc:sldLayoutMk cId="975937277" sldId="2147483719"/>
          </pc:sldLayoutMkLst>
        </pc:sldLayoutChg>
        <pc:sldLayoutChg chg="addSp modSp">
          <pc:chgData name="Rahul Mohandas (RMd)" userId="cdc53f0a-00cb-4490-8a90-22675af5e74d" providerId="ADAL" clId="{45D405CE-7056-144E-868D-A3B8128A8025}" dt="2025-02-01T09:06:41.899" v="362"/>
          <pc:sldLayoutMkLst>
            <pc:docMk/>
            <pc:sldMasterMk cId="0" sldId="2147483648"/>
            <pc:sldLayoutMk cId="1409962327" sldId="2147483720"/>
          </pc:sldLayoutMkLst>
        </pc:sldLayoutChg>
        <pc:sldLayoutChg chg="addSp modSp">
          <pc:chgData name="Rahul Mohandas (RMd)" userId="cdc53f0a-00cb-4490-8a90-22675af5e74d" providerId="ADAL" clId="{45D405CE-7056-144E-868D-A3B8128A8025}" dt="2025-02-01T09:06:45.510" v="363"/>
          <pc:sldLayoutMkLst>
            <pc:docMk/>
            <pc:sldMasterMk cId="0" sldId="2147483648"/>
            <pc:sldLayoutMk cId="3056628485" sldId="2147483722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ABEE8-F925-A841-8D21-CD631CE99705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004D3B9E-A51B-474F-B609-A4DB9DFF2F24}">
      <dgm:prSet phldrT="[Text]"/>
      <dgm:spPr/>
      <dgm:t>
        <a:bodyPr/>
        <a:lstStyle/>
        <a:p>
          <a:r>
            <a:rPr lang="en-GB" dirty="0"/>
            <a:t>Functional Expertise</a:t>
          </a:r>
        </a:p>
      </dgm:t>
    </dgm:pt>
    <dgm:pt modelId="{0C15BBB2-79DA-2044-9888-AF4C3ABF05FE}" type="parTrans" cxnId="{6AFF1C64-4B7C-C74E-98CF-B86320EB5A16}">
      <dgm:prSet/>
      <dgm:spPr/>
      <dgm:t>
        <a:bodyPr/>
        <a:lstStyle/>
        <a:p>
          <a:endParaRPr lang="en-GB"/>
        </a:p>
      </dgm:t>
    </dgm:pt>
    <dgm:pt modelId="{9E228657-4D24-974C-BEC0-75FF18BFCD48}" type="sibTrans" cxnId="{6AFF1C64-4B7C-C74E-98CF-B86320EB5A16}">
      <dgm:prSet/>
      <dgm:spPr/>
      <dgm:t>
        <a:bodyPr/>
        <a:lstStyle/>
        <a:p>
          <a:endParaRPr lang="en-GB"/>
        </a:p>
      </dgm:t>
    </dgm:pt>
    <dgm:pt modelId="{8BCB5419-5D56-A543-83A6-C3A083F73BE8}">
      <dgm:prSet phldrT="[Text]"/>
      <dgm:spPr/>
      <dgm:t>
        <a:bodyPr/>
        <a:lstStyle/>
        <a:p>
          <a:r>
            <a:rPr lang="en-GB" dirty="0"/>
            <a:t>Business Acumen</a:t>
          </a:r>
        </a:p>
      </dgm:t>
    </dgm:pt>
    <dgm:pt modelId="{640BE68B-4B48-A140-A8AC-BDAF9BA0AB84}" type="parTrans" cxnId="{F80B5A40-3534-4A46-94E9-7922B9561B85}">
      <dgm:prSet/>
      <dgm:spPr/>
      <dgm:t>
        <a:bodyPr/>
        <a:lstStyle/>
        <a:p>
          <a:endParaRPr lang="en-GB"/>
        </a:p>
      </dgm:t>
    </dgm:pt>
    <dgm:pt modelId="{5F1A1809-3445-CA4E-8FB3-0BCF88ACA7DF}" type="sibTrans" cxnId="{F80B5A40-3534-4A46-94E9-7922B9561B85}">
      <dgm:prSet/>
      <dgm:spPr/>
      <dgm:t>
        <a:bodyPr/>
        <a:lstStyle/>
        <a:p>
          <a:endParaRPr lang="en-GB"/>
        </a:p>
      </dgm:t>
    </dgm:pt>
    <dgm:pt modelId="{DFB81EF4-5424-8E4E-8689-82C67913B21A}">
      <dgm:prSet phldrT="[Text]"/>
      <dgm:spPr/>
      <dgm:t>
        <a:bodyPr/>
        <a:lstStyle/>
        <a:p>
          <a:r>
            <a:rPr lang="en-GB" dirty="0"/>
            <a:t>Relationships</a:t>
          </a:r>
        </a:p>
      </dgm:t>
    </dgm:pt>
    <dgm:pt modelId="{B588ABED-DE6F-3149-A82E-F25A7F6E739D}" type="parTrans" cxnId="{8EBF52DA-8EE8-F344-8F28-D3C82ED9E16C}">
      <dgm:prSet/>
      <dgm:spPr/>
      <dgm:t>
        <a:bodyPr/>
        <a:lstStyle/>
        <a:p>
          <a:endParaRPr lang="en-GB"/>
        </a:p>
      </dgm:t>
    </dgm:pt>
    <dgm:pt modelId="{0D3F6675-5DD1-4F47-98D0-37CAA2C95B1D}" type="sibTrans" cxnId="{8EBF52DA-8EE8-F344-8F28-D3C82ED9E16C}">
      <dgm:prSet/>
      <dgm:spPr/>
      <dgm:t>
        <a:bodyPr/>
        <a:lstStyle/>
        <a:p>
          <a:endParaRPr lang="en-GB"/>
        </a:p>
      </dgm:t>
    </dgm:pt>
    <dgm:pt modelId="{9BC95B2F-4C64-CE42-81C5-72EA39A78D65}" type="pres">
      <dgm:prSet presAssocID="{D18ABEE8-F925-A841-8D21-CD631CE99705}" presName="compositeShape" presStyleCnt="0">
        <dgm:presLayoutVars>
          <dgm:chMax val="7"/>
          <dgm:dir/>
          <dgm:resizeHandles val="exact"/>
        </dgm:presLayoutVars>
      </dgm:prSet>
      <dgm:spPr/>
    </dgm:pt>
    <dgm:pt modelId="{38033DB4-D240-834A-8A88-52A7F052182E}" type="pres">
      <dgm:prSet presAssocID="{004D3B9E-A51B-474F-B609-A4DB9DFF2F24}" presName="circ1" presStyleLbl="vennNode1" presStyleIdx="0" presStyleCnt="3"/>
      <dgm:spPr/>
    </dgm:pt>
    <dgm:pt modelId="{89210EB2-C356-D149-9779-8223CBD004E9}" type="pres">
      <dgm:prSet presAssocID="{004D3B9E-A51B-474F-B609-A4DB9DFF2F2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33BBFBA-42DD-9642-B630-BF6905E4DEE4}" type="pres">
      <dgm:prSet presAssocID="{DFB81EF4-5424-8E4E-8689-82C67913B21A}" presName="circ2" presStyleLbl="vennNode1" presStyleIdx="1" presStyleCnt="3"/>
      <dgm:spPr/>
    </dgm:pt>
    <dgm:pt modelId="{B8880E79-739D-3242-92E4-C2A1AA24F4E4}" type="pres">
      <dgm:prSet presAssocID="{DFB81EF4-5424-8E4E-8689-82C67913B21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D8074E9-C586-6B4E-B298-07F4FE08C619}" type="pres">
      <dgm:prSet presAssocID="{8BCB5419-5D56-A543-83A6-C3A083F73BE8}" presName="circ3" presStyleLbl="vennNode1" presStyleIdx="2" presStyleCnt="3"/>
      <dgm:spPr/>
    </dgm:pt>
    <dgm:pt modelId="{BEDFF688-0B87-EF4A-8AB6-56ACEF831F9E}" type="pres">
      <dgm:prSet presAssocID="{8BCB5419-5D56-A543-83A6-C3A083F73BE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F80B5A40-3534-4A46-94E9-7922B9561B85}" srcId="{D18ABEE8-F925-A841-8D21-CD631CE99705}" destId="{8BCB5419-5D56-A543-83A6-C3A083F73BE8}" srcOrd="2" destOrd="0" parTransId="{640BE68B-4B48-A140-A8AC-BDAF9BA0AB84}" sibTransId="{5F1A1809-3445-CA4E-8FB3-0BCF88ACA7DF}"/>
    <dgm:cxn modelId="{3F33BD42-E89F-4F48-B3BB-E79372D9D25C}" type="presOf" srcId="{8BCB5419-5D56-A543-83A6-C3A083F73BE8}" destId="{8D8074E9-C586-6B4E-B298-07F4FE08C619}" srcOrd="0" destOrd="0" presId="urn:microsoft.com/office/officeart/2005/8/layout/venn1"/>
    <dgm:cxn modelId="{C9856548-E233-D34D-B42B-82B459821E99}" type="presOf" srcId="{004D3B9E-A51B-474F-B609-A4DB9DFF2F24}" destId="{38033DB4-D240-834A-8A88-52A7F052182E}" srcOrd="0" destOrd="0" presId="urn:microsoft.com/office/officeart/2005/8/layout/venn1"/>
    <dgm:cxn modelId="{F081C64F-4655-2F48-A35C-E96928A523D9}" type="presOf" srcId="{D18ABEE8-F925-A841-8D21-CD631CE99705}" destId="{9BC95B2F-4C64-CE42-81C5-72EA39A78D65}" srcOrd="0" destOrd="0" presId="urn:microsoft.com/office/officeart/2005/8/layout/venn1"/>
    <dgm:cxn modelId="{AAEE4854-D314-E744-81FF-2C5D585122EE}" type="presOf" srcId="{DFB81EF4-5424-8E4E-8689-82C67913B21A}" destId="{B8880E79-739D-3242-92E4-C2A1AA24F4E4}" srcOrd="1" destOrd="0" presId="urn:microsoft.com/office/officeart/2005/8/layout/venn1"/>
    <dgm:cxn modelId="{6AFF1C64-4B7C-C74E-98CF-B86320EB5A16}" srcId="{D18ABEE8-F925-A841-8D21-CD631CE99705}" destId="{004D3B9E-A51B-474F-B609-A4DB9DFF2F24}" srcOrd="0" destOrd="0" parTransId="{0C15BBB2-79DA-2044-9888-AF4C3ABF05FE}" sibTransId="{9E228657-4D24-974C-BEC0-75FF18BFCD48}"/>
    <dgm:cxn modelId="{8EBF52DA-8EE8-F344-8F28-D3C82ED9E16C}" srcId="{D18ABEE8-F925-A841-8D21-CD631CE99705}" destId="{DFB81EF4-5424-8E4E-8689-82C67913B21A}" srcOrd="1" destOrd="0" parTransId="{B588ABED-DE6F-3149-A82E-F25A7F6E739D}" sibTransId="{0D3F6675-5DD1-4F47-98D0-37CAA2C95B1D}"/>
    <dgm:cxn modelId="{5AA26FDD-A2C4-0C46-8769-2AA0AFE6B9F4}" type="presOf" srcId="{8BCB5419-5D56-A543-83A6-C3A083F73BE8}" destId="{BEDFF688-0B87-EF4A-8AB6-56ACEF831F9E}" srcOrd="1" destOrd="0" presId="urn:microsoft.com/office/officeart/2005/8/layout/venn1"/>
    <dgm:cxn modelId="{4216B3EF-9DE1-5642-BADA-3D6E3DC099F5}" type="presOf" srcId="{DFB81EF4-5424-8E4E-8689-82C67913B21A}" destId="{A33BBFBA-42DD-9642-B630-BF6905E4DEE4}" srcOrd="0" destOrd="0" presId="urn:microsoft.com/office/officeart/2005/8/layout/venn1"/>
    <dgm:cxn modelId="{2E8038FE-C78E-994C-B12A-E52CC96C34C3}" type="presOf" srcId="{004D3B9E-A51B-474F-B609-A4DB9DFF2F24}" destId="{89210EB2-C356-D149-9779-8223CBD004E9}" srcOrd="1" destOrd="0" presId="urn:microsoft.com/office/officeart/2005/8/layout/venn1"/>
    <dgm:cxn modelId="{F18F4AF0-F63C-6243-B05A-5F3E34BE9E97}" type="presParOf" srcId="{9BC95B2F-4C64-CE42-81C5-72EA39A78D65}" destId="{38033DB4-D240-834A-8A88-52A7F052182E}" srcOrd="0" destOrd="0" presId="urn:microsoft.com/office/officeart/2005/8/layout/venn1"/>
    <dgm:cxn modelId="{0086ADFA-B80D-EB4A-A3C5-40835623A55F}" type="presParOf" srcId="{9BC95B2F-4C64-CE42-81C5-72EA39A78D65}" destId="{89210EB2-C356-D149-9779-8223CBD004E9}" srcOrd="1" destOrd="0" presId="urn:microsoft.com/office/officeart/2005/8/layout/venn1"/>
    <dgm:cxn modelId="{E052061A-5A3D-BB41-827D-0AF06AFCE615}" type="presParOf" srcId="{9BC95B2F-4C64-CE42-81C5-72EA39A78D65}" destId="{A33BBFBA-42DD-9642-B630-BF6905E4DEE4}" srcOrd="2" destOrd="0" presId="urn:microsoft.com/office/officeart/2005/8/layout/venn1"/>
    <dgm:cxn modelId="{06C53E83-9B47-5540-8EC8-8ECDA3DB00D2}" type="presParOf" srcId="{9BC95B2F-4C64-CE42-81C5-72EA39A78D65}" destId="{B8880E79-739D-3242-92E4-C2A1AA24F4E4}" srcOrd="3" destOrd="0" presId="urn:microsoft.com/office/officeart/2005/8/layout/venn1"/>
    <dgm:cxn modelId="{38AD9045-4B5C-E549-A334-89113F1B33D2}" type="presParOf" srcId="{9BC95B2F-4C64-CE42-81C5-72EA39A78D65}" destId="{8D8074E9-C586-6B4E-B298-07F4FE08C619}" srcOrd="4" destOrd="0" presId="urn:microsoft.com/office/officeart/2005/8/layout/venn1"/>
    <dgm:cxn modelId="{690E30EC-D69D-D64A-86A5-4765288A7426}" type="presParOf" srcId="{9BC95B2F-4C64-CE42-81C5-72EA39A78D65}" destId="{BEDFF688-0B87-EF4A-8AB6-56ACEF831F9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1DDF59-3CA7-4574-8066-A59C8A2346FA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F56EE60-1ADD-49D1-8869-5D550D5EE3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Self awareness</a:t>
          </a:r>
        </a:p>
      </dgm:t>
    </dgm:pt>
    <dgm:pt modelId="{B7E25FFC-436E-4C13-B8AB-16D0E5D29EB6}" type="parTrans" cxnId="{2EDF96D0-F247-4700-B8AD-E89293016112}">
      <dgm:prSet/>
      <dgm:spPr/>
      <dgm:t>
        <a:bodyPr/>
        <a:lstStyle/>
        <a:p>
          <a:endParaRPr lang="en-US"/>
        </a:p>
      </dgm:t>
    </dgm:pt>
    <dgm:pt modelId="{E142DAE0-2BF8-4A89-BBF0-3B1D0D6F7D6B}" type="sibTrans" cxnId="{2EDF96D0-F247-4700-B8AD-E89293016112}">
      <dgm:prSet/>
      <dgm:spPr/>
      <dgm:t>
        <a:bodyPr/>
        <a:lstStyle/>
        <a:p>
          <a:endParaRPr lang="en-US"/>
        </a:p>
      </dgm:t>
    </dgm:pt>
    <dgm:pt modelId="{987C6036-0DC9-4A73-BCD8-7C9FA4A2A1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Authenticity</a:t>
          </a:r>
        </a:p>
      </dgm:t>
    </dgm:pt>
    <dgm:pt modelId="{6D8B24D1-ABCB-4C53-AA13-28A7A922705D}" type="parTrans" cxnId="{E7DB1A60-885E-4A69-8B62-13466A546DD2}">
      <dgm:prSet/>
      <dgm:spPr/>
      <dgm:t>
        <a:bodyPr/>
        <a:lstStyle/>
        <a:p>
          <a:endParaRPr lang="en-US"/>
        </a:p>
      </dgm:t>
    </dgm:pt>
    <dgm:pt modelId="{9D2EC11B-41EC-4E00-B780-A4025AF8BFBC}" type="sibTrans" cxnId="{E7DB1A60-885E-4A69-8B62-13466A546DD2}">
      <dgm:prSet/>
      <dgm:spPr/>
      <dgm:t>
        <a:bodyPr/>
        <a:lstStyle/>
        <a:p>
          <a:endParaRPr lang="en-US"/>
        </a:p>
      </dgm:t>
    </dgm:pt>
    <dgm:pt modelId="{39E31EFD-0AA7-4C5C-A7BA-A53034205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Passion</a:t>
          </a:r>
        </a:p>
      </dgm:t>
    </dgm:pt>
    <dgm:pt modelId="{5D5C82AC-8E96-4333-B08E-8382B2260F12}" type="parTrans" cxnId="{AA4F27AE-BC94-425A-A6B3-71A4E2CD5DBE}">
      <dgm:prSet/>
      <dgm:spPr/>
      <dgm:t>
        <a:bodyPr/>
        <a:lstStyle/>
        <a:p>
          <a:endParaRPr lang="en-US"/>
        </a:p>
      </dgm:t>
    </dgm:pt>
    <dgm:pt modelId="{AD769B6E-1073-411A-A4D6-04353806FE72}" type="sibTrans" cxnId="{AA4F27AE-BC94-425A-A6B3-71A4E2CD5DBE}">
      <dgm:prSet/>
      <dgm:spPr/>
      <dgm:t>
        <a:bodyPr/>
        <a:lstStyle/>
        <a:p>
          <a:endParaRPr lang="en-US"/>
        </a:p>
      </dgm:t>
    </dgm:pt>
    <dgm:pt modelId="{86C84E5B-2D72-4EAD-B48E-8DC2328241E9}" type="pres">
      <dgm:prSet presAssocID="{D31DDF59-3CA7-4574-8066-A59C8A2346FA}" presName="root" presStyleCnt="0">
        <dgm:presLayoutVars>
          <dgm:dir/>
          <dgm:resizeHandles val="exact"/>
        </dgm:presLayoutVars>
      </dgm:prSet>
      <dgm:spPr/>
    </dgm:pt>
    <dgm:pt modelId="{5C849E65-6473-42E5-939E-8626397BB8E7}" type="pres">
      <dgm:prSet presAssocID="{987C6036-0DC9-4A73-BCD8-7C9FA4A2A183}" presName="compNode" presStyleCnt="0"/>
      <dgm:spPr/>
    </dgm:pt>
    <dgm:pt modelId="{ED2B151B-882E-46E1-A2E1-2C27A2CFFD0C}" type="pres">
      <dgm:prSet presAssocID="{987C6036-0DC9-4A73-BCD8-7C9FA4A2A1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 with solid fill"/>
        </a:ext>
      </dgm:extLst>
    </dgm:pt>
    <dgm:pt modelId="{11110EA5-7285-4E22-9A6F-FAFDDF327AB8}" type="pres">
      <dgm:prSet presAssocID="{987C6036-0DC9-4A73-BCD8-7C9FA4A2A183}" presName="spaceRect" presStyleCnt="0"/>
      <dgm:spPr/>
    </dgm:pt>
    <dgm:pt modelId="{54678C32-FC86-4CED-9F33-C4F417303203}" type="pres">
      <dgm:prSet presAssocID="{987C6036-0DC9-4A73-BCD8-7C9FA4A2A183}" presName="textRect" presStyleLbl="revTx" presStyleIdx="0" presStyleCnt="3">
        <dgm:presLayoutVars>
          <dgm:chMax val="1"/>
          <dgm:chPref val="1"/>
        </dgm:presLayoutVars>
      </dgm:prSet>
      <dgm:spPr/>
    </dgm:pt>
    <dgm:pt modelId="{132DBC0E-25FF-9346-BC95-0A00927AA4A7}" type="pres">
      <dgm:prSet presAssocID="{9D2EC11B-41EC-4E00-B780-A4025AF8BFBC}" presName="sibTrans" presStyleCnt="0"/>
      <dgm:spPr/>
    </dgm:pt>
    <dgm:pt modelId="{BC89AF22-38F7-4C89-BD3D-8AC49F075CC9}" type="pres">
      <dgm:prSet presAssocID="{6F56EE60-1ADD-49D1-8869-5D550D5EE364}" presName="compNode" presStyleCnt="0"/>
      <dgm:spPr/>
    </dgm:pt>
    <dgm:pt modelId="{31BE2044-DDF7-405E-95B3-179C90521802}" type="pres">
      <dgm:prSet presAssocID="{6F56EE60-1ADD-49D1-8869-5D550D5EE3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7C731708-C7F5-4B66-9FE1-3D57BF3107DE}" type="pres">
      <dgm:prSet presAssocID="{6F56EE60-1ADD-49D1-8869-5D550D5EE364}" presName="spaceRect" presStyleCnt="0"/>
      <dgm:spPr/>
    </dgm:pt>
    <dgm:pt modelId="{AF6E1977-5DAD-492B-990A-719B565A0FF9}" type="pres">
      <dgm:prSet presAssocID="{6F56EE60-1ADD-49D1-8869-5D550D5EE364}" presName="textRect" presStyleLbl="revTx" presStyleIdx="1" presStyleCnt="3">
        <dgm:presLayoutVars>
          <dgm:chMax val="1"/>
          <dgm:chPref val="1"/>
        </dgm:presLayoutVars>
      </dgm:prSet>
      <dgm:spPr/>
    </dgm:pt>
    <dgm:pt modelId="{D30A159A-2C45-402C-803F-840C9B6613F0}" type="pres">
      <dgm:prSet presAssocID="{E142DAE0-2BF8-4A89-BBF0-3B1D0D6F7D6B}" presName="sibTrans" presStyleCnt="0"/>
      <dgm:spPr/>
    </dgm:pt>
    <dgm:pt modelId="{2C7C9358-9D4B-4C2B-A8A7-A6DA4F8C7EE2}" type="pres">
      <dgm:prSet presAssocID="{39E31EFD-0AA7-4C5C-A7BA-A53034205D3D}" presName="compNode" presStyleCnt="0"/>
      <dgm:spPr/>
    </dgm:pt>
    <dgm:pt modelId="{8CBFABAF-A8D9-4840-BFD5-287A4CA68BEB}" type="pres">
      <dgm:prSet presAssocID="{39E31EFD-0AA7-4C5C-A7BA-A53034205D3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 with solid fill"/>
        </a:ext>
      </dgm:extLst>
    </dgm:pt>
    <dgm:pt modelId="{4D78DAD0-0AB9-46E0-9857-46CF69498207}" type="pres">
      <dgm:prSet presAssocID="{39E31EFD-0AA7-4C5C-A7BA-A53034205D3D}" presName="spaceRect" presStyleCnt="0"/>
      <dgm:spPr/>
    </dgm:pt>
    <dgm:pt modelId="{B85585E2-EEC3-4B03-9840-46684924C015}" type="pres">
      <dgm:prSet presAssocID="{39E31EFD-0AA7-4C5C-A7BA-A53034205D3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8102525-DC5D-B14E-8673-2093BE681D4D}" type="presOf" srcId="{987C6036-0DC9-4A73-BCD8-7C9FA4A2A183}" destId="{54678C32-FC86-4CED-9F33-C4F417303203}" srcOrd="0" destOrd="0" presId="urn:microsoft.com/office/officeart/2018/2/layout/IconLabelList"/>
    <dgm:cxn modelId="{7715BA30-91AE-7C4D-BD22-0F6A73164DA9}" type="presOf" srcId="{6F56EE60-1ADD-49D1-8869-5D550D5EE364}" destId="{AF6E1977-5DAD-492B-990A-719B565A0FF9}" srcOrd="0" destOrd="0" presId="urn:microsoft.com/office/officeart/2018/2/layout/IconLabelList"/>
    <dgm:cxn modelId="{E7DB1A60-885E-4A69-8B62-13466A546DD2}" srcId="{D31DDF59-3CA7-4574-8066-A59C8A2346FA}" destId="{987C6036-0DC9-4A73-BCD8-7C9FA4A2A183}" srcOrd="0" destOrd="0" parTransId="{6D8B24D1-ABCB-4C53-AA13-28A7A922705D}" sibTransId="{9D2EC11B-41EC-4E00-B780-A4025AF8BFBC}"/>
    <dgm:cxn modelId="{AA4F27AE-BC94-425A-A6B3-71A4E2CD5DBE}" srcId="{D31DDF59-3CA7-4574-8066-A59C8A2346FA}" destId="{39E31EFD-0AA7-4C5C-A7BA-A53034205D3D}" srcOrd="2" destOrd="0" parTransId="{5D5C82AC-8E96-4333-B08E-8382B2260F12}" sibTransId="{AD769B6E-1073-411A-A4D6-04353806FE72}"/>
    <dgm:cxn modelId="{2EDF96D0-F247-4700-B8AD-E89293016112}" srcId="{D31DDF59-3CA7-4574-8066-A59C8A2346FA}" destId="{6F56EE60-1ADD-49D1-8869-5D550D5EE364}" srcOrd="1" destOrd="0" parTransId="{B7E25FFC-436E-4C13-B8AB-16D0E5D29EB6}" sibTransId="{E142DAE0-2BF8-4A89-BBF0-3B1D0D6F7D6B}"/>
    <dgm:cxn modelId="{621BD2F6-E614-457A-859E-553AC0E23CE2}" type="presOf" srcId="{D31DDF59-3CA7-4574-8066-A59C8A2346FA}" destId="{86C84E5B-2D72-4EAD-B48E-8DC2328241E9}" srcOrd="0" destOrd="0" presId="urn:microsoft.com/office/officeart/2018/2/layout/IconLabelList"/>
    <dgm:cxn modelId="{9101FAFF-71C3-6E4C-87CF-81C554CF5264}" type="presOf" srcId="{39E31EFD-0AA7-4C5C-A7BA-A53034205D3D}" destId="{B85585E2-EEC3-4B03-9840-46684924C015}" srcOrd="0" destOrd="0" presId="urn:microsoft.com/office/officeart/2018/2/layout/IconLabelList"/>
    <dgm:cxn modelId="{DB6EA339-81DA-8D47-B662-0E7DD79204F9}" type="presParOf" srcId="{86C84E5B-2D72-4EAD-B48E-8DC2328241E9}" destId="{5C849E65-6473-42E5-939E-8626397BB8E7}" srcOrd="0" destOrd="0" presId="urn:microsoft.com/office/officeart/2018/2/layout/IconLabelList"/>
    <dgm:cxn modelId="{D847BA35-A35F-EE40-B970-181F8AE505A2}" type="presParOf" srcId="{5C849E65-6473-42E5-939E-8626397BB8E7}" destId="{ED2B151B-882E-46E1-A2E1-2C27A2CFFD0C}" srcOrd="0" destOrd="0" presId="urn:microsoft.com/office/officeart/2018/2/layout/IconLabelList"/>
    <dgm:cxn modelId="{99119030-5EBB-EC4C-B474-EA39146AD072}" type="presParOf" srcId="{5C849E65-6473-42E5-939E-8626397BB8E7}" destId="{11110EA5-7285-4E22-9A6F-FAFDDF327AB8}" srcOrd="1" destOrd="0" presId="urn:microsoft.com/office/officeart/2018/2/layout/IconLabelList"/>
    <dgm:cxn modelId="{3083BBFB-419B-5344-8A6E-3AA9B240A53E}" type="presParOf" srcId="{5C849E65-6473-42E5-939E-8626397BB8E7}" destId="{54678C32-FC86-4CED-9F33-C4F417303203}" srcOrd="2" destOrd="0" presId="urn:microsoft.com/office/officeart/2018/2/layout/IconLabelList"/>
    <dgm:cxn modelId="{59BDA03E-A699-E24F-8601-30260E40953F}" type="presParOf" srcId="{86C84E5B-2D72-4EAD-B48E-8DC2328241E9}" destId="{132DBC0E-25FF-9346-BC95-0A00927AA4A7}" srcOrd="1" destOrd="0" presId="urn:microsoft.com/office/officeart/2018/2/layout/IconLabelList"/>
    <dgm:cxn modelId="{F6C4A074-047F-A343-B4FF-2C299F5A3AB1}" type="presParOf" srcId="{86C84E5B-2D72-4EAD-B48E-8DC2328241E9}" destId="{BC89AF22-38F7-4C89-BD3D-8AC49F075CC9}" srcOrd="2" destOrd="0" presId="urn:microsoft.com/office/officeart/2018/2/layout/IconLabelList"/>
    <dgm:cxn modelId="{B42FF734-0D3F-454D-A2B2-6BC47EA89039}" type="presParOf" srcId="{BC89AF22-38F7-4C89-BD3D-8AC49F075CC9}" destId="{31BE2044-DDF7-405E-95B3-179C90521802}" srcOrd="0" destOrd="0" presId="urn:microsoft.com/office/officeart/2018/2/layout/IconLabelList"/>
    <dgm:cxn modelId="{296455EB-7E50-2046-9BDE-23C1914F0DF4}" type="presParOf" srcId="{BC89AF22-38F7-4C89-BD3D-8AC49F075CC9}" destId="{7C731708-C7F5-4B66-9FE1-3D57BF3107DE}" srcOrd="1" destOrd="0" presId="urn:microsoft.com/office/officeart/2018/2/layout/IconLabelList"/>
    <dgm:cxn modelId="{858C92AF-D7A0-F54F-98D1-776FC301594C}" type="presParOf" srcId="{BC89AF22-38F7-4C89-BD3D-8AC49F075CC9}" destId="{AF6E1977-5DAD-492B-990A-719B565A0FF9}" srcOrd="2" destOrd="0" presId="urn:microsoft.com/office/officeart/2018/2/layout/IconLabelList"/>
    <dgm:cxn modelId="{699D5EE1-DA7F-804F-89A8-C21FA92AD259}" type="presParOf" srcId="{86C84E5B-2D72-4EAD-B48E-8DC2328241E9}" destId="{D30A159A-2C45-402C-803F-840C9B6613F0}" srcOrd="3" destOrd="0" presId="urn:microsoft.com/office/officeart/2018/2/layout/IconLabelList"/>
    <dgm:cxn modelId="{70CF7198-0E63-9C49-9EC8-7F356327FF30}" type="presParOf" srcId="{86C84E5B-2D72-4EAD-B48E-8DC2328241E9}" destId="{2C7C9358-9D4B-4C2B-A8A7-A6DA4F8C7EE2}" srcOrd="4" destOrd="0" presId="urn:microsoft.com/office/officeart/2018/2/layout/IconLabelList"/>
    <dgm:cxn modelId="{E155749F-B070-664F-8156-4E593CA67AE5}" type="presParOf" srcId="{2C7C9358-9D4B-4C2B-A8A7-A6DA4F8C7EE2}" destId="{8CBFABAF-A8D9-4840-BFD5-287A4CA68BEB}" srcOrd="0" destOrd="0" presId="urn:microsoft.com/office/officeart/2018/2/layout/IconLabelList"/>
    <dgm:cxn modelId="{4ADACCE7-5F1C-F045-BEA6-3A94A71872AC}" type="presParOf" srcId="{2C7C9358-9D4B-4C2B-A8A7-A6DA4F8C7EE2}" destId="{4D78DAD0-0AB9-46E0-9857-46CF69498207}" srcOrd="1" destOrd="0" presId="urn:microsoft.com/office/officeart/2018/2/layout/IconLabelList"/>
    <dgm:cxn modelId="{CCE364D8-213B-C74F-B298-8F4E7C6EC835}" type="presParOf" srcId="{2C7C9358-9D4B-4C2B-A8A7-A6DA4F8C7EE2}" destId="{B85585E2-EEC3-4B03-9840-46684924C0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17D436-570A-0143-96C3-B411F622DDC4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818EEA3D-2875-9748-B817-6B9FD78FAE84}">
      <dgm:prSet phldrT="[Text]"/>
      <dgm:spPr/>
      <dgm:t>
        <a:bodyPr/>
        <a:lstStyle/>
        <a:p>
          <a:r>
            <a:rPr lang="en-GB" dirty="0"/>
            <a:t>Curiosity</a:t>
          </a:r>
        </a:p>
      </dgm:t>
    </dgm:pt>
    <dgm:pt modelId="{44F4B2CC-F444-E74E-B033-D301B88BDDF0}" type="parTrans" cxnId="{B63551A7-6E1B-304B-AB64-5A4B8FF7DDB3}">
      <dgm:prSet/>
      <dgm:spPr/>
      <dgm:t>
        <a:bodyPr/>
        <a:lstStyle/>
        <a:p>
          <a:endParaRPr lang="en-GB"/>
        </a:p>
      </dgm:t>
    </dgm:pt>
    <dgm:pt modelId="{21E7805C-4B07-8A42-8D20-A808715723C8}" type="sibTrans" cxnId="{B63551A7-6E1B-304B-AB64-5A4B8FF7DDB3}">
      <dgm:prSet/>
      <dgm:spPr/>
      <dgm:t>
        <a:bodyPr/>
        <a:lstStyle/>
        <a:p>
          <a:endParaRPr lang="en-GB"/>
        </a:p>
      </dgm:t>
    </dgm:pt>
    <dgm:pt modelId="{2D7F8B2D-F8B3-2745-8271-A1A5FC345D5B}">
      <dgm:prSet phldrT="[Text]"/>
      <dgm:spPr/>
      <dgm:t>
        <a:bodyPr/>
        <a:lstStyle/>
        <a:p>
          <a:r>
            <a:rPr lang="en-GB" dirty="0"/>
            <a:t>Humility</a:t>
          </a:r>
        </a:p>
      </dgm:t>
    </dgm:pt>
    <dgm:pt modelId="{E2EC0B82-3968-4349-85F0-555549F88C80}" type="parTrans" cxnId="{2CBEC498-E43D-8A4B-A1B4-F6A1AC992879}">
      <dgm:prSet/>
      <dgm:spPr/>
      <dgm:t>
        <a:bodyPr/>
        <a:lstStyle/>
        <a:p>
          <a:endParaRPr lang="en-GB"/>
        </a:p>
      </dgm:t>
    </dgm:pt>
    <dgm:pt modelId="{B25BA4EE-2DA3-AA4C-949D-242C9EDDBA3C}" type="sibTrans" cxnId="{2CBEC498-E43D-8A4B-A1B4-F6A1AC992879}">
      <dgm:prSet/>
      <dgm:spPr/>
      <dgm:t>
        <a:bodyPr/>
        <a:lstStyle/>
        <a:p>
          <a:endParaRPr lang="en-GB"/>
        </a:p>
      </dgm:t>
    </dgm:pt>
    <dgm:pt modelId="{A5A19FC7-74E4-D24A-8E3F-5EE270F34A49}">
      <dgm:prSet phldrT="[Text]"/>
      <dgm:spPr/>
      <dgm:t>
        <a:bodyPr/>
        <a:lstStyle/>
        <a:p>
          <a:r>
            <a:rPr lang="en-GB" dirty="0"/>
            <a:t>Respect</a:t>
          </a:r>
        </a:p>
      </dgm:t>
    </dgm:pt>
    <dgm:pt modelId="{AE39CEDC-F70B-CF45-B815-A2CCA3550C94}" type="parTrans" cxnId="{AC59A5CE-3068-554E-91EB-CB899D598EEA}">
      <dgm:prSet/>
      <dgm:spPr/>
      <dgm:t>
        <a:bodyPr/>
        <a:lstStyle/>
        <a:p>
          <a:endParaRPr lang="en-GB"/>
        </a:p>
      </dgm:t>
    </dgm:pt>
    <dgm:pt modelId="{5327E6EE-01FE-5F41-89BA-E217A0BA9B8E}" type="sibTrans" cxnId="{AC59A5CE-3068-554E-91EB-CB899D598EEA}">
      <dgm:prSet/>
      <dgm:spPr/>
      <dgm:t>
        <a:bodyPr/>
        <a:lstStyle/>
        <a:p>
          <a:endParaRPr lang="en-GB"/>
        </a:p>
      </dgm:t>
    </dgm:pt>
    <dgm:pt modelId="{061DBB87-7E93-DB4C-BD79-174AF8A57F87}" type="pres">
      <dgm:prSet presAssocID="{2017D436-570A-0143-96C3-B411F622DDC4}" presName="compositeShape" presStyleCnt="0">
        <dgm:presLayoutVars>
          <dgm:chMax val="7"/>
          <dgm:dir/>
          <dgm:resizeHandles val="exact"/>
        </dgm:presLayoutVars>
      </dgm:prSet>
      <dgm:spPr/>
    </dgm:pt>
    <dgm:pt modelId="{48F1CB67-1D22-6C45-9F45-B445CB7F158D}" type="pres">
      <dgm:prSet presAssocID="{A5A19FC7-74E4-D24A-8E3F-5EE270F34A49}" presName="circ1" presStyleLbl="vennNode1" presStyleIdx="0" presStyleCnt="3"/>
      <dgm:spPr/>
    </dgm:pt>
    <dgm:pt modelId="{97509E1E-F5AB-224A-9904-B6613C4A4B07}" type="pres">
      <dgm:prSet presAssocID="{A5A19FC7-74E4-D24A-8E3F-5EE270F34A4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A5D1099-ED42-B74E-8046-122B0B33D4EE}" type="pres">
      <dgm:prSet presAssocID="{2D7F8B2D-F8B3-2745-8271-A1A5FC345D5B}" presName="circ2" presStyleLbl="vennNode1" presStyleIdx="1" presStyleCnt="3"/>
      <dgm:spPr/>
    </dgm:pt>
    <dgm:pt modelId="{0B54E516-1B92-9643-BF77-4382163E807C}" type="pres">
      <dgm:prSet presAssocID="{2D7F8B2D-F8B3-2745-8271-A1A5FC345D5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9C6D45-D016-4349-8655-0E12CD33AD04}" type="pres">
      <dgm:prSet presAssocID="{818EEA3D-2875-9748-B817-6B9FD78FAE84}" presName="circ3" presStyleLbl="vennNode1" presStyleIdx="2" presStyleCnt="3"/>
      <dgm:spPr/>
    </dgm:pt>
    <dgm:pt modelId="{F0019425-E4F2-5448-BC43-D0060092EC2C}" type="pres">
      <dgm:prSet presAssocID="{818EEA3D-2875-9748-B817-6B9FD78FAE8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D4EC22C-447B-F54B-AABE-1DCD29C8DDF4}" type="presOf" srcId="{2D7F8B2D-F8B3-2745-8271-A1A5FC345D5B}" destId="{0B54E516-1B92-9643-BF77-4382163E807C}" srcOrd="1" destOrd="0" presId="urn:microsoft.com/office/officeart/2005/8/layout/venn1"/>
    <dgm:cxn modelId="{D8A90F58-FAAC-D14D-9E8E-19062CA2A8A2}" type="presOf" srcId="{818EEA3D-2875-9748-B817-6B9FD78FAE84}" destId="{F0019425-E4F2-5448-BC43-D0060092EC2C}" srcOrd="1" destOrd="0" presId="urn:microsoft.com/office/officeart/2005/8/layout/venn1"/>
    <dgm:cxn modelId="{324FBB5E-5C92-6C46-8C2F-DE1B18A855CC}" type="presOf" srcId="{A5A19FC7-74E4-D24A-8E3F-5EE270F34A49}" destId="{97509E1E-F5AB-224A-9904-B6613C4A4B07}" srcOrd="1" destOrd="0" presId="urn:microsoft.com/office/officeart/2005/8/layout/venn1"/>
    <dgm:cxn modelId="{2CBEC498-E43D-8A4B-A1B4-F6A1AC992879}" srcId="{2017D436-570A-0143-96C3-B411F622DDC4}" destId="{2D7F8B2D-F8B3-2745-8271-A1A5FC345D5B}" srcOrd="1" destOrd="0" parTransId="{E2EC0B82-3968-4349-85F0-555549F88C80}" sibTransId="{B25BA4EE-2DA3-AA4C-949D-242C9EDDBA3C}"/>
    <dgm:cxn modelId="{B63551A7-6E1B-304B-AB64-5A4B8FF7DDB3}" srcId="{2017D436-570A-0143-96C3-B411F622DDC4}" destId="{818EEA3D-2875-9748-B817-6B9FD78FAE84}" srcOrd="2" destOrd="0" parTransId="{44F4B2CC-F444-E74E-B033-D301B88BDDF0}" sibTransId="{21E7805C-4B07-8A42-8D20-A808715723C8}"/>
    <dgm:cxn modelId="{48798EB0-F3FB-5045-BF10-8F53F5203658}" type="presOf" srcId="{A5A19FC7-74E4-D24A-8E3F-5EE270F34A49}" destId="{48F1CB67-1D22-6C45-9F45-B445CB7F158D}" srcOrd="0" destOrd="0" presId="urn:microsoft.com/office/officeart/2005/8/layout/venn1"/>
    <dgm:cxn modelId="{84679DB8-8BFE-3341-8AEC-3F207D19F396}" type="presOf" srcId="{818EEA3D-2875-9748-B817-6B9FD78FAE84}" destId="{6B9C6D45-D016-4349-8655-0E12CD33AD04}" srcOrd="0" destOrd="0" presId="urn:microsoft.com/office/officeart/2005/8/layout/venn1"/>
    <dgm:cxn modelId="{363F4CC4-AB19-9440-BA8F-DADDC15EA435}" type="presOf" srcId="{2D7F8B2D-F8B3-2745-8271-A1A5FC345D5B}" destId="{6A5D1099-ED42-B74E-8046-122B0B33D4EE}" srcOrd="0" destOrd="0" presId="urn:microsoft.com/office/officeart/2005/8/layout/venn1"/>
    <dgm:cxn modelId="{AC59A5CE-3068-554E-91EB-CB899D598EEA}" srcId="{2017D436-570A-0143-96C3-B411F622DDC4}" destId="{A5A19FC7-74E4-D24A-8E3F-5EE270F34A49}" srcOrd="0" destOrd="0" parTransId="{AE39CEDC-F70B-CF45-B815-A2CCA3550C94}" sibTransId="{5327E6EE-01FE-5F41-89BA-E217A0BA9B8E}"/>
    <dgm:cxn modelId="{D446DACE-734B-D944-9B50-50A6F81DF86D}" type="presOf" srcId="{2017D436-570A-0143-96C3-B411F622DDC4}" destId="{061DBB87-7E93-DB4C-BD79-174AF8A57F87}" srcOrd="0" destOrd="0" presId="urn:microsoft.com/office/officeart/2005/8/layout/venn1"/>
    <dgm:cxn modelId="{DC9B598E-2994-CC40-9AB6-CB6FA0F630B7}" type="presParOf" srcId="{061DBB87-7E93-DB4C-BD79-174AF8A57F87}" destId="{48F1CB67-1D22-6C45-9F45-B445CB7F158D}" srcOrd="0" destOrd="0" presId="urn:microsoft.com/office/officeart/2005/8/layout/venn1"/>
    <dgm:cxn modelId="{F8309653-E46E-4D41-8625-8740319216E7}" type="presParOf" srcId="{061DBB87-7E93-DB4C-BD79-174AF8A57F87}" destId="{97509E1E-F5AB-224A-9904-B6613C4A4B07}" srcOrd="1" destOrd="0" presId="urn:microsoft.com/office/officeart/2005/8/layout/venn1"/>
    <dgm:cxn modelId="{90E147E8-7269-0D40-8D70-B51805A7FA90}" type="presParOf" srcId="{061DBB87-7E93-DB4C-BD79-174AF8A57F87}" destId="{6A5D1099-ED42-B74E-8046-122B0B33D4EE}" srcOrd="2" destOrd="0" presId="urn:microsoft.com/office/officeart/2005/8/layout/venn1"/>
    <dgm:cxn modelId="{176C759E-1C32-2B4F-A70C-23B028AD6F3E}" type="presParOf" srcId="{061DBB87-7E93-DB4C-BD79-174AF8A57F87}" destId="{0B54E516-1B92-9643-BF77-4382163E807C}" srcOrd="3" destOrd="0" presId="urn:microsoft.com/office/officeart/2005/8/layout/venn1"/>
    <dgm:cxn modelId="{A6C89ECF-655E-B946-B614-0C89018AEFC3}" type="presParOf" srcId="{061DBB87-7E93-DB4C-BD79-174AF8A57F87}" destId="{6B9C6D45-D016-4349-8655-0E12CD33AD04}" srcOrd="4" destOrd="0" presId="urn:microsoft.com/office/officeart/2005/8/layout/venn1"/>
    <dgm:cxn modelId="{86C27A87-B3D6-2240-95A9-234E4CAAA3C3}" type="presParOf" srcId="{061DBB87-7E93-DB4C-BD79-174AF8A57F87}" destId="{F0019425-E4F2-5448-BC43-D0060092EC2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33DB4-D240-834A-8A88-52A7F052182E}">
      <dsp:nvSpPr>
        <dsp:cNvPr id="0" name=""/>
        <dsp:cNvSpPr/>
      </dsp:nvSpPr>
      <dsp:spPr>
        <a:xfrm>
          <a:off x="2771140" y="53869"/>
          <a:ext cx="2585719" cy="25857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Functional Expertise</a:t>
          </a:r>
        </a:p>
      </dsp:txBody>
      <dsp:txXfrm>
        <a:off x="3115902" y="506370"/>
        <a:ext cx="1896194" cy="1163573"/>
      </dsp:txXfrm>
    </dsp:sp>
    <dsp:sp modelId="{A33BBFBA-42DD-9642-B630-BF6905E4DEE4}">
      <dsp:nvSpPr>
        <dsp:cNvPr id="0" name=""/>
        <dsp:cNvSpPr/>
      </dsp:nvSpPr>
      <dsp:spPr>
        <a:xfrm>
          <a:off x="3704153" y="1669944"/>
          <a:ext cx="2585719" cy="25857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Relationships</a:t>
          </a:r>
        </a:p>
      </dsp:txBody>
      <dsp:txXfrm>
        <a:off x="4494953" y="2337921"/>
        <a:ext cx="1551431" cy="1422145"/>
      </dsp:txXfrm>
    </dsp:sp>
    <dsp:sp modelId="{8D8074E9-C586-6B4E-B298-07F4FE08C619}">
      <dsp:nvSpPr>
        <dsp:cNvPr id="0" name=""/>
        <dsp:cNvSpPr/>
      </dsp:nvSpPr>
      <dsp:spPr>
        <a:xfrm>
          <a:off x="1838126" y="1669944"/>
          <a:ext cx="2585719" cy="25857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Business Acumen</a:t>
          </a:r>
        </a:p>
      </dsp:txBody>
      <dsp:txXfrm>
        <a:off x="2081614" y="2337921"/>
        <a:ext cx="1551431" cy="1422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B151B-882E-46E1-A2E1-2C27A2CFFD0C}">
      <dsp:nvSpPr>
        <dsp:cNvPr id="0" name=""/>
        <dsp:cNvSpPr/>
      </dsp:nvSpPr>
      <dsp:spPr>
        <a:xfrm>
          <a:off x="959850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78C32-FC86-4CED-9F33-C4F417303203}">
      <dsp:nvSpPr>
        <dsp:cNvPr id="0" name=""/>
        <dsp:cNvSpPr/>
      </dsp:nvSpPr>
      <dsp:spPr>
        <a:xfrm>
          <a:off x="70706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Authenticity</a:t>
          </a:r>
        </a:p>
      </dsp:txBody>
      <dsp:txXfrm>
        <a:off x="70706" y="2822462"/>
        <a:ext cx="3233249" cy="720000"/>
      </dsp:txXfrm>
    </dsp:sp>
    <dsp:sp modelId="{31BE2044-DDF7-405E-95B3-179C90521802}">
      <dsp:nvSpPr>
        <dsp:cNvPr id="0" name=""/>
        <dsp:cNvSpPr/>
      </dsp:nvSpPr>
      <dsp:spPr>
        <a:xfrm>
          <a:off x="4758918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E1977-5DAD-492B-990A-719B565A0FF9}">
      <dsp:nvSpPr>
        <dsp:cNvPr id="0" name=""/>
        <dsp:cNvSpPr/>
      </dsp:nvSpPr>
      <dsp:spPr>
        <a:xfrm>
          <a:off x="3869775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Self awareness</a:t>
          </a:r>
        </a:p>
      </dsp:txBody>
      <dsp:txXfrm>
        <a:off x="3869775" y="2822462"/>
        <a:ext cx="3233249" cy="720000"/>
      </dsp:txXfrm>
    </dsp:sp>
    <dsp:sp modelId="{8CBFABAF-A8D9-4840-BFD5-287A4CA68BEB}">
      <dsp:nvSpPr>
        <dsp:cNvPr id="0" name=""/>
        <dsp:cNvSpPr/>
      </dsp:nvSpPr>
      <dsp:spPr>
        <a:xfrm>
          <a:off x="8557987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585E2-EEC3-4B03-9840-46684924C015}">
      <dsp:nvSpPr>
        <dsp:cNvPr id="0" name=""/>
        <dsp:cNvSpPr/>
      </dsp:nvSpPr>
      <dsp:spPr>
        <a:xfrm>
          <a:off x="7668843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Passion</a:t>
          </a:r>
        </a:p>
      </dsp:txBody>
      <dsp:txXfrm>
        <a:off x="7668843" y="2822462"/>
        <a:ext cx="323324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1CB67-1D22-6C45-9F45-B445CB7F158D}">
      <dsp:nvSpPr>
        <dsp:cNvPr id="0" name=""/>
        <dsp:cNvSpPr/>
      </dsp:nvSpPr>
      <dsp:spPr>
        <a:xfrm>
          <a:off x="1711960" y="47201"/>
          <a:ext cx="2265679" cy="226567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Respect</a:t>
          </a:r>
        </a:p>
      </dsp:txBody>
      <dsp:txXfrm>
        <a:off x="2014050" y="443695"/>
        <a:ext cx="1661498" cy="1019555"/>
      </dsp:txXfrm>
    </dsp:sp>
    <dsp:sp modelId="{6A5D1099-ED42-B74E-8046-122B0B33D4EE}">
      <dsp:nvSpPr>
        <dsp:cNvPr id="0" name=""/>
        <dsp:cNvSpPr/>
      </dsp:nvSpPr>
      <dsp:spPr>
        <a:xfrm>
          <a:off x="2529492" y="1463251"/>
          <a:ext cx="2265679" cy="226567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Humility</a:t>
          </a:r>
        </a:p>
      </dsp:txBody>
      <dsp:txXfrm>
        <a:off x="3222413" y="2048552"/>
        <a:ext cx="1359407" cy="1246123"/>
      </dsp:txXfrm>
    </dsp:sp>
    <dsp:sp modelId="{6B9C6D45-D016-4349-8655-0E12CD33AD04}">
      <dsp:nvSpPr>
        <dsp:cNvPr id="0" name=""/>
        <dsp:cNvSpPr/>
      </dsp:nvSpPr>
      <dsp:spPr>
        <a:xfrm>
          <a:off x="894427" y="1463251"/>
          <a:ext cx="2265679" cy="226567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Curiosity</a:t>
          </a:r>
        </a:p>
      </dsp:txBody>
      <dsp:txXfrm>
        <a:off x="1107778" y="2048552"/>
        <a:ext cx="1359407" cy="1246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16888-5FFD-474F-AD57-4AC70FF07A82}" type="datetimeFigureOut">
              <a:rPr lang="en-US" smtClean="0"/>
              <a:t>8/2/25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07901-BB8B-7E4D-8FB9-39CBADF6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6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of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we do in breakout rooms going forward is to develop awareness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Questions I ask will be to provoke thought to develop awareness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understanding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 journey maps</a:t>
            </a:r>
          </a:p>
          <a:p>
            <a:r>
              <a:rPr lang="en-US" dirty="0"/>
              <a:t>Talking to internal stakeholders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7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your boss. </a:t>
            </a:r>
          </a:p>
          <a:p>
            <a:r>
              <a:rPr lang="en-US" dirty="0"/>
              <a:t>Key things for new team members - the org structure. Different teams/ What Each Team Does/ Who reports to who/ </a:t>
            </a:r>
          </a:p>
          <a:p>
            <a:r>
              <a:rPr lang="en-US" dirty="0"/>
              <a:t>Look at org charts in Outlook/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24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Unclear Problem Statement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Stakeholders don’t fully understand the issue or disagree on its importance.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Lack of Data or Confidence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Decision-makers don’t have enough information or fear making the wrong choice.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Conflicting Priorities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Different teams or leaders have misaligned goals, leading to decision paralysis.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Risk Aversion / Fear of Failure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Organizations with a strong fear of failure hesitate to commit to a path.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Too Many Decision-Makers (Consensus Trap)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When too many voices are involved, no single direction emerges.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Decision Fatigue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Leaders are overwhelmed with too many decisions and deprioritize the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Executive Pressure or Deadlines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Leadership mandates action, even if teams aren't aligned.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Urgency Over Consensus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The situation requires immediate action, leaving no time for full alignment.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Siloed Decision-Making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A single team or leader makes the decision without broader consultation.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Overconfidence in Authority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Decision-makers assume people will comply even without support.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Lack of Stakeholder Engagement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Key people were not involved in discussions, leading to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2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Strong Stakeholder Engagement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Decision-makers involve key players early in the process.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Clear Communication of Value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The benefits of the decision are well articulated and understood.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Collaborative Culture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Teams work together across functions to align on direction.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Proactive Change Management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Concerns are addressed before implementation, reducing resistance.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Data-Driven Justification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People trust the decision because it’s backed by strong evidence.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Trust in Leadership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If leadership has a track record of making good decisions, buy-in is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2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6F4C1-B371-63BC-CEA1-3E0443DF7351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7A518-0EB7-F6A5-CEB3-3B509AC9F7A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967A4-7E5A-F9A9-CB35-C6C7F1CEE1E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13C5-8798-2C25-4493-3457A7D06054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99400A4-1CB2-9051-CB0E-0A1B5CE9D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6F3B2-7F21-0CA8-1824-C6727EDD31F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BDD20-7142-9744-80A4-18FD33D5EAE8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90EC-0745-7E9F-0510-D5AB37F5CC98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6D80-0F45-2768-B84C-AC30A4B99677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0BEF9-78F1-22EC-BFE3-DBF2B053C5F2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01178-96C5-59E4-B790-C8A7236881A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F960195-B344-C921-7B59-B7C42D7257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4082D-27B9-C1E8-CCB6-21398E95F666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183E4-8393-1E07-66C5-8E174C81C819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8A451AA-0746-B1D4-1762-48DF10B2EB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029DE-4E3A-4A12-A23F-4A453DA997D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FE8D8F83-F4A7-FD02-B4A2-F2C8EC6D39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E6AC2-3D5E-B0FB-1D8E-59C132065437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D2B7-5D34-50DC-7126-303F90B23D27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5F5F-CBB2-90AD-B9E2-0DE72D2B1C9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DD41-7D1E-2B1C-73A1-4C7C026A03FE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A837E-AE1D-1B14-93D0-EDA849DFE0C2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296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787DF-7FDC-71A0-68F1-391AA083D685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AC9E22D-67FE-9FD6-B152-4D4A39E881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4A15DE-75A2-3E13-CA96-399103A6D3F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D7328-9101-702C-3349-9ECF74D0089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DFCFD-B7A4-9358-B321-820A79289448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BCDBF7F-ADDC-70AC-450F-9C268E4FE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646D5C53-61DF-6F65-8E8D-935FC72C3D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826D55-5050-1A58-84B2-387533C157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791F12-0FF1-6829-3771-BD8F023BF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7C7F28-7FC2-D627-9757-DB8C5284732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B449E19-05FE-0EC2-489B-1F9F40CD380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2BC1F6-CB3B-794E-CB2E-1491BCE5B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484643-2902-C35C-112C-56F24DA844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2C65AB-C337-CB37-D234-BE4462CD0F2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EFE4D65-8412-A125-664C-9EF746425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3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B3F9B1F-867C-EC25-0C04-DB341C3E5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7A459421-2319-E18E-EFA6-41A53A206A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EDBF78-B510-27AC-969C-A42521734A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C862E-1198-9607-4F16-D61277ABD57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FC8239-77C9-521C-5942-9865AFAAB1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ED499DC2-04A4-2B05-E7FE-B30CE0FD64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70F2C-C7D2-5CA1-6D1F-D360994DA0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78396-65A4-2E74-0A3A-30697DD513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966ACC-7FE5-FC35-B0A9-7E723A7ED3B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110F75-1685-2FF1-C3E3-4A01AF2977B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6BEF95E-337E-4142-F89F-3388E64F2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96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BB64361-28A6-DFFF-E85E-714AF889F0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F244C-6559-87E4-FCB4-587302A3AB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05ECF-A3BC-5186-45CE-8CA88DA38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06DCE-9255-F2E2-902D-27146983D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9692ECC-3B99-B3F3-A43B-7DA00B08E0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5879F-260A-DD85-69E6-B59FDD9552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CD090-47A2-FDF6-614E-34C8D3CD22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2E2A2-DD41-B565-9C98-301EE42DBD3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C1AB2B4-BB04-CE2C-DDDC-60B8A2168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2D532-445A-49EE-4D92-3CC2A530EA12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40A615-940A-98DE-81A7-081BA6785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62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F204-B4DA-19F8-A95C-600E736E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6A98CF-2FD4-3001-9D9E-D7F37EEC1E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5557-86AA-54E4-D77C-3148B531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BE07-73D3-50BE-02A5-B17FFB8A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heleanway.net/The-8-Wastes-of-Lean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1E1709-732B-D83F-467D-D2FDB123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Communication, Estimation &amp; Negotiation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9B2DAEF6-6F9A-B62B-285D-D897E19EE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Rahul Mohandas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6331-FA13-C3D2-E2AC-DE29B104FF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S1-25_SEZG509 Communication, Estimation &amp; Negotiation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Session #2 – Sunday, 3 Aug 2025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Rahul Mohandas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FB8536-8AF6-75D5-63ED-702C4407A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Your Take On Week 1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Stakeholders for a Lean &amp; Agile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Information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Lean &amp; Agile Mindset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Communication and staying agile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Mindset elements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decision Vs wrong decisions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3A37-975F-36CD-3CE1-1254F7CBE6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Discussion 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2CDC-7379-2F22-E6B4-9B6F292DF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4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48558-4285-EF35-17B2-FDFE2CEAA2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To Effectively Lead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F2106-3B8E-3322-5638-F1923F0BC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4</a:t>
            </a:fld>
            <a:endParaRPr lang="en-US" alt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A608DC9-48A2-FDF1-D403-34C253BC9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529058"/>
              </p:ext>
            </p:extLst>
          </p:nvPr>
        </p:nvGraphicFramePr>
        <p:xfrm>
          <a:off x="2032000" y="1828800"/>
          <a:ext cx="8128000" cy="4309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44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FB4EA-334B-79A7-6706-50AC0EAA05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Relationship Building Requires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9A3B8-9083-2A80-BF4D-EA2D77131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5</a:t>
            </a:fld>
            <a:endParaRPr lang="en-US" alt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24BDC78D-BA51-190A-8436-CC8A22C63C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26578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972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DC04FB-A6B4-9970-F149-6FBF9B3B2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2400" dirty="0"/>
              <a:t>How Do You Identify External Stakeholders?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0188-BE61-0135-5D86-9AED477B54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Join A New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1B21E-93E7-E233-6EF6-F320B7DC0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93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29E41F-DC52-A62A-4D7B-C9DCA798B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2400" dirty="0"/>
              <a:t>How Do You Identify Internal Stakeholders?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67D40-E2D4-6739-A276-72819830540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Join A New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14279-E44B-6E1B-9024-AB75F17BC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17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EC3ED6-FA14-9C8D-FEC5-066FCC8CF6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Agile?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FA4083-32B4-0B3B-7056-7AE8ED206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4" name="Google Shape;448;p42" descr="Wood human figure">
            <a:extLst>
              <a:ext uri="{FF2B5EF4-FFF2-40B4-BE49-F238E27FC236}">
                <a16:creationId xmlns:a16="http://schemas.microsoft.com/office/drawing/2014/main" id="{C76AA9A1-3291-3A9B-7BE6-382523CAB3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7100" y="2157412"/>
            <a:ext cx="5257800" cy="4008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760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FEB7B-50C4-27B2-DE4E-9CF5DFC9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</a:pPr>
            <a:r>
              <a:rPr lang="en-US" sz="2400" dirty="0"/>
              <a:t>Ability to Quickly &amp; Effectively Respond to Change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A80F-55C2-8271-AC94-2A4C2F9B87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Essence of Agile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9F6E-7E0A-2D4F-9F89-826B9C558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57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7A630-49EA-9774-6D85-F86628C938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Are Resources?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4B0C9-F6D8-E31C-35B6-3C1F89A8C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4" name="Google Shape;397;p35" descr="Wood human figure">
            <a:extLst>
              <a:ext uri="{FF2B5EF4-FFF2-40B4-BE49-F238E27FC236}">
                <a16:creationId xmlns:a16="http://schemas.microsoft.com/office/drawing/2014/main" id="{9A056ECC-6627-00EC-9BF3-843DD6CD49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7100" y="2157412"/>
            <a:ext cx="5257799" cy="4008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30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82B420-4DFA-2EAC-EE37-A8F2CE1F91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LEAN?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B0977-9FE0-C281-CB11-D2C016653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4" name="Google Shape;383;p36" descr="Wood human figure">
            <a:extLst>
              <a:ext uri="{FF2B5EF4-FFF2-40B4-BE49-F238E27FC236}">
                <a16:creationId xmlns:a16="http://schemas.microsoft.com/office/drawing/2014/main" id="{F3998F2F-4387-40B2-E7B8-EE469B2CDE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7100" y="2157412"/>
            <a:ext cx="5257800" cy="4008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456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729BB-74C4-5C56-C42F-6A5986F2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marR="2921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Lean is a way of thinking about creating needed value with fewer resources and less waste</a:t>
            </a: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B0BD6-1F2B-8AAA-246F-26314AA83F9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02ED-95B2-0CA6-A8DA-8A6E2BA4C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16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73DDE-6B7B-941A-1163-1E9D716A76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Essence of Lean – </a:t>
            </a:r>
            <a:r>
              <a:rPr lang="en-US"/>
              <a:t>Minimize Waste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25354C-1B5C-0FE1-EF9E-2C8E75BCB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13</a:t>
            </a:fld>
            <a:endParaRPr lang="en-US" altLang="en-US"/>
          </a:p>
        </p:txBody>
      </p:sp>
      <p:grpSp>
        <p:nvGrpSpPr>
          <p:cNvPr id="4" name="Google Shape;403;p37">
            <a:extLst>
              <a:ext uri="{FF2B5EF4-FFF2-40B4-BE49-F238E27FC236}">
                <a16:creationId xmlns:a16="http://schemas.microsoft.com/office/drawing/2014/main" id="{5D2FEF5A-90B9-29B4-2DB8-11DA2F9B5A05}"/>
              </a:ext>
            </a:extLst>
          </p:cNvPr>
          <p:cNvGrpSpPr/>
          <p:nvPr/>
        </p:nvGrpSpPr>
        <p:grpSpPr>
          <a:xfrm>
            <a:off x="841280" y="2162080"/>
            <a:ext cx="10509438" cy="3177272"/>
            <a:chOff x="3080" y="415582"/>
            <a:chExt cx="10509438" cy="3177272"/>
          </a:xfrm>
        </p:grpSpPr>
        <p:sp>
          <p:nvSpPr>
            <p:cNvPr id="5" name="Google Shape;404;p37">
              <a:extLst>
                <a:ext uri="{FF2B5EF4-FFF2-40B4-BE49-F238E27FC236}">
                  <a16:creationId xmlns:a16="http://schemas.microsoft.com/office/drawing/2014/main" id="{3C761C66-8A55-2463-3AAA-953ABD3DBB1F}"/>
                </a:ext>
              </a:extLst>
            </p:cNvPr>
            <p:cNvSpPr/>
            <p:nvPr/>
          </p:nvSpPr>
          <p:spPr>
            <a:xfrm>
              <a:off x="3080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6" name="Google Shape;405;p37">
              <a:extLst>
                <a:ext uri="{FF2B5EF4-FFF2-40B4-BE49-F238E27FC236}">
                  <a16:creationId xmlns:a16="http://schemas.microsoft.com/office/drawing/2014/main" id="{74B3A4C3-85DE-AC57-1E90-B1F4F461EF44}"/>
                </a:ext>
              </a:extLst>
            </p:cNvPr>
            <p:cNvSpPr txBox="1"/>
            <p:nvPr/>
          </p:nvSpPr>
          <p:spPr>
            <a:xfrm>
              <a:off x="3080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 dirty="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Transportation</a:t>
              </a:r>
              <a:endParaRPr sz="24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" name="Google Shape;406;p37">
              <a:extLst>
                <a:ext uri="{FF2B5EF4-FFF2-40B4-BE49-F238E27FC236}">
                  <a16:creationId xmlns:a16="http://schemas.microsoft.com/office/drawing/2014/main" id="{DC0F3870-D94C-0261-C4DB-0E20047BE2FB}"/>
                </a:ext>
              </a:extLst>
            </p:cNvPr>
            <p:cNvSpPr/>
            <p:nvPr/>
          </p:nvSpPr>
          <p:spPr>
            <a:xfrm>
              <a:off x="2691541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8" name="Google Shape;407;p37">
              <a:extLst>
                <a:ext uri="{FF2B5EF4-FFF2-40B4-BE49-F238E27FC236}">
                  <a16:creationId xmlns:a16="http://schemas.microsoft.com/office/drawing/2014/main" id="{3CDA7A09-BC49-243F-A3DF-01A2D696ED21}"/>
                </a:ext>
              </a:extLst>
            </p:cNvPr>
            <p:cNvSpPr txBox="1"/>
            <p:nvPr/>
          </p:nvSpPr>
          <p:spPr>
            <a:xfrm>
              <a:off x="2691541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Inventory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" name="Google Shape;408;p37">
              <a:extLst>
                <a:ext uri="{FF2B5EF4-FFF2-40B4-BE49-F238E27FC236}">
                  <a16:creationId xmlns:a16="http://schemas.microsoft.com/office/drawing/2014/main" id="{BE0BC434-A6EA-B489-8435-B60EA4E270D8}"/>
                </a:ext>
              </a:extLst>
            </p:cNvPr>
            <p:cNvSpPr/>
            <p:nvPr/>
          </p:nvSpPr>
          <p:spPr>
            <a:xfrm>
              <a:off x="5380002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0" name="Google Shape;409;p37">
              <a:extLst>
                <a:ext uri="{FF2B5EF4-FFF2-40B4-BE49-F238E27FC236}">
                  <a16:creationId xmlns:a16="http://schemas.microsoft.com/office/drawing/2014/main" id="{4C1F84A4-25E2-CA4E-80DC-5DFA5B2F7EAC}"/>
                </a:ext>
              </a:extLst>
            </p:cNvPr>
            <p:cNvSpPr txBox="1"/>
            <p:nvPr/>
          </p:nvSpPr>
          <p:spPr>
            <a:xfrm>
              <a:off x="5380002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Motion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" name="Google Shape;410;p37">
              <a:extLst>
                <a:ext uri="{FF2B5EF4-FFF2-40B4-BE49-F238E27FC236}">
                  <a16:creationId xmlns:a16="http://schemas.microsoft.com/office/drawing/2014/main" id="{AF6F9311-66AA-63A2-F5A6-1FFF8FF8D64C}"/>
                </a:ext>
              </a:extLst>
            </p:cNvPr>
            <p:cNvSpPr/>
            <p:nvPr/>
          </p:nvSpPr>
          <p:spPr>
            <a:xfrm>
              <a:off x="8068463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2" name="Google Shape;411;p37">
              <a:extLst>
                <a:ext uri="{FF2B5EF4-FFF2-40B4-BE49-F238E27FC236}">
                  <a16:creationId xmlns:a16="http://schemas.microsoft.com/office/drawing/2014/main" id="{C83CAE10-5A9D-6A7C-B418-4915529265AD}"/>
                </a:ext>
              </a:extLst>
            </p:cNvPr>
            <p:cNvSpPr txBox="1"/>
            <p:nvPr/>
          </p:nvSpPr>
          <p:spPr>
            <a:xfrm>
              <a:off x="8068463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Waiting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" name="Google Shape;412;p37">
              <a:extLst>
                <a:ext uri="{FF2B5EF4-FFF2-40B4-BE49-F238E27FC236}">
                  <a16:creationId xmlns:a16="http://schemas.microsoft.com/office/drawing/2014/main" id="{A8919134-88C2-D146-A313-1A7E2F3E7757}"/>
                </a:ext>
              </a:extLst>
            </p:cNvPr>
            <p:cNvSpPr/>
            <p:nvPr/>
          </p:nvSpPr>
          <p:spPr>
            <a:xfrm>
              <a:off x="3080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4" name="Google Shape;413;p37">
              <a:extLst>
                <a:ext uri="{FF2B5EF4-FFF2-40B4-BE49-F238E27FC236}">
                  <a16:creationId xmlns:a16="http://schemas.microsoft.com/office/drawing/2014/main" id="{B7D0097C-F778-DA91-5B08-77469435E3F3}"/>
                </a:ext>
              </a:extLst>
            </p:cNvPr>
            <p:cNvSpPr txBox="1"/>
            <p:nvPr/>
          </p:nvSpPr>
          <p:spPr>
            <a:xfrm>
              <a:off x="3080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Overproduction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" name="Google Shape;414;p37">
              <a:extLst>
                <a:ext uri="{FF2B5EF4-FFF2-40B4-BE49-F238E27FC236}">
                  <a16:creationId xmlns:a16="http://schemas.microsoft.com/office/drawing/2014/main" id="{5BC4B070-4048-4FD6-F6F2-CA0060E44979}"/>
                </a:ext>
              </a:extLst>
            </p:cNvPr>
            <p:cNvSpPr/>
            <p:nvPr/>
          </p:nvSpPr>
          <p:spPr>
            <a:xfrm>
              <a:off x="2691541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6" name="Google Shape;415;p37">
              <a:extLst>
                <a:ext uri="{FF2B5EF4-FFF2-40B4-BE49-F238E27FC236}">
                  <a16:creationId xmlns:a16="http://schemas.microsoft.com/office/drawing/2014/main" id="{91E81029-84DA-B9E9-0700-9825F5310FBC}"/>
                </a:ext>
              </a:extLst>
            </p:cNvPr>
            <p:cNvSpPr txBox="1"/>
            <p:nvPr/>
          </p:nvSpPr>
          <p:spPr>
            <a:xfrm>
              <a:off x="2691541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Overprocessing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" name="Google Shape;416;p37">
              <a:extLst>
                <a:ext uri="{FF2B5EF4-FFF2-40B4-BE49-F238E27FC236}">
                  <a16:creationId xmlns:a16="http://schemas.microsoft.com/office/drawing/2014/main" id="{B6486A6C-B6D0-4CFF-4F4F-BC94A1F3FA2B}"/>
                </a:ext>
              </a:extLst>
            </p:cNvPr>
            <p:cNvSpPr/>
            <p:nvPr/>
          </p:nvSpPr>
          <p:spPr>
            <a:xfrm>
              <a:off x="5380002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8" name="Google Shape;417;p37">
              <a:extLst>
                <a:ext uri="{FF2B5EF4-FFF2-40B4-BE49-F238E27FC236}">
                  <a16:creationId xmlns:a16="http://schemas.microsoft.com/office/drawing/2014/main" id="{6EE19C98-96C1-083A-1C26-887F52D52E62}"/>
                </a:ext>
              </a:extLst>
            </p:cNvPr>
            <p:cNvSpPr txBox="1"/>
            <p:nvPr/>
          </p:nvSpPr>
          <p:spPr>
            <a:xfrm>
              <a:off x="5380002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Defects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" name="Google Shape;418;p37">
              <a:extLst>
                <a:ext uri="{FF2B5EF4-FFF2-40B4-BE49-F238E27FC236}">
                  <a16:creationId xmlns:a16="http://schemas.microsoft.com/office/drawing/2014/main" id="{A3DA0135-4938-6AC9-D8CB-01B019C548AC}"/>
                </a:ext>
              </a:extLst>
            </p:cNvPr>
            <p:cNvSpPr/>
            <p:nvPr/>
          </p:nvSpPr>
          <p:spPr>
            <a:xfrm>
              <a:off x="8068463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20" name="Google Shape;419;p37">
              <a:extLst>
                <a:ext uri="{FF2B5EF4-FFF2-40B4-BE49-F238E27FC236}">
                  <a16:creationId xmlns:a16="http://schemas.microsoft.com/office/drawing/2014/main" id="{B4644311-0E85-76C3-582E-9620071F02ED}"/>
                </a:ext>
              </a:extLst>
            </p:cNvPr>
            <p:cNvSpPr txBox="1"/>
            <p:nvPr/>
          </p:nvSpPr>
          <p:spPr>
            <a:xfrm>
              <a:off x="8068463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Skills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" name="Google Shape;420;p37">
            <a:extLst>
              <a:ext uri="{FF2B5EF4-FFF2-40B4-BE49-F238E27FC236}">
                <a16:creationId xmlns:a16="http://schemas.microsoft.com/office/drawing/2014/main" id="{7A0C4E6A-F263-43B5-8D94-B46647C1D884}"/>
              </a:ext>
            </a:extLst>
          </p:cNvPr>
          <p:cNvSpPr txBox="1"/>
          <p:nvPr/>
        </p:nvSpPr>
        <p:spPr>
          <a:xfrm>
            <a:off x="838200" y="6165850"/>
            <a:ext cx="6097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Read More: </a:t>
            </a:r>
            <a:r>
              <a:rPr lang="en-US" sz="18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https://theleanway.net/The-8-Wastes-of-Lean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5688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682CE8-A27F-91A0-99C0-87A83AC7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What are the kinds of changes that we need to respond to?</a:t>
            </a:r>
          </a:p>
          <a:p>
            <a:pPr marL="457200" indent="-457200">
              <a:buAutoNum type="arabicPeriod"/>
            </a:pPr>
            <a:r>
              <a:rPr lang="en-US" dirty="0"/>
              <a:t>How will you identify such changes?</a:t>
            </a:r>
          </a:p>
          <a:p>
            <a:pPr marL="457200" indent="-457200">
              <a:buAutoNum type="arabicPeriod"/>
            </a:pPr>
            <a:r>
              <a:rPr lang="en-US" dirty="0"/>
              <a:t>How will you know if your response is effective?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B036-E690-A379-402F-B48AFA57FA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Breakout Room: Responding To 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B418B-1618-279A-7CFB-78431C911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090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1EEFB7-2021-5B4D-8833-C44FC2E418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/>
            <a:r>
              <a:rPr lang="en-US" sz="2000" dirty="0"/>
              <a:t>What are the kinds of changes that we need to respond to?</a:t>
            </a:r>
          </a:p>
          <a:p>
            <a:pPr marL="457200" indent="-457200">
              <a:buAutoNum type="arabicPeriod"/>
            </a:pPr>
            <a:r>
              <a:rPr lang="en-US" sz="1400" dirty="0"/>
              <a:t>&lt;&gt;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2FE2A-D711-7B42-FFA9-B44168490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/>
            <a:r>
              <a:rPr lang="en-US" sz="2000" dirty="0"/>
              <a:t>How will you identify such changes?</a:t>
            </a:r>
          </a:p>
          <a:p>
            <a:pPr>
              <a:buFont typeface="Arial" pitchFamily="34" charset="0"/>
              <a:buAutoNum type="arabicPeriod"/>
            </a:pPr>
            <a:r>
              <a:rPr lang="en-US" sz="1400" dirty="0"/>
              <a:t>&lt;&gt;</a:t>
            </a:r>
          </a:p>
          <a:p>
            <a:pPr marL="0" indent="0"/>
            <a:endParaRPr lang="en-US" sz="2000" dirty="0"/>
          </a:p>
          <a:p>
            <a:pPr marL="0" indent="0"/>
            <a:r>
              <a:rPr lang="en-US" sz="2000" dirty="0"/>
              <a:t>How will you know if your response is effective?</a:t>
            </a:r>
          </a:p>
          <a:p>
            <a:pPr>
              <a:buAutoNum type="arabicPeriod"/>
            </a:pPr>
            <a:r>
              <a:rPr lang="en-US" sz="1400" dirty="0"/>
              <a:t>&lt;&gt;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A87417-AFA7-4D9D-EDB5-B53578E6D1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1C0F0-A9D1-EB5D-88AC-0DD49A32A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993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AE8C-CD59-B961-01FF-C667E5B7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1B479-4225-9028-82C8-7704CD4DB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/>
            <a:r>
              <a:rPr lang="en-US" sz="2000" dirty="0"/>
              <a:t>What are the kinds of changes that we need to respond to?</a:t>
            </a:r>
          </a:p>
          <a:p>
            <a:pPr marL="457200" indent="-457200">
              <a:buAutoNum type="arabicPeriod"/>
            </a:pPr>
            <a:r>
              <a:rPr lang="en-US" sz="1400" dirty="0"/>
              <a:t>Customer changes scope or requirements</a:t>
            </a:r>
          </a:p>
          <a:p>
            <a:pPr marL="457200" indent="-457200">
              <a:buAutoNum type="arabicPeriod"/>
            </a:pPr>
            <a:r>
              <a:rPr lang="en-US" sz="1400" dirty="0"/>
              <a:t>Team member changes</a:t>
            </a:r>
          </a:p>
          <a:p>
            <a:pPr marL="457200" indent="-457200">
              <a:buAutoNum type="arabicPeriod"/>
            </a:pPr>
            <a:r>
              <a:rPr lang="en-US" sz="1400" dirty="0"/>
              <a:t>Manager/ client change deadline or targets</a:t>
            </a:r>
          </a:p>
          <a:p>
            <a:pPr marL="457200" indent="-457200">
              <a:buAutoNum type="arabicPeriod"/>
            </a:pPr>
            <a:r>
              <a:rPr lang="en-US" sz="1400" dirty="0"/>
              <a:t>Unexpected regulatory changes or situations</a:t>
            </a:r>
          </a:p>
          <a:p>
            <a:pPr marL="457200" indent="-457200">
              <a:buAutoNum type="arabicPeriod"/>
            </a:pPr>
            <a:r>
              <a:rPr lang="en-US" sz="1400" dirty="0"/>
              <a:t>Change in the tech platform we work on</a:t>
            </a:r>
          </a:p>
          <a:p>
            <a:pPr marL="457200" indent="-457200">
              <a:buAutoNum type="arabicPeriod"/>
            </a:pPr>
            <a:r>
              <a:rPr lang="en-US" sz="1400" dirty="0"/>
              <a:t>PESTLE changes drive change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FD079-3B17-5A52-8C8A-D3A46EAAB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/>
            <a:r>
              <a:rPr lang="en-US" sz="2000" dirty="0"/>
              <a:t>How will you identify such changes?</a:t>
            </a:r>
          </a:p>
          <a:p>
            <a:pPr>
              <a:buFont typeface="Arial" pitchFamily="34" charset="0"/>
              <a:buAutoNum type="arabicPeriod"/>
            </a:pPr>
            <a:r>
              <a:rPr lang="en-US" sz="1400" dirty="0"/>
              <a:t>Proactively engaging with external and internal stakeholders about approach &amp; solution/ our progress/ their plans</a:t>
            </a:r>
          </a:p>
          <a:p>
            <a:pPr>
              <a:buFont typeface="Arial" pitchFamily="34" charset="0"/>
              <a:buAutoNum type="arabicPeriod"/>
            </a:pPr>
            <a:r>
              <a:rPr lang="en-US" sz="1400" dirty="0"/>
              <a:t>Feedback from stakeholders - When we receive escalations / notifications - Communicate bugs to stakeholders early - </a:t>
            </a:r>
          </a:p>
          <a:p>
            <a:pPr>
              <a:buAutoNum type="arabicPeriod"/>
            </a:pPr>
            <a:r>
              <a:rPr lang="en-US" sz="1400" dirty="0"/>
              <a:t>Monitoring important metrics</a:t>
            </a:r>
          </a:p>
          <a:p>
            <a:pPr>
              <a:buAutoNum type="arabicPeriod"/>
            </a:pPr>
            <a:r>
              <a:rPr lang="en-US" sz="1400" dirty="0"/>
              <a:t>Daily standups</a:t>
            </a:r>
          </a:p>
          <a:p>
            <a:pPr>
              <a:buAutoNum type="arabicPeriod"/>
            </a:pPr>
            <a:r>
              <a:rPr lang="en-US" sz="1400" dirty="0"/>
              <a:t>Through review meetings</a:t>
            </a:r>
          </a:p>
          <a:p>
            <a:pPr marL="0" indent="0"/>
            <a:endParaRPr lang="en-US" sz="2000" dirty="0"/>
          </a:p>
          <a:p>
            <a:pPr marL="0" indent="0"/>
            <a:r>
              <a:rPr lang="en-US" sz="2000" dirty="0"/>
              <a:t>How will you know if your response is effective?</a:t>
            </a:r>
          </a:p>
          <a:p>
            <a:pPr>
              <a:buAutoNum type="arabicPeriod"/>
            </a:pPr>
            <a:r>
              <a:rPr lang="en-US" sz="1400" dirty="0"/>
              <a:t>feedback from stakeholders, </a:t>
            </a:r>
          </a:p>
          <a:p>
            <a:pPr>
              <a:buAutoNum type="arabicPeriod"/>
            </a:pPr>
            <a:r>
              <a:rPr lang="en-US" sz="1400" dirty="0"/>
              <a:t>Metrics/ dashboard</a:t>
            </a:r>
          </a:p>
          <a:p>
            <a:pPr>
              <a:buAutoNum type="arabicPeriod"/>
            </a:pPr>
            <a:r>
              <a:rPr lang="en-US" sz="1400" dirty="0"/>
              <a:t>survey</a:t>
            </a:r>
          </a:p>
          <a:p>
            <a:pPr>
              <a:buAutoNum type="arabicPeriod"/>
            </a:pPr>
            <a:r>
              <a:rPr lang="en-US" sz="1400" dirty="0"/>
              <a:t>retro after sprint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605E77-5E2D-DBD4-1F7B-4793E78F5C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F225A-5F4C-4FD0-A47C-FC4619651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20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575A96-F631-7C60-9BAA-298259FCE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pPr>
              <a:buFontTx/>
              <a:buChar char="-"/>
            </a:pPr>
            <a:r>
              <a:rPr lang="en-US" dirty="0"/>
              <a:t>Internal Data </a:t>
            </a:r>
          </a:p>
          <a:p>
            <a:pPr>
              <a:buFontTx/>
              <a:buChar char="-"/>
            </a:pPr>
            <a:r>
              <a:rPr lang="en-US" dirty="0"/>
              <a:t>External Data</a:t>
            </a:r>
          </a:p>
          <a:p>
            <a:pPr>
              <a:buFontTx/>
              <a:buChar char="-"/>
            </a:pPr>
            <a:r>
              <a:rPr lang="en-US" dirty="0"/>
              <a:t>News – Industry/ General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Can You Make Sense of the data on your own?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D9D43-AD01-6408-9609-8AD2428176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Data Helps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F096C-2A3F-A114-1976-9AA86B961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63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789CF-EC9F-5C3F-FA2A-DC78D2958E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 Decision Vs No Buy In Vs Buy In</a:t>
            </a:r>
          </a:p>
        </p:txBody>
      </p:sp>
    </p:spTree>
    <p:extLst>
      <p:ext uri="{BB962C8B-B14F-4D97-AF65-F5344CB8AC3E}">
        <p14:creationId xmlns:p14="http://schemas.microsoft.com/office/powerpoint/2010/main" val="105110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341A13-7B93-81CB-B514-73930A21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Data tells you "what" is happening, Stakeholders help you understand "why".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Cross-functional collaboration ensures decisions grounded in data and insights.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E6D4-DDA1-F305-D386-78556A1776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Data Needs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D1FE-23E7-EA65-C744-E45E75E6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244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199602-39FA-3280-8225-67E7F47D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000" dirty="0" err="1"/>
              <a:t>ProjTech</a:t>
            </a:r>
            <a:r>
              <a:rPr lang="en-US" sz="2000" dirty="0"/>
              <a:t> is a fast-growing SaaS company offering a cloud-based project management tool. </a:t>
            </a:r>
          </a:p>
          <a:p>
            <a:pPr>
              <a:buFontTx/>
              <a:buChar char="-"/>
            </a:pPr>
            <a:r>
              <a:rPr lang="en-US" sz="2000" dirty="0"/>
              <a:t>Marketing runs campaigns to bring prospects to the sign up page</a:t>
            </a:r>
          </a:p>
          <a:p>
            <a:pPr>
              <a:buFontTx/>
              <a:buChar char="-"/>
            </a:pPr>
            <a:r>
              <a:rPr lang="en-US" sz="2000" dirty="0"/>
              <a:t>The product team recently redesigned the signup process to improve the user experience. </a:t>
            </a:r>
          </a:p>
          <a:p>
            <a:pPr>
              <a:buFontTx/>
              <a:buChar char="-"/>
            </a:pPr>
            <a:r>
              <a:rPr lang="en-US" sz="2000" dirty="0"/>
              <a:t>However, after launching the new flow, the analytics team reports a 40% drop-off at Step 2 of the signup funnel.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b="1" dirty="0"/>
          </a:p>
          <a:p>
            <a:pPr>
              <a:buFontTx/>
              <a:buChar char="-"/>
            </a:pPr>
            <a:r>
              <a:rPr lang="en-US" sz="2000" b="1" dirty="0"/>
              <a:t>The Problem</a:t>
            </a:r>
            <a:r>
              <a:rPr lang="en-US" sz="2000" dirty="0"/>
              <a:t>: The data shows that 60% of users who enter their email don’t proceed past Step 2 (account type selection).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8E0F-F0B4-A1C9-4E41-B06639C32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EE8DB-6CFB-2FBA-DEB9-90BF55FF3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014FD-DFB4-BBF2-D74F-3BE68EFDB2E8}"/>
              </a:ext>
            </a:extLst>
          </p:cNvPr>
          <p:cNvSpPr txBox="1"/>
          <p:nvPr/>
        </p:nvSpPr>
        <p:spPr>
          <a:xfrm>
            <a:off x="1066801" y="3503474"/>
            <a:ext cx="464819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Previous Signup Flow:</a:t>
            </a:r>
          </a:p>
          <a:p>
            <a:pPr marL="457200" indent="-457200">
              <a:buAutoNum type="arabicPeriod"/>
            </a:pPr>
            <a:r>
              <a:rPr lang="en-US" dirty="0"/>
              <a:t>Enter email </a:t>
            </a:r>
          </a:p>
          <a:p>
            <a:pPr marL="457200" indent="-457200">
              <a:buAutoNum type="arabicPeriod"/>
            </a:pPr>
            <a:r>
              <a:rPr lang="en-US" dirty="0"/>
              <a:t>Set password </a:t>
            </a:r>
          </a:p>
          <a:p>
            <a:pPr marL="457200" indent="-457200">
              <a:buAutoNum type="arabicPeriod"/>
            </a:pPr>
            <a:r>
              <a:rPr lang="en-US" dirty="0"/>
              <a:t>Account created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41D0A-6B76-F242-0131-79C5D4A0BFB1}"/>
              </a:ext>
            </a:extLst>
          </p:cNvPr>
          <p:cNvSpPr txBox="1"/>
          <p:nvPr/>
        </p:nvSpPr>
        <p:spPr>
          <a:xfrm>
            <a:off x="6477002" y="3503474"/>
            <a:ext cx="464819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New Signup Flow:</a:t>
            </a:r>
          </a:p>
          <a:p>
            <a:pPr marL="457200" indent="-457200">
              <a:buAutoNum type="arabicPeriod"/>
            </a:pPr>
            <a:r>
              <a:rPr lang="en-US" dirty="0"/>
              <a:t>Enter email </a:t>
            </a:r>
          </a:p>
          <a:p>
            <a:pPr marL="457200" indent="-457200">
              <a:buAutoNum type="arabicPeriod"/>
            </a:pPr>
            <a:r>
              <a:rPr lang="en-US" dirty="0"/>
              <a:t>Select account type (Individual / Team) </a:t>
            </a:r>
          </a:p>
          <a:p>
            <a:pPr marL="457200" indent="-457200">
              <a:buAutoNum type="arabicPeriod"/>
            </a:pPr>
            <a:r>
              <a:rPr lang="en-US" dirty="0"/>
              <a:t>Set password </a:t>
            </a:r>
          </a:p>
          <a:p>
            <a:pPr marL="457200" indent="-457200">
              <a:buAutoNum type="arabicPeriod"/>
            </a:pPr>
            <a:r>
              <a:rPr lang="en-US" dirty="0"/>
              <a:t>Verify email </a:t>
            </a:r>
          </a:p>
          <a:p>
            <a:pPr marL="457200" indent="-457200">
              <a:buAutoNum type="arabicPeriod"/>
            </a:pPr>
            <a:r>
              <a:rPr lang="en-US" dirty="0"/>
              <a:t>Account created</a:t>
            </a:r>
          </a:p>
        </p:txBody>
      </p:sp>
    </p:spTree>
    <p:extLst>
      <p:ext uri="{BB962C8B-B14F-4D97-AF65-F5344CB8AC3E}">
        <p14:creationId xmlns:p14="http://schemas.microsoft.com/office/powerpoint/2010/main" val="641580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26E3F-1632-978E-96C7-E16AF9B9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decide next steps?</a:t>
            </a:r>
          </a:p>
          <a:p>
            <a:r>
              <a:rPr lang="en-US" dirty="0"/>
              <a:t>Who are the key stakeholders you would discuss with?</a:t>
            </a:r>
          </a:p>
          <a:p>
            <a:r>
              <a:rPr lang="en-US" dirty="0"/>
              <a:t>What could be some of their perspectives?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08F36-781F-668F-F4CD-66B67ACF42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BCA9D-D25D-1EDB-D046-63A1C7723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37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B41A1-CBDE-C70D-7DBB-3F86E3BAC8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Key Stakeholders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A77820-3FC2-4783-B80A-4A52AFF5F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8E8FE-0B57-3BE9-226C-F3FB3149BE02}"/>
              </a:ext>
            </a:extLst>
          </p:cNvPr>
          <p:cNvSpPr txBox="1"/>
          <p:nvPr/>
        </p:nvSpPr>
        <p:spPr>
          <a:xfrm>
            <a:off x="9906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46F23-B8F7-8BFA-2B12-9D201F2F6C46}"/>
              </a:ext>
            </a:extLst>
          </p:cNvPr>
          <p:cNvSpPr txBox="1"/>
          <p:nvPr/>
        </p:nvSpPr>
        <p:spPr>
          <a:xfrm>
            <a:off x="36068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1C109-DC89-1BFA-3DC4-0668A272EF52}"/>
              </a:ext>
            </a:extLst>
          </p:cNvPr>
          <p:cNvSpPr txBox="1"/>
          <p:nvPr/>
        </p:nvSpPr>
        <p:spPr>
          <a:xfrm>
            <a:off x="62230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1C8CE-310E-E3CD-F76C-8C083FEE8BD7}"/>
              </a:ext>
            </a:extLst>
          </p:cNvPr>
          <p:cNvSpPr txBox="1"/>
          <p:nvPr/>
        </p:nvSpPr>
        <p:spPr>
          <a:xfrm>
            <a:off x="88392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Support</a:t>
            </a:r>
          </a:p>
        </p:txBody>
      </p:sp>
    </p:spTree>
    <p:extLst>
      <p:ext uri="{BB962C8B-B14F-4D97-AF65-F5344CB8AC3E}">
        <p14:creationId xmlns:p14="http://schemas.microsoft.com/office/powerpoint/2010/main" val="1668436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97385B-3594-0ED1-2302-515F06530F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Their perspectives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5A97E-E3E2-EC7D-8176-4A7077C64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D8021-89C6-7576-DADB-2575F300A3E7}"/>
              </a:ext>
            </a:extLst>
          </p:cNvPr>
          <p:cNvSpPr txBox="1"/>
          <p:nvPr/>
        </p:nvSpPr>
        <p:spPr>
          <a:xfrm>
            <a:off x="99060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“Maybe the new account type selection screen is confusing or adds unnecessary friction.”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53C7C-F094-ECA6-C020-6C463B32319B}"/>
              </a:ext>
            </a:extLst>
          </p:cNvPr>
          <p:cNvSpPr txBox="1"/>
          <p:nvPr/>
        </p:nvSpPr>
        <p:spPr>
          <a:xfrm>
            <a:off x="360779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“Could there be a technical issue?”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53506-1167-4F86-356E-8F7C2AD2C2FC}"/>
              </a:ext>
            </a:extLst>
          </p:cNvPr>
          <p:cNvSpPr txBox="1"/>
          <p:nvPr/>
        </p:nvSpPr>
        <p:spPr>
          <a:xfrm>
            <a:off x="622498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we targeting the wrong audience?”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72C46-8228-53D1-F5B4-34F388024963}"/>
              </a:ext>
            </a:extLst>
          </p:cNvPr>
          <p:cNvSpPr txBox="1"/>
          <p:nvPr/>
        </p:nvSpPr>
        <p:spPr>
          <a:xfrm>
            <a:off x="884217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users reaching out with complaints?”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5BEF3-F81D-C577-4D15-91AFE4FD3122}"/>
              </a:ext>
            </a:extLst>
          </p:cNvPr>
          <p:cNvSpPr txBox="1"/>
          <p:nvPr/>
        </p:nvSpPr>
        <p:spPr>
          <a:xfrm>
            <a:off x="9906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C4295-8E12-54C8-003F-5A27F0B78C0D}"/>
              </a:ext>
            </a:extLst>
          </p:cNvPr>
          <p:cNvSpPr txBox="1"/>
          <p:nvPr/>
        </p:nvSpPr>
        <p:spPr>
          <a:xfrm>
            <a:off x="36068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4559E5-FC51-47EA-FC52-6B0A42133F7B}"/>
              </a:ext>
            </a:extLst>
          </p:cNvPr>
          <p:cNvSpPr txBox="1"/>
          <p:nvPr/>
        </p:nvSpPr>
        <p:spPr>
          <a:xfrm>
            <a:off x="62230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A1548-7962-8E83-F930-3F90E81E2695}"/>
              </a:ext>
            </a:extLst>
          </p:cNvPr>
          <p:cNvSpPr txBox="1"/>
          <p:nvPr/>
        </p:nvSpPr>
        <p:spPr>
          <a:xfrm>
            <a:off x="88392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Support</a:t>
            </a:r>
          </a:p>
        </p:txBody>
      </p:sp>
    </p:spTree>
    <p:extLst>
      <p:ext uri="{BB962C8B-B14F-4D97-AF65-F5344CB8AC3E}">
        <p14:creationId xmlns:p14="http://schemas.microsoft.com/office/powerpoint/2010/main" val="3169681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F6F769-DF34-5FF8-D81E-5AB545A725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Possibilities…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B7424-2EB6-9CB3-E6CE-61D8AB045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BD8D3-3813-FE88-2164-F8E1F4825D43}"/>
              </a:ext>
            </a:extLst>
          </p:cNvPr>
          <p:cNvSpPr txBox="1"/>
          <p:nvPr/>
        </p:nvSpPr>
        <p:spPr>
          <a:xfrm>
            <a:off x="99060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“Maybe the new account type selection screen is confusing or adds unnecessary friction.”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4567E-0FE7-C764-C3CA-911CB7AC0E25}"/>
              </a:ext>
            </a:extLst>
          </p:cNvPr>
          <p:cNvSpPr txBox="1"/>
          <p:nvPr/>
        </p:nvSpPr>
        <p:spPr>
          <a:xfrm>
            <a:off x="360779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“Could there be a technical issue?”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D2C5D-16D4-1476-DC10-E54C344C490B}"/>
              </a:ext>
            </a:extLst>
          </p:cNvPr>
          <p:cNvSpPr txBox="1"/>
          <p:nvPr/>
        </p:nvSpPr>
        <p:spPr>
          <a:xfrm>
            <a:off x="622498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we targeting the wrong audience?”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95836-F129-52A2-EF83-DD6359D9B847}"/>
              </a:ext>
            </a:extLst>
          </p:cNvPr>
          <p:cNvSpPr txBox="1"/>
          <p:nvPr/>
        </p:nvSpPr>
        <p:spPr>
          <a:xfrm>
            <a:off x="884217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users reaching out with complaints?”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DC3D1-C25C-FFC6-1FDF-FEB4D8C7CADC}"/>
              </a:ext>
            </a:extLst>
          </p:cNvPr>
          <p:cNvSpPr txBox="1"/>
          <p:nvPr/>
        </p:nvSpPr>
        <p:spPr>
          <a:xfrm>
            <a:off x="9906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41B31-DAC5-FA0F-C321-91696D445B14}"/>
              </a:ext>
            </a:extLst>
          </p:cNvPr>
          <p:cNvSpPr txBox="1"/>
          <p:nvPr/>
        </p:nvSpPr>
        <p:spPr>
          <a:xfrm>
            <a:off x="36068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52EBB1-41CE-80EB-349E-55351CBFEE87}"/>
              </a:ext>
            </a:extLst>
          </p:cNvPr>
          <p:cNvSpPr txBox="1"/>
          <p:nvPr/>
        </p:nvSpPr>
        <p:spPr>
          <a:xfrm>
            <a:off x="62230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0E06E-AB6F-805F-672C-F97EB4CF8077}"/>
              </a:ext>
            </a:extLst>
          </p:cNvPr>
          <p:cNvSpPr txBox="1"/>
          <p:nvPr/>
        </p:nvSpPr>
        <p:spPr>
          <a:xfrm>
            <a:off x="88392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Support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B45A3-E88E-965B-F9B9-9BF2EBEC4F9A}"/>
              </a:ext>
            </a:extLst>
          </p:cNvPr>
          <p:cNvSpPr txBox="1"/>
          <p:nvPr/>
        </p:nvSpPr>
        <p:spPr>
          <a:xfrm>
            <a:off x="990600" y="3282538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The form might not explain the difference between ‘Individual’ and ‘Team’ accounts clearly.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Users may hesitate because they don’t know which option best suits them.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804B67-9D03-2A0D-9614-C974887C2682}"/>
              </a:ext>
            </a:extLst>
          </p:cNvPr>
          <p:cNvSpPr txBox="1"/>
          <p:nvPr/>
        </p:nvSpPr>
        <p:spPr>
          <a:xfrm>
            <a:off x="3607790" y="3282538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Is the selection screen slow to load?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there device/browser compatibility issues?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users getting stuck due to a UI bug (e.g., button unresponsive on mobile)?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BFB11-3D41-1B8F-C14C-8DC04371DBDA}"/>
              </a:ext>
            </a:extLst>
          </p:cNvPr>
          <p:cNvSpPr txBox="1"/>
          <p:nvPr/>
        </p:nvSpPr>
        <p:spPr>
          <a:xfrm>
            <a:off x="6224980" y="3276600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we attracting individual freelancers who get confused by ‘Team’ vs. ‘Individual’ options?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Should we adjust our landing page messaging to clarify this before they reach signup?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74A29-D51F-1FA8-B625-8A411D2A8E2D}"/>
              </a:ext>
            </a:extLst>
          </p:cNvPr>
          <p:cNvSpPr txBox="1"/>
          <p:nvPr/>
        </p:nvSpPr>
        <p:spPr>
          <a:xfrm>
            <a:off x="8842170" y="3276600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users expressing confusion or frustration in emails/chats?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Have support agents noticed recurring pain points about signups?</a:t>
            </a:r>
          </a:p>
        </p:txBody>
      </p:sp>
    </p:spTree>
    <p:extLst>
      <p:ext uri="{BB962C8B-B14F-4D97-AF65-F5344CB8AC3E}">
        <p14:creationId xmlns:p14="http://schemas.microsoft.com/office/powerpoint/2010/main" val="2052530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FE11EE-A78A-1F5B-87E0-3559F12D8C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 Decision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916D7-6E48-1C8B-A490-7066F83CE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25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9FF360-7CFD-922D-6265-0C5A066D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033825"/>
              </p:ext>
            </p:extLst>
          </p:nvPr>
        </p:nvGraphicFramePr>
        <p:xfrm>
          <a:off x="2032000" y="1549400"/>
          <a:ext cx="81280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4762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408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6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Avoids rushing into a poor choice with incomplete information.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Prevents resistance or backlash from stakeholders who are not aligned.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Keeps options open for future opportunities or better timing.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Leads to stagnation, delaying progress and innovation.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create frustration among teams waiting for direction.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Risks becoming a default decision, where inaction results in missed opportunities.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903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It’s Justified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there’s a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critical gap in information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that could significantly change the outcome.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further alignment efforts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are likely to succeed soon.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external factors (e.g., market conditions, budget cycles) suggest waiting is more beneficial.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223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4915C9-0464-3B4F-0945-151357CB8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Problem may not be clear</a:t>
            </a:r>
          </a:p>
          <a:p>
            <a:pPr>
              <a:buFontTx/>
              <a:buChar char="-"/>
            </a:pPr>
            <a:r>
              <a:rPr lang="en-US" dirty="0"/>
              <a:t>Focus is on all the problems not possibilities</a:t>
            </a:r>
          </a:p>
          <a:p>
            <a:pPr>
              <a:buFontTx/>
              <a:buChar char="-"/>
            </a:pPr>
            <a:r>
              <a:rPr lang="en-US" dirty="0"/>
              <a:t>People not listening to each other </a:t>
            </a:r>
          </a:p>
          <a:p>
            <a:pPr>
              <a:buFontTx/>
              <a:buChar char="-"/>
            </a:pPr>
            <a:r>
              <a:rPr lang="en-US" dirty="0"/>
              <a:t>Risk Aversion/ Fear of failure</a:t>
            </a:r>
          </a:p>
          <a:p>
            <a:pPr>
              <a:buFontTx/>
              <a:buChar char="-"/>
            </a:pPr>
            <a:r>
              <a:rPr lang="en-US" dirty="0"/>
              <a:t>Too many decision makers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2AA7E-78DA-F8EB-555C-989D28EDA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No Decision: Causes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1F8E3-F10A-6F8A-3EE0-6F36816D0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1997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3009B-3298-CEA4-5110-1A7F59B133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Decision With No Buy 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A4C64-5892-6CEE-A84C-1E0931996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27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004BD4-76F5-AF17-DD0F-FE06719EC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395792"/>
              </p:ext>
            </p:extLst>
          </p:nvPr>
        </p:nvGraphicFramePr>
        <p:xfrm>
          <a:off x="2032000" y="1600200"/>
          <a:ext cx="81280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4762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408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6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momentum, something gets done rather than waiting indefinitely.</a:t>
                      </a:r>
                      <a:endParaRPr lang="en-US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work in highly hierarchical environments where decision-makers have final authority.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yield quick wins if the decision proves successful despite lack of support.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risk of resistance, lack of adoption, or passive pushback.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Teams may execute reluctantly or sabotage the initiative (intentionally or unintentionally).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Difficult to sustain, people don’t feel ownership and may disengage over time.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903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It’s Justified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In </a:t>
                      </a:r>
                      <a:r>
                        <a:rPr lang="en-US" b="1" dirty="0"/>
                        <a:t>urgent situations</a:t>
                      </a:r>
                      <a:r>
                        <a:rPr lang="en-US" dirty="0"/>
                        <a:t> where delaying would cause major harm (e.g., security threats, legal risks).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 </a:t>
                      </a:r>
                      <a:r>
                        <a:rPr lang="en-US" b="1" dirty="0"/>
                        <a:t>data strongly supports the decision</a:t>
                      </a:r>
                      <a:r>
                        <a:rPr lang="en-US" dirty="0"/>
                        <a:t>, even if stakeholders disagree.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 leadership has enough authority to push through resistance and course-correct later.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13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0286EE-55D7-3C51-E75A-21AA688A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Executive Pressure or Deadlines </a:t>
            </a:r>
          </a:p>
          <a:p>
            <a:pPr>
              <a:buFontTx/>
              <a:buChar char="-"/>
            </a:pPr>
            <a:r>
              <a:rPr lang="en-US" dirty="0"/>
              <a:t>Urgency Over Consensus </a:t>
            </a:r>
          </a:p>
          <a:p>
            <a:pPr>
              <a:buFontTx/>
              <a:buChar char="-"/>
            </a:pPr>
            <a:r>
              <a:rPr lang="en-US" dirty="0"/>
              <a:t>Siloed Decision-Making </a:t>
            </a:r>
          </a:p>
          <a:p>
            <a:pPr>
              <a:buFontTx/>
              <a:buChar char="-"/>
            </a:pPr>
            <a:r>
              <a:rPr lang="en-US" dirty="0"/>
              <a:t>Overconfidence in Authority</a:t>
            </a:r>
          </a:p>
          <a:p>
            <a:pPr>
              <a:buFontTx/>
              <a:buChar char="-"/>
            </a:pPr>
            <a:r>
              <a:rPr lang="en-US" dirty="0"/>
              <a:t>Lack of Stakeholder Engagement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941643-821A-5F71-C393-F87081C41B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Decision Without Buy In: Causes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B194CF-B55D-72BA-6B65-ABCB91BF5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079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83FD7B-177E-C7DF-7E55-8CE32C212E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Decision With Buy 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799E8-9A01-95C8-5B22-456538590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29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C5E37E-9055-6924-E183-69BDE22A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66118"/>
              </p:ext>
            </p:extLst>
          </p:nvPr>
        </p:nvGraphicFramePr>
        <p:xfrm>
          <a:off x="2032000" y="1600200"/>
          <a:ext cx="8128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4762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408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6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smoother implementation with committed stakeholders.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Reduces friction and enhances collaboration.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Increases the likelihood of long-term success and sustainability.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Takes time, aligning 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stakeholders can slow down execution.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lead to compromises that dilute the original decision’s impact.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903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It’s Justified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For </a:t>
                      </a:r>
                      <a:r>
                        <a:rPr lang="en-US" b="1" dirty="0"/>
                        <a:t>strategic, long-term initiatives</a:t>
                      </a:r>
                      <a:r>
                        <a:rPr lang="en-US" dirty="0"/>
                        <a:t> where commitment across teams is critical.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 a </a:t>
                      </a:r>
                      <a:r>
                        <a:rPr lang="en-US" b="1" dirty="0"/>
                        <a:t>change in mindset</a:t>
                      </a:r>
                      <a:r>
                        <a:rPr lang="en-US" dirty="0"/>
                        <a:t> or behavior is needed for success (e.g., cultural shifts).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 the decision requires </a:t>
                      </a:r>
                      <a:r>
                        <a:rPr lang="en-US" b="1" dirty="0"/>
                        <a:t>cross-functional execution</a:t>
                      </a:r>
                      <a:r>
                        <a:rPr lang="en-US" dirty="0"/>
                        <a:t> and dependencies must be managed.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755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092AE7-2976-8B15-77F0-E9FAE340C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Strong Stakeholder Engagement </a:t>
            </a:r>
          </a:p>
          <a:p>
            <a:pPr>
              <a:buFontTx/>
              <a:buChar char="-"/>
            </a:pPr>
            <a:r>
              <a:rPr lang="en-US" dirty="0"/>
              <a:t>Clear Communication of Value </a:t>
            </a:r>
          </a:p>
          <a:p>
            <a:pPr>
              <a:buFontTx/>
              <a:buChar char="-"/>
            </a:pPr>
            <a:r>
              <a:rPr lang="en-US" dirty="0"/>
              <a:t>Collaborative Culture </a:t>
            </a:r>
          </a:p>
          <a:p>
            <a:pPr>
              <a:buFontTx/>
              <a:buChar char="-"/>
            </a:pPr>
            <a:r>
              <a:rPr lang="en-US" dirty="0"/>
              <a:t>Concerns are listened to and addressed proactively</a:t>
            </a:r>
          </a:p>
          <a:p>
            <a:pPr>
              <a:buFontTx/>
              <a:buChar char="-"/>
            </a:pPr>
            <a:r>
              <a:rPr lang="en-US" dirty="0"/>
              <a:t>Data-Driven Justification </a:t>
            </a:r>
          </a:p>
          <a:p>
            <a:pPr>
              <a:buFontTx/>
              <a:buChar char="-"/>
            </a:pPr>
            <a:r>
              <a:rPr lang="en-US" dirty="0"/>
              <a:t>Trust in Leadership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C54812-BAFE-946C-9252-C9151B0042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Decision With Buy In: Causes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051C3-58EE-28DD-EF6C-915A29F79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0349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112D7-CE39-FCC3-4117-D6BD12736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Identify a past situation where you faced this</a:t>
            </a:r>
          </a:p>
          <a:p>
            <a:pPr marL="342900" indent="-342900">
              <a:buAutoNum type="arabicPeriod"/>
            </a:pPr>
            <a:r>
              <a:rPr lang="en-US" dirty="0"/>
              <a:t>What was the situation</a:t>
            </a:r>
          </a:p>
          <a:p>
            <a:pPr marL="342900" indent="-342900">
              <a:buAutoNum type="arabicPeriod"/>
            </a:pPr>
            <a:r>
              <a:rPr lang="en-US" dirty="0"/>
              <a:t>What caused the indecision/ decision </a:t>
            </a:r>
          </a:p>
          <a:p>
            <a:pPr marL="342900" indent="-342900">
              <a:buAutoNum type="arabicPeriod"/>
            </a:pPr>
            <a:r>
              <a:rPr lang="en-US" dirty="0"/>
              <a:t>What caused the No Decision/ No buy-in</a:t>
            </a:r>
          </a:p>
          <a:p>
            <a:pPr marL="342900" indent="-342900">
              <a:buAutoNum type="arabicPeriod"/>
            </a:pPr>
            <a:r>
              <a:rPr lang="en-US" dirty="0"/>
              <a:t>What was the final outcome</a:t>
            </a:r>
          </a:p>
          <a:p>
            <a:pPr marL="342900" indent="-342900">
              <a:buAutoNum type="arabicPeriod"/>
            </a:pPr>
            <a:r>
              <a:rPr lang="en-US" dirty="0"/>
              <a:t>What could have been done to reach decision and buy in</a:t>
            </a:r>
          </a:p>
          <a:p>
            <a:pPr marL="342900" indent="-342900">
              <a:buAutoNum type="arabicPeriod"/>
            </a:pPr>
            <a:r>
              <a:rPr lang="en-US" dirty="0"/>
              <a:t>What are the pros/ cons of this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86771F-D47A-A06A-3F82-5AA30B87B1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Reflect: No Decision/ No Buy 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EB03F-3C2E-399F-6D18-822D8815B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0737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7124A9-5B81-5ACD-903B-8426E34246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Mindset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A22A4-368E-169D-B8AB-0C262B077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32</a:t>
            </a:fld>
            <a:endParaRPr lang="en-US" alt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5709DF0-0631-9DF6-2BC0-D41E9D339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964203"/>
              </p:ext>
            </p:extLst>
          </p:nvPr>
        </p:nvGraphicFramePr>
        <p:xfrm>
          <a:off x="6248400" y="1786467"/>
          <a:ext cx="5689600" cy="377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Menu of Geist Brewing Co., Old Madras Road, Bangalore | Dineout">
            <a:extLst>
              <a:ext uri="{FF2B5EF4-FFF2-40B4-BE49-F238E27FC236}">
                <a16:creationId xmlns:a16="http://schemas.microsoft.com/office/drawing/2014/main" id="{245D8B1A-A4FB-E00E-F5D4-D72272CE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905000"/>
            <a:ext cx="5372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403E1F-CF5E-E445-BB6F-909AFC2C67C0}"/>
              </a:ext>
            </a:extLst>
          </p:cNvPr>
          <p:cNvSpPr txBox="1"/>
          <p:nvPr/>
        </p:nvSpPr>
        <p:spPr>
          <a:xfrm>
            <a:off x="3251200" y="5849034"/>
            <a:ext cx="568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Respect is like Air</a:t>
            </a:r>
          </a:p>
          <a:p>
            <a:pPr algn="ctr"/>
            <a:r>
              <a:rPr lang="en-US" dirty="0"/>
              <a:t>You realize its importance, when its not there!</a:t>
            </a:r>
          </a:p>
        </p:txBody>
      </p:sp>
    </p:spTree>
    <p:extLst>
      <p:ext uri="{BB962C8B-B14F-4D97-AF65-F5344CB8AC3E}">
        <p14:creationId xmlns:p14="http://schemas.microsoft.com/office/powerpoint/2010/main" val="2756867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7D5313-0114-5C57-13D4-6296CA984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Your Take On Week 2</a:t>
            </a:r>
          </a:p>
          <a:p>
            <a:endParaRPr lang="en-US" dirty="0"/>
          </a:p>
          <a:p>
            <a:r>
              <a:rPr lang="en-US" dirty="0"/>
              <a:t>Communication: Understanding Stakeholders</a:t>
            </a:r>
          </a:p>
          <a:p>
            <a:pPr lvl="0">
              <a:buFontTx/>
              <a:buChar char="-"/>
            </a:pPr>
            <a:r>
              <a:rPr lang="en-US" dirty="0"/>
              <a:t>Prioritization &amp; Personal time management</a:t>
            </a:r>
          </a:p>
          <a:p>
            <a:pPr lvl="0">
              <a:buFontTx/>
              <a:buChar char="-"/>
            </a:pPr>
            <a:r>
              <a:rPr lang="en-US" dirty="0"/>
              <a:t>Understanding stakeholder expectations (and their context)</a:t>
            </a:r>
          </a:p>
          <a:p>
            <a:pPr lvl="0">
              <a:buFontTx/>
              <a:buChar char="-"/>
            </a:pPr>
            <a:r>
              <a:rPr lang="en-US" dirty="0"/>
              <a:t>Investing in relationships</a:t>
            </a:r>
          </a:p>
          <a:p>
            <a:pPr lvl="0">
              <a:buFontTx/>
              <a:buChar char="-"/>
            </a:pPr>
            <a:r>
              <a:rPr lang="en-US" dirty="0"/>
              <a:t>Identifying and mapping stakeholders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8230-5DFB-F0B3-0A41-5FD4BE1A7C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5496D-7E4F-BC7A-DC66-62F037FBE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784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945051E4-7DF1-B8D8-8CED-FBB80F8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20" b="24035"/>
          <a:stretch/>
        </p:blipFill>
        <p:spPr>
          <a:xfrm>
            <a:off x="406400" y="1493838"/>
            <a:ext cx="109728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EBE-E629-CB0D-C790-59E04B28EF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Questions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524f645c567f48f68415b738ed3c3e5a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ad7003b6bdea35659c5076b91058063b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F154BF-5266-4E6E-A0FE-D0827BDD0821}"/>
</file>

<file path=customXml/itemProps2.xml><?xml version="1.0" encoding="utf-8"?>
<ds:datastoreItem xmlns:ds="http://schemas.openxmlformats.org/officeDocument/2006/customXml" ds:itemID="{7DE85DF0-C4F6-4169-B632-83EA03E6FD1B}"/>
</file>

<file path=customXml/itemProps3.xml><?xml version="1.0" encoding="utf-8"?>
<ds:datastoreItem xmlns:ds="http://schemas.openxmlformats.org/officeDocument/2006/customXml" ds:itemID="{6B896C15-C067-4199-A158-6126A032A93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9662</TotalTime>
  <Words>1698</Words>
  <Application>Microsoft Macintosh PowerPoint</Application>
  <PresentationFormat>Widescreen</PresentationFormat>
  <Paragraphs>282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-webkit-standard</vt:lpstr>
      <vt:lpstr>Aptos</vt:lpstr>
      <vt:lpstr>Arial</vt:lpstr>
      <vt:lpstr>Avenir</vt:lpstr>
      <vt:lpstr>System Font Regular</vt:lpstr>
      <vt:lpstr>Office Theme</vt:lpstr>
      <vt:lpstr>Communication, Estimation &amp; Negotiation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Mohandas (RMd)</cp:lastModifiedBy>
  <cp:revision>115</cp:revision>
  <dcterms:created xsi:type="dcterms:W3CDTF">2011-09-14T09:42:05Z</dcterms:created>
  <dcterms:modified xsi:type="dcterms:W3CDTF">2025-08-02T16:30:45Z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