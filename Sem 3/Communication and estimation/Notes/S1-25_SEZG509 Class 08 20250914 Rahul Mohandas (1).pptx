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0" r:id="rId2"/>
    <p:sldId id="257" r:id="rId3"/>
    <p:sldId id="4222" r:id="rId4"/>
    <p:sldId id="4201" r:id="rId5"/>
    <p:sldId id="4225" r:id="rId6"/>
    <p:sldId id="4224" r:id="rId7"/>
    <p:sldId id="4223" r:id="rId8"/>
    <p:sldId id="265" r:id="rId9"/>
    <p:sldId id="264" r:id="rId10"/>
    <p:sldId id="4239" r:id="rId11"/>
    <p:sldId id="4249" r:id="rId12"/>
    <p:sldId id="4250" r:id="rId13"/>
    <p:sldId id="4247" r:id="rId14"/>
    <p:sldId id="4251" r:id="rId15"/>
    <p:sldId id="4241" r:id="rId16"/>
    <p:sldId id="4248" r:id="rId17"/>
    <p:sldId id="4246" r:id="rId18"/>
    <p:sldId id="4240" r:id="rId19"/>
    <p:sldId id="4245" r:id="rId20"/>
    <p:sldId id="4244" r:id="rId21"/>
    <p:sldId id="4242" r:id="rId22"/>
    <p:sldId id="4243" r:id="rId23"/>
    <p:sldId id="4256" r:id="rId24"/>
    <p:sldId id="4252" r:id="rId25"/>
    <p:sldId id="4253" r:id="rId26"/>
    <p:sldId id="4254" r:id="rId27"/>
    <p:sldId id="4255" r:id="rId28"/>
    <p:sldId id="4257" r:id="rId29"/>
    <p:sldId id="4174" r:id="rId3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28ADB-AC0C-6F46-87E5-3AD201159B13}" v="14" dt="2025-09-14T02:51:20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/>
    <p:restoredTop sz="89315"/>
  </p:normalViewPr>
  <p:slideViewPr>
    <p:cSldViewPr showGuides="1">
      <p:cViewPr varScale="1">
        <p:scale>
          <a:sx n="108" d="100"/>
          <a:sy n="108" d="100"/>
        </p:scale>
        <p:origin x="856" y="200"/>
      </p:cViewPr>
      <p:guideLst>
        <p:guide orient="horz" pos="225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ohandas (RMd)" userId="cdc53f0a-00cb-4490-8a90-22675af5e74d" providerId="ADAL" clId="{33B18583-BD48-3A4A-89F4-FBA63A3F9197}"/>
    <pc:docChg chg="undo custSel addSld delSld modSld sldOrd">
      <pc:chgData name="Rahul Mohandas (RMd)" userId="cdc53f0a-00cb-4490-8a90-22675af5e74d" providerId="ADAL" clId="{33B18583-BD48-3A4A-89F4-FBA63A3F9197}" dt="2024-09-01T13:28:29.034" v="4186" actId="2696"/>
      <pc:docMkLst>
        <pc:docMk/>
      </pc:docMkLst>
      <pc:sldChg chg="modSp mod">
        <pc:chgData name="Rahul Mohandas (RMd)" userId="cdc53f0a-00cb-4490-8a90-22675af5e74d" providerId="ADAL" clId="{33B18583-BD48-3A4A-89F4-FBA63A3F9197}" dt="2024-08-31T11:44:57.660" v="7" actId="20577"/>
        <pc:sldMkLst>
          <pc:docMk/>
          <pc:sldMk cId="0" sldId="257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4097913531" sldId="4101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3109908966" sldId="4102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610765707" sldId="4103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670112012" sldId="4105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2850148947" sldId="4147"/>
        </pc:sldMkLst>
      </pc:sldChg>
      <pc:sldChg chg="modSp add mod">
        <pc:chgData name="Rahul Mohandas (RMd)" userId="cdc53f0a-00cb-4490-8a90-22675af5e74d" providerId="ADAL" clId="{33B18583-BD48-3A4A-89F4-FBA63A3F9197}" dt="2024-08-31T12:08:52.956" v="411" actId="20577"/>
        <pc:sldMkLst>
          <pc:docMk/>
          <pc:sldMk cId="3832112072" sldId="4170"/>
        </pc:sldMkLst>
      </pc:sldChg>
      <pc:sldChg chg="add">
        <pc:chgData name="Rahul Mohandas (RMd)" userId="cdc53f0a-00cb-4490-8a90-22675af5e74d" providerId="ADAL" clId="{33B18583-BD48-3A4A-89F4-FBA63A3F9197}" dt="2024-08-31T11:45:13.740" v="8"/>
        <pc:sldMkLst>
          <pc:docMk/>
          <pc:sldMk cId="1863019508" sldId="4191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22:28.155" v="3791" actId="20577"/>
        <pc:sldMkLst>
          <pc:docMk/>
          <pc:sldMk cId="1607859717" sldId="4192"/>
        </pc:sldMkLst>
      </pc:sldChg>
      <pc:sldChg chg="addSp modSp new mod modClrScheme chgLayout">
        <pc:chgData name="Rahul Mohandas (RMd)" userId="cdc53f0a-00cb-4490-8a90-22675af5e74d" providerId="ADAL" clId="{33B18583-BD48-3A4A-89F4-FBA63A3F9197}" dt="2024-09-01T05:49:27.083" v="1381" actId="20577"/>
        <pc:sldMkLst>
          <pc:docMk/>
          <pc:sldMk cId="1106237882" sldId="4193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13:22:49.975" v="3801" actId="404"/>
        <pc:sldMkLst>
          <pc:docMk/>
          <pc:sldMk cId="1541232329" sldId="4194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16:19.581" v="3486" actId="20577"/>
        <pc:sldMkLst>
          <pc:docMk/>
          <pc:sldMk cId="2507466782" sldId="4195"/>
        </pc:sldMkLst>
      </pc:sldChg>
      <pc:sldChg chg="addSp delSp modSp new mod modClrScheme chgLayout">
        <pc:chgData name="Rahul Mohandas (RMd)" userId="cdc53f0a-00cb-4490-8a90-22675af5e74d" providerId="ADAL" clId="{33B18583-BD48-3A4A-89F4-FBA63A3F9197}" dt="2024-09-01T05:52:36.077" v="1434" actId="1037"/>
        <pc:sldMkLst>
          <pc:docMk/>
          <pc:sldMk cId="1918004366" sldId="4196"/>
        </pc:sldMkLst>
      </pc:sldChg>
      <pc:sldChg chg="addSp modSp new mod modClrScheme chgLayout">
        <pc:chgData name="Rahul Mohandas (RMd)" userId="cdc53f0a-00cb-4490-8a90-22675af5e74d" providerId="ADAL" clId="{33B18583-BD48-3A4A-89F4-FBA63A3F9197}" dt="2024-09-01T05:49:14.668" v="1371" actId="20577"/>
        <pc:sldMkLst>
          <pc:docMk/>
          <pc:sldMk cId="1357951568" sldId="4197"/>
        </pc:sldMkLst>
      </pc:sldChg>
      <pc:sldChg chg="modSp new mod ord modNotesTx">
        <pc:chgData name="Rahul Mohandas (RMd)" userId="cdc53f0a-00cb-4490-8a90-22675af5e74d" providerId="ADAL" clId="{33B18583-BD48-3A4A-89F4-FBA63A3F9197}" dt="2024-09-01T12:58:51.755" v="2582" actId="12"/>
        <pc:sldMkLst>
          <pc:docMk/>
          <pc:sldMk cId="1117999722" sldId="4198"/>
        </pc:sldMkLst>
      </pc:sldChg>
      <pc:sldChg chg="modSp new mod modNotesTx">
        <pc:chgData name="Rahul Mohandas (RMd)" userId="cdc53f0a-00cb-4490-8a90-22675af5e74d" providerId="ADAL" clId="{33B18583-BD48-3A4A-89F4-FBA63A3F9197}" dt="2024-09-01T12:59:54.421" v="2702" actId="20577"/>
        <pc:sldMkLst>
          <pc:docMk/>
          <pc:sldMk cId="484839034" sldId="4199"/>
        </pc:sldMkLst>
      </pc:sldChg>
      <pc:sldChg chg="modSp new mod">
        <pc:chgData name="Rahul Mohandas (RMd)" userId="cdc53f0a-00cb-4490-8a90-22675af5e74d" providerId="ADAL" clId="{33B18583-BD48-3A4A-89F4-FBA63A3F9197}" dt="2024-09-01T13:25:02.412" v="3976" actId="20577"/>
        <pc:sldMkLst>
          <pc:docMk/>
          <pc:sldMk cId="1558365412" sldId="4200"/>
        </pc:sldMkLst>
      </pc:sldChg>
      <pc:sldChg chg="modSp new mod">
        <pc:chgData name="Rahul Mohandas (RMd)" userId="cdc53f0a-00cb-4490-8a90-22675af5e74d" providerId="ADAL" clId="{33B18583-BD48-3A4A-89F4-FBA63A3F9197}" dt="2024-09-01T05:28:54.284" v="895" actId="113"/>
        <pc:sldMkLst>
          <pc:docMk/>
          <pc:sldMk cId="1908076403" sldId="4201"/>
        </pc:sldMkLst>
      </pc:sldChg>
      <pc:sldChg chg="new del">
        <pc:chgData name="Rahul Mohandas (RMd)" userId="cdc53f0a-00cb-4490-8a90-22675af5e74d" providerId="ADAL" clId="{33B18583-BD48-3A4A-89F4-FBA63A3F9197}" dt="2024-09-01T13:28:29.034" v="4186" actId="2696"/>
        <pc:sldMkLst>
          <pc:docMk/>
          <pc:sldMk cId="120478877" sldId="4202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2395964172" sldId="4204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195159601" sldId="4215"/>
        </pc:sldMkLst>
      </pc:sldChg>
      <pc:sldChg chg="add">
        <pc:chgData name="Rahul Mohandas (RMd)" userId="cdc53f0a-00cb-4490-8a90-22675af5e74d" providerId="ADAL" clId="{33B18583-BD48-3A4A-89F4-FBA63A3F9197}" dt="2024-09-01T05:21:19.592" v="844"/>
        <pc:sldMkLst>
          <pc:docMk/>
          <pc:sldMk cId="2142588143" sldId="4217"/>
        </pc:sldMkLst>
      </pc:sldChg>
      <pc:sldChg chg="modSp add del mod">
        <pc:chgData name="Rahul Mohandas (RMd)" userId="cdc53f0a-00cb-4490-8a90-22675af5e74d" providerId="ADAL" clId="{33B18583-BD48-3A4A-89F4-FBA63A3F9197}" dt="2024-09-01T06:14:12.312" v="1947" actId="2696"/>
        <pc:sldMkLst>
          <pc:docMk/>
          <pc:sldMk cId="3996500199" sldId="4218"/>
        </pc:sldMkLst>
      </pc:sldChg>
      <pc:sldChg chg="addSp delSp modSp new mod modClrScheme chgLayout">
        <pc:chgData name="Rahul Mohandas (RMd)" userId="cdc53f0a-00cb-4490-8a90-22675af5e74d" providerId="ADAL" clId="{33B18583-BD48-3A4A-89F4-FBA63A3F9197}" dt="2024-09-01T06:15:16.551" v="1986" actId="20577"/>
        <pc:sldMkLst>
          <pc:docMk/>
          <pc:sldMk cId="2231604144" sldId="4219"/>
        </pc:sldMkLst>
      </pc:sldChg>
      <pc:sldChg chg="modSp new del mod">
        <pc:chgData name="Rahul Mohandas (RMd)" userId="cdc53f0a-00cb-4490-8a90-22675af5e74d" providerId="ADAL" clId="{33B18583-BD48-3A4A-89F4-FBA63A3F9197}" dt="2024-09-01T06:08:03.524" v="1603" actId="2696"/>
        <pc:sldMkLst>
          <pc:docMk/>
          <pc:sldMk cId="453101439" sldId="4220"/>
        </pc:sldMkLst>
      </pc:sldChg>
      <pc:sldChg chg="new del">
        <pc:chgData name="Rahul Mohandas (RMd)" userId="cdc53f0a-00cb-4490-8a90-22675af5e74d" providerId="ADAL" clId="{33B18583-BD48-3A4A-89F4-FBA63A3F9197}" dt="2024-09-01T06:09:12.676" v="1808" actId="2696"/>
        <pc:sldMkLst>
          <pc:docMk/>
          <pc:sldMk cId="3686608539" sldId="4220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06:13:42.572" v="1918" actId="20578"/>
        <pc:sldMkLst>
          <pc:docMk/>
          <pc:sldMk cId="1420539506" sldId="4221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06:27:39.852" v="2432" actId="1076"/>
        <pc:sldMkLst>
          <pc:docMk/>
          <pc:sldMk cId="2894385142" sldId="4222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01:38.050" v="3037" actId="5793"/>
        <pc:sldMkLst>
          <pc:docMk/>
          <pc:sldMk cId="3798656223" sldId="4223"/>
        </pc:sldMkLst>
      </pc:sldChg>
      <pc:sldChg chg="addSp delSp modSp new mod modNotesTx">
        <pc:chgData name="Rahul Mohandas (RMd)" userId="cdc53f0a-00cb-4490-8a90-22675af5e74d" providerId="ADAL" clId="{33B18583-BD48-3A4A-89F4-FBA63A3F9197}" dt="2024-09-01T13:12:47.710" v="3367" actId="20577"/>
        <pc:sldMkLst>
          <pc:docMk/>
          <pc:sldMk cId="389070791" sldId="4224"/>
        </pc:sldMkLst>
      </pc:sldChg>
      <pc:sldChg chg="modSp new mod">
        <pc:chgData name="Rahul Mohandas (RMd)" userId="cdc53f0a-00cb-4490-8a90-22675af5e74d" providerId="ADAL" clId="{33B18583-BD48-3A4A-89F4-FBA63A3F9197}" dt="2024-09-01T13:27:21.562" v="4185" actId="20577"/>
        <pc:sldMkLst>
          <pc:docMk/>
          <pc:sldMk cId="3817639080" sldId="4225"/>
        </pc:sldMkLst>
      </pc:sldChg>
    </pc:docChg>
  </pc:docChgLst>
  <pc:docChgLst>
    <pc:chgData name="Rahul Mohandas (RMd)" userId="cdc53f0a-00cb-4490-8a90-22675af5e74d" providerId="ADAL" clId="{F852B726-59BD-B041-AA09-29D3826A78D4}"/>
    <pc:docChg chg="undo custSel addSld delSld modSld sldOrd modMainMaster">
      <pc:chgData name="Rahul Mohandas (RMd)" userId="cdc53f0a-00cb-4490-8a90-22675af5e74d" providerId="ADAL" clId="{F852B726-59BD-B041-AA09-29D3826A78D4}" dt="2024-09-08T10:06:05.174" v="1803" actId="478"/>
      <pc:docMkLst>
        <pc:docMk/>
      </pc:docMkLst>
      <pc:sldChg chg="modSp mod">
        <pc:chgData name="Rahul Mohandas (RMd)" userId="cdc53f0a-00cb-4490-8a90-22675af5e74d" providerId="ADAL" clId="{F852B726-59BD-B041-AA09-29D3826A78D4}" dt="2024-09-07T12:54:53.217" v="1" actId="20577"/>
        <pc:sldMkLst>
          <pc:docMk/>
          <pc:sldMk cId="0" sldId="25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27.964" v="339" actId="208"/>
        <pc:sldMkLst>
          <pc:docMk/>
          <pc:sldMk cId="3018895651" sldId="28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42.851" v="341"/>
        <pc:sldMkLst>
          <pc:docMk/>
          <pc:sldMk cId="2801072329" sldId="84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51.322" v="343"/>
        <pc:sldMkLst>
          <pc:docMk/>
          <pc:sldMk cId="432792832" sldId="848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57.446" v="345"/>
        <pc:sldMkLst>
          <pc:docMk/>
          <pc:sldMk cId="2578854208" sldId="849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59:30.899" v="1123" actId="1035"/>
        <pc:sldMkLst>
          <pc:docMk/>
          <pc:sldMk cId="2261848272" sldId="854"/>
        </pc:sldMkLst>
      </pc:sldChg>
      <pc:sldChg chg="modSp mod">
        <pc:chgData name="Rahul Mohandas (RMd)" userId="cdc53f0a-00cb-4490-8a90-22675af5e74d" providerId="ADAL" clId="{F852B726-59BD-B041-AA09-29D3826A78D4}" dt="2024-09-07T12:55:18.713" v="27" actId="20577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F852B726-59BD-B041-AA09-29D3826A78D4}" dt="2024-09-07T12:55:02.654" v="2" actId="2696"/>
        <pc:sldMkLst>
          <pc:docMk/>
          <pc:sldMk cId="1863019508" sldId="4191"/>
        </pc:sldMkLst>
      </pc:sldChg>
      <pc:sldChg chg="del">
        <pc:chgData name="Rahul Mohandas (RMd)" userId="cdc53f0a-00cb-4490-8a90-22675af5e74d" providerId="ADAL" clId="{F852B726-59BD-B041-AA09-29D3826A78D4}" dt="2024-09-07T12:56:22.110" v="33" actId="2696"/>
        <pc:sldMkLst>
          <pc:docMk/>
          <pc:sldMk cId="1607859717" sldId="4192"/>
        </pc:sldMkLst>
      </pc:sldChg>
      <pc:sldChg chg="del">
        <pc:chgData name="Rahul Mohandas (RMd)" userId="cdc53f0a-00cb-4490-8a90-22675af5e74d" providerId="ADAL" clId="{F852B726-59BD-B041-AA09-29D3826A78D4}" dt="2024-09-07T12:56:22.111" v="34" actId="2696"/>
        <pc:sldMkLst>
          <pc:docMk/>
          <pc:sldMk cId="1106237882" sldId="4193"/>
        </pc:sldMkLst>
      </pc:sldChg>
      <pc:sldChg chg="del">
        <pc:chgData name="Rahul Mohandas (RMd)" userId="cdc53f0a-00cb-4490-8a90-22675af5e74d" providerId="ADAL" clId="{F852B726-59BD-B041-AA09-29D3826A78D4}" dt="2024-09-07T12:56:22.124" v="40" actId="2696"/>
        <pc:sldMkLst>
          <pc:docMk/>
          <pc:sldMk cId="1541232329" sldId="4194"/>
        </pc:sldMkLst>
      </pc:sldChg>
      <pc:sldChg chg="del">
        <pc:chgData name="Rahul Mohandas (RMd)" userId="cdc53f0a-00cb-4490-8a90-22675af5e74d" providerId="ADAL" clId="{F852B726-59BD-B041-AA09-29D3826A78D4}" dt="2024-09-07T12:56:22.105" v="32" actId="2696"/>
        <pc:sldMkLst>
          <pc:docMk/>
          <pc:sldMk cId="2507466782" sldId="4195"/>
        </pc:sldMkLst>
      </pc:sldChg>
      <pc:sldChg chg="del">
        <pc:chgData name="Rahul Mohandas (RMd)" userId="cdc53f0a-00cb-4490-8a90-22675af5e74d" providerId="ADAL" clId="{F852B726-59BD-B041-AA09-29D3826A78D4}" dt="2024-09-07T12:56:22.104" v="31" actId="2696"/>
        <pc:sldMkLst>
          <pc:docMk/>
          <pc:sldMk cId="1918004366" sldId="4196"/>
        </pc:sldMkLst>
      </pc:sldChg>
      <pc:sldChg chg="del">
        <pc:chgData name="Rahul Mohandas (RMd)" userId="cdc53f0a-00cb-4490-8a90-22675af5e74d" providerId="ADAL" clId="{F852B726-59BD-B041-AA09-29D3826A78D4}" dt="2024-09-07T12:56:22.114" v="37" actId="2696"/>
        <pc:sldMkLst>
          <pc:docMk/>
          <pc:sldMk cId="1357951568" sldId="4197"/>
        </pc:sldMkLst>
      </pc:sldChg>
      <pc:sldChg chg="del">
        <pc:chgData name="Rahul Mohandas (RMd)" userId="cdc53f0a-00cb-4490-8a90-22675af5e74d" providerId="ADAL" clId="{F852B726-59BD-B041-AA09-29D3826A78D4}" dt="2024-09-07T12:56:33.565" v="43" actId="2696"/>
        <pc:sldMkLst>
          <pc:docMk/>
          <pc:sldMk cId="1117999722" sldId="4198"/>
        </pc:sldMkLst>
      </pc:sldChg>
      <pc:sldChg chg="del">
        <pc:chgData name="Rahul Mohandas (RMd)" userId="cdc53f0a-00cb-4490-8a90-22675af5e74d" providerId="ADAL" clId="{F852B726-59BD-B041-AA09-29D3826A78D4}" dt="2024-09-07T12:56:31.616" v="42" actId="2696"/>
        <pc:sldMkLst>
          <pc:docMk/>
          <pc:sldMk cId="484839034" sldId="4199"/>
        </pc:sldMkLst>
      </pc:sldChg>
      <pc:sldChg chg="del">
        <pc:chgData name="Rahul Mohandas (RMd)" userId="cdc53f0a-00cb-4490-8a90-22675af5e74d" providerId="ADAL" clId="{F852B726-59BD-B041-AA09-29D3826A78D4}" dt="2024-09-07T12:56:22.113" v="36" actId="2696"/>
        <pc:sldMkLst>
          <pc:docMk/>
          <pc:sldMk cId="1558365412" sldId="4200"/>
        </pc:sldMkLst>
      </pc:sldChg>
      <pc:sldChg chg="ord">
        <pc:chgData name="Rahul Mohandas (RMd)" userId="cdc53f0a-00cb-4490-8a90-22675af5e74d" providerId="ADAL" clId="{F852B726-59BD-B041-AA09-29D3826A78D4}" dt="2024-09-07T12:55:44.579" v="29" actId="20578"/>
        <pc:sldMkLst>
          <pc:docMk/>
          <pc:sldMk cId="1908076403" sldId="4201"/>
        </pc:sldMkLst>
      </pc:sldChg>
      <pc:sldChg chg="del">
        <pc:chgData name="Rahul Mohandas (RMd)" userId="cdc53f0a-00cb-4490-8a90-22675af5e74d" providerId="ADAL" clId="{F852B726-59BD-B041-AA09-29D3826A78D4}" dt="2024-09-07T12:55:33.218" v="28" actId="2696"/>
        <pc:sldMkLst>
          <pc:docMk/>
          <pc:sldMk cId="2142588143" sldId="4217"/>
        </pc:sldMkLst>
      </pc:sldChg>
      <pc:sldChg chg="del">
        <pc:chgData name="Rahul Mohandas (RMd)" userId="cdc53f0a-00cb-4490-8a90-22675af5e74d" providerId="ADAL" clId="{F852B726-59BD-B041-AA09-29D3826A78D4}" dt="2024-09-07T12:56:22.113" v="35" actId="2696"/>
        <pc:sldMkLst>
          <pc:docMk/>
          <pc:sldMk cId="2231604144" sldId="4219"/>
        </pc:sldMkLst>
      </pc:sldChg>
      <pc:sldChg chg="addSp delSp modSp add mod chgLayout">
        <pc:chgData name="Rahul Mohandas (RMd)" userId="cdc53f0a-00cb-4490-8a90-22675af5e74d" providerId="ADAL" clId="{F852B726-59BD-B041-AA09-29D3826A78D4}" dt="2024-09-07T15:59:58.758" v="1138" actId="20577"/>
        <pc:sldMkLst>
          <pc:docMk/>
          <pc:sldMk cId="1321300221" sldId="4222"/>
        </pc:sldMkLst>
      </pc:sldChg>
      <pc:sldChg chg="del">
        <pc:chgData name="Rahul Mohandas (RMd)" userId="cdc53f0a-00cb-4490-8a90-22675af5e74d" providerId="ADAL" clId="{F852B726-59BD-B041-AA09-29D3826A78D4}" dt="2024-09-07T12:56:22.119" v="38" actId="2696"/>
        <pc:sldMkLst>
          <pc:docMk/>
          <pc:sldMk cId="2894385142" sldId="4222"/>
        </pc:sldMkLst>
      </pc:sldChg>
      <pc:sldChg chg="modSp new mod">
        <pc:chgData name="Rahul Mohandas (RMd)" userId="cdc53f0a-00cb-4490-8a90-22675af5e74d" providerId="ADAL" clId="{F852B726-59BD-B041-AA09-29D3826A78D4}" dt="2024-09-07T15:14:58.494" v="136" actId="20577"/>
        <pc:sldMkLst>
          <pc:docMk/>
          <pc:sldMk cId="1980358568" sldId="4223"/>
        </pc:sldMkLst>
      </pc:sldChg>
      <pc:sldChg chg="del">
        <pc:chgData name="Rahul Mohandas (RMd)" userId="cdc53f0a-00cb-4490-8a90-22675af5e74d" providerId="ADAL" clId="{F852B726-59BD-B041-AA09-29D3826A78D4}" dt="2024-09-07T12:56:22.126" v="41" actId="2696"/>
        <pc:sldMkLst>
          <pc:docMk/>
          <pc:sldMk cId="3798656223" sldId="4223"/>
        </pc:sldMkLst>
      </pc:sldChg>
      <pc:sldChg chg="del">
        <pc:chgData name="Rahul Mohandas (RMd)" userId="cdc53f0a-00cb-4490-8a90-22675af5e74d" providerId="ADAL" clId="{F852B726-59BD-B041-AA09-29D3826A78D4}" dt="2024-09-07T12:56:22.121" v="39" actId="2696"/>
        <pc:sldMkLst>
          <pc:docMk/>
          <pc:sldMk cId="389070791" sldId="4224"/>
        </pc:sldMkLst>
      </pc:sldChg>
      <pc:sldChg chg="modSp new mod">
        <pc:chgData name="Rahul Mohandas (RMd)" userId="cdc53f0a-00cb-4490-8a90-22675af5e74d" providerId="ADAL" clId="{F852B726-59BD-B041-AA09-29D3826A78D4}" dt="2024-09-08T04:26:00.854" v="1771" actId="5793"/>
        <pc:sldMkLst>
          <pc:docMk/>
          <pc:sldMk cId="457557581" sldId="4224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7T15:28:36.821" v="387" actId="20578"/>
        <pc:sldMkLst>
          <pc:docMk/>
          <pc:sldMk cId="2002316847" sldId="4225"/>
        </pc:sldMkLst>
      </pc:sldChg>
      <pc:sldChg chg="del">
        <pc:chgData name="Rahul Mohandas (RMd)" userId="cdc53f0a-00cb-4490-8a90-22675af5e74d" providerId="ADAL" clId="{F852B726-59BD-B041-AA09-29D3826A78D4}" dt="2024-09-07T12:56:22.092" v="30" actId="2696"/>
        <pc:sldMkLst>
          <pc:docMk/>
          <pc:sldMk cId="3817639080" sldId="4225"/>
        </pc:sldMkLst>
      </pc:sldChg>
      <pc:sldChg chg="addSp delSp modSp new mod">
        <pc:chgData name="Rahul Mohandas (RMd)" userId="cdc53f0a-00cb-4490-8a90-22675af5e74d" providerId="ADAL" clId="{F852B726-59BD-B041-AA09-29D3826A78D4}" dt="2024-09-07T15:23:33.189" v="333" actId="20577"/>
        <pc:sldMkLst>
          <pc:docMk/>
          <pc:sldMk cId="3872379842" sldId="4226"/>
        </pc:sldMkLst>
      </pc:sldChg>
      <pc:sldChg chg="new del">
        <pc:chgData name="Rahul Mohandas (RMd)" userId="cdc53f0a-00cb-4490-8a90-22675af5e74d" providerId="ADAL" clId="{F852B726-59BD-B041-AA09-29D3826A78D4}" dt="2024-09-07T15:23:08.298" v="325" actId="2696"/>
        <pc:sldMkLst>
          <pc:docMk/>
          <pc:sldMk cId="1103442043" sldId="4227"/>
        </pc:sldMkLst>
      </pc:sldChg>
      <pc:sldChg chg="delSp modSp new mod modClrScheme chgLayout">
        <pc:chgData name="Rahul Mohandas (RMd)" userId="cdc53f0a-00cb-4490-8a90-22675af5e74d" providerId="ADAL" clId="{F852B726-59BD-B041-AA09-29D3826A78D4}" dt="2024-09-07T15:26:32.643" v="364" actId="700"/>
        <pc:sldMkLst>
          <pc:docMk/>
          <pc:sldMk cId="2830490713" sldId="4227"/>
        </pc:sldMkLst>
      </pc:sldChg>
      <pc:sldChg chg="new del">
        <pc:chgData name="Rahul Mohandas (RMd)" userId="cdc53f0a-00cb-4490-8a90-22675af5e74d" providerId="ADAL" clId="{F852B726-59BD-B041-AA09-29D3826A78D4}" dt="2024-09-07T15:23:49.547" v="335" actId="2696"/>
        <pc:sldMkLst>
          <pc:docMk/>
          <pc:sldMk cId="4253804634" sldId="4227"/>
        </pc:sldMkLst>
      </pc:sldChg>
      <pc:sldChg chg="modSp new mod ord modClrScheme chgLayout">
        <pc:chgData name="Rahul Mohandas (RMd)" userId="cdc53f0a-00cb-4490-8a90-22675af5e74d" providerId="ADAL" clId="{F852B726-59BD-B041-AA09-29D3826A78D4}" dt="2024-09-07T15:28:41.174" v="388" actId="20578"/>
        <pc:sldMkLst>
          <pc:docMk/>
          <pc:sldMk cId="904152658" sldId="4228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5:34:36.989" v="687" actId="20577"/>
        <pc:sldMkLst>
          <pc:docMk/>
          <pc:sldMk cId="2233993631" sldId="4229"/>
        </pc:sldMkLst>
      </pc:sldChg>
      <pc:sldChg chg="new del">
        <pc:chgData name="Rahul Mohandas (RMd)" userId="cdc53f0a-00cb-4490-8a90-22675af5e74d" providerId="ADAL" clId="{F852B726-59BD-B041-AA09-29D3826A78D4}" dt="2024-09-07T15:27:02.189" v="375" actId="2696"/>
        <pc:sldMkLst>
          <pc:docMk/>
          <pc:sldMk cId="3624386853" sldId="4229"/>
        </pc:sldMkLst>
      </pc:sldChg>
      <pc:sldChg chg="addSp delSp modSp new del mod modClrScheme chgLayout">
        <pc:chgData name="Rahul Mohandas (RMd)" userId="cdc53f0a-00cb-4490-8a90-22675af5e74d" providerId="ADAL" clId="{F852B726-59BD-B041-AA09-29D3826A78D4}" dt="2024-09-07T15:28:58.376" v="389" actId="2696"/>
        <pc:sldMkLst>
          <pc:docMk/>
          <pc:sldMk cId="3755725292" sldId="4229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8T04:26:21.648" v="1788" actId="20577"/>
        <pc:sldMkLst>
          <pc:docMk/>
          <pc:sldMk cId="3301165497" sldId="4230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8T04:26:56.137" v="1799" actId="20577"/>
        <pc:sldMkLst>
          <pc:docMk/>
          <pc:sldMk cId="401233670" sldId="4231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7T15:58:23.436" v="1120"/>
        <pc:sldMkLst>
          <pc:docMk/>
          <pc:sldMk cId="3611807449" sldId="4232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5:59:46.861" v="1137" actId="20577"/>
        <pc:sldMkLst>
          <pc:docMk/>
          <pc:sldMk cId="3089731527" sldId="4233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6:58:38.028" v="1349" actId="20577"/>
        <pc:sldMkLst>
          <pc:docMk/>
          <pc:sldMk cId="3633019010" sldId="4234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7:02:03.883" v="1546" actId="20577"/>
        <pc:sldMkLst>
          <pc:docMk/>
          <pc:sldMk cId="1270006241" sldId="4235"/>
        </pc:sldMkLst>
      </pc:sldChg>
      <pc:sldChg chg="addSp delSp modSp new mod chgLayout">
        <pc:chgData name="Rahul Mohandas (RMd)" userId="cdc53f0a-00cb-4490-8a90-22675af5e74d" providerId="ADAL" clId="{F852B726-59BD-B041-AA09-29D3826A78D4}" dt="2024-09-07T17:15:44.642" v="1766" actId="20577"/>
        <pc:sldMkLst>
          <pc:docMk/>
          <pc:sldMk cId="1803508234" sldId="4236"/>
        </pc:sldMkLst>
      </pc:sldChg>
      <pc:sldChg chg="modSp add mod">
        <pc:chgData name="Rahul Mohandas (RMd)" userId="cdc53f0a-00cb-4490-8a90-22675af5e74d" providerId="ADAL" clId="{F852B726-59BD-B041-AA09-29D3826A78D4}" dt="2024-09-07T17:02:30.661" v="1570" actId="20577"/>
        <pc:sldMkLst>
          <pc:docMk/>
          <pc:sldMk cId="1057917540" sldId="4237"/>
        </pc:sldMkLst>
      </pc:sldChg>
      <pc:sldChg chg="addSp delSp modSp add mod">
        <pc:chgData name="Rahul Mohandas (RMd)" userId="cdc53f0a-00cb-4490-8a90-22675af5e74d" providerId="ADAL" clId="{F852B726-59BD-B041-AA09-29D3826A78D4}" dt="2024-09-08T10:06:05.174" v="1803" actId="478"/>
        <pc:sldMkLst>
          <pc:docMk/>
          <pc:sldMk cId="3314583710" sldId="4238"/>
        </pc:sldMkLst>
      </pc:sldChg>
      <pc:sldMasterChg chg="modSldLayout">
        <pc:chgData name="Rahul Mohandas (RMd)" userId="cdc53f0a-00cb-4490-8a90-22675af5e74d" providerId="ADAL" clId="{F852B726-59BD-B041-AA09-29D3826A78D4}" dt="2024-09-07T15:27:51.505" v="386" actId="735"/>
        <pc:sldMasterMkLst>
          <pc:docMk/>
          <pc:sldMasterMk cId="0" sldId="2147483648"/>
        </pc:sldMasterMkLst>
        <pc:sldLayoutChg chg="modSp">
          <pc:chgData name="Rahul Mohandas (RMd)" userId="cdc53f0a-00cb-4490-8a90-22675af5e74d" providerId="ADAL" clId="{F852B726-59BD-B041-AA09-29D3826A78D4}" dt="2024-09-07T15:27:51.505" v="386" actId="735"/>
          <pc:sldLayoutMkLst>
            <pc:docMk/>
            <pc:sldMasterMk cId="0" sldId="2147483648"/>
            <pc:sldLayoutMk cId="1409962327" sldId="2147483720"/>
          </pc:sldLayoutMkLst>
        </pc:sldLayoutChg>
      </pc:sldMasterChg>
    </pc:docChg>
  </pc:docChgLst>
  <pc:docChgLst>
    <pc:chgData name="Rahul Mohandas (RMd)" userId="cdc53f0a-00cb-4490-8a90-22675af5e74d" providerId="ADAL" clId="{1FBCC631-B495-1047-A903-8B48FB56EEF6}"/>
    <pc:docChg chg="undo custSel addSld delSld modSld sldOrd">
      <pc:chgData name="Rahul Mohandas (RMd)" userId="cdc53f0a-00cb-4490-8a90-22675af5e74d" providerId="ADAL" clId="{1FBCC631-B495-1047-A903-8B48FB56EEF6}" dt="2024-09-15T10:05:33.574" v="1998" actId="20578"/>
      <pc:docMkLst>
        <pc:docMk/>
      </pc:docMkLst>
      <pc:sldChg chg="modSp mod">
        <pc:chgData name="Rahul Mohandas (RMd)" userId="cdc53f0a-00cb-4490-8a90-22675af5e74d" providerId="ADAL" clId="{1FBCC631-B495-1047-A903-8B48FB56EEF6}" dt="2024-09-14T15:55:53.809" v="2" actId="20577"/>
        <pc:sldMkLst>
          <pc:docMk/>
          <pc:sldMk cId="0" sldId="257"/>
        </pc:sldMkLst>
      </pc:sldChg>
      <pc:sldChg chg="del">
        <pc:chgData name="Rahul Mohandas (RMd)" userId="cdc53f0a-00cb-4490-8a90-22675af5e74d" providerId="ADAL" clId="{1FBCC631-B495-1047-A903-8B48FB56EEF6}" dt="2024-09-14T15:58:46.215" v="135" actId="2696"/>
        <pc:sldMkLst>
          <pc:docMk/>
          <pc:sldMk cId="3018895651" sldId="287"/>
        </pc:sldMkLst>
      </pc:sldChg>
      <pc:sldChg chg="del">
        <pc:chgData name="Rahul Mohandas (RMd)" userId="cdc53f0a-00cb-4490-8a90-22675af5e74d" providerId="ADAL" clId="{1FBCC631-B495-1047-A903-8B48FB56EEF6}" dt="2024-09-14T15:58:46.214" v="134" actId="2696"/>
        <pc:sldMkLst>
          <pc:docMk/>
          <pc:sldMk cId="2801072329" sldId="847"/>
        </pc:sldMkLst>
      </pc:sldChg>
      <pc:sldChg chg="del">
        <pc:chgData name="Rahul Mohandas (RMd)" userId="cdc53f0a-00cb-4490-8a90-22675af5e74d" providerId="ADAL" clId="{1FBCC631-B495-1047-A903-8B48FB56EEF6}" dt="2024-09-14T15:58:46.213" v="133" actId="2696"/>
        <pc:sldMkLst>
          <pc:docMk/>
          <pc:sldMk cId="432792832" sldId="848"/>
        </pc:sldMkLst>
      </pc:sldChg>
      <pc:sldChg chg="del">
        <pc:chgData name="Rahul Mohandas (RMd)" userId="cdc53f0a-00cb-4490-8a90-22675af5e74d" providerId="ADAL" clId="{1FBCC631-B495-1047-A903-8B48FB56EEF6}" dt="2024-09-14T15:58:46.232" v="147" actId="2696"/>
        <pc:sldMkLst>
          <pc:docMk/>
          <pc:sldMk cId="2578854208" sldId="849"/>
        </pc:sldMkLst>
      </pc:sldChg>
      <pc:sldChg chg="del">
        <pc:chgData name="Rahul Mohandas (RMd)" userId="cdc53f0a-00cb-4490-8a90-22675af5e74d" providerId="ADAL" clId="{1FBCC631-B495-1047-A903-8B48FB56EEF6}" dt="2024-09-14T15:58:46.216" v="137" actId="2696"/>
        <pc:sldMkLst>
          <pc:docMk/>
          <pc:sldMk cId="2261848272" sldId="854"/>
        </pc:sldMkLst>
      </pc:sldChg>
      <pc:sldChg chg="add del">
        <pc:chgData name="Rahul Mohandas (RMd)" userId="cdc53f0a-00cb-4490-8a90-22675af5e74d" providerId="ADAL" clId="{1FBCC631-B495-1047-A903-8B48FB56EEF6}" dt="2024-09-14T15:56:12.575" v="7" actId="2696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1FBCC631-B495-1047-A903-8B48FB56EEF6}" dt="2024-09-14T15:56:02.363" v="4" actId="2696"/>
        <pc:sldMkLst>
          <pc:docMk/>
          <pc:sldMk cId="1908076403" sldId="4201"/>
        </pc:sldMkLst>
      </pc:sldChg>
      <pc:sldChg chg="del">
        <pc:chgData name="Rahul Mohandas (RMd)" userId="cdc53f0a-00cb-4490-8a90-22675af5e74d" providerId="ADAL" clId="{1FBCC631-B495-1047-A903-8B48FB56EEF6}" dt="2024-09-14T15:56:02.361" v="3" actId="2696"/>
        <pc:sldMkLst>
          <pc:docMk/>
          <pc:sldMk cId="1420539506" sldId="4221"/>
        </pc:sldMkLst>
      </pc:sldChg>
      <pc:sldChg chg="del">
        <pc:chgData name="Rahul Mohandas (RMd)" userId="cdc53f0a-00cb-4490-8a90-22675af5e74d" providerId="ADAL" clId="{1FBCC631-B495-1047-A903-8B48FB56EEF6}" dt="2024-09-14T15:58:51.202" v="150" actId="2696"/>
        <pc:sldMkLst>
          <pc:docMk/>
          <pc:sldMk cId="1980358568" sldId="4223"/>
        </pc:sldMkLst>
      </pc:sldChg>
      <pc:sldChg chg="del">
        <pc:chgData name="Rahul Mohandas (RMd)" userId="cdc53f0a-00cb-4490-8a90-22675af5e74d" providerId="ADAL" clId="{1FBCC631-B495-1047-A903-8B48FB56EEF6}" dt="2024-09-14T15:58:46.232" v="148" actId="2696"/>
        <pc:sldMkLst>
          <pc:docMk/>
          <pc:sldMk cId="457557581" sldId="4224"/>
        </pc:sldMkLst>
      </pc:sldChg>
      <pc:sldChg chg="del">
        <pc:chgData name="Rahul Mohandas (RMd)" userId="cdc53f0a-00cb-4490-8a90-22675af5e74d" providerId="ADAL" clId="{1FBCC631-B495-1047-A903-8B48FB56EEF6}" dt="2024-09-14T15:58:46.226" v="140" actId="2696"/>
        <pc:sldMkLst>
          <pc:docMk/>
          <pc:sldMk cId="2002316847" sldId="4225"/>
        </pc:sldMkLst>
      </pc:sldChg>
      <pc:sldChg chg="del">
        <pc:chgData name="Rahul Mohandas (RMd)" userId="cdc53f0a-00cb-4490-8a90-22675af5e74d" providerId="ADAL" clId="{1FBCC631-B495-1047-A903-8B48FB56EEF6}" dt="2024-09-14T15:58:46.229" v="142" actId="2696"/>
        <pc:sldMkLst>
          <pc:docMk/>
          <pc:sldMk cId="3872379842" sldId="4226"/>
        </pc:sldMkLst>
      </pc:sldChg>
      <pc:sldChg chg="del">
        <pc:chgData name="Rahul Mohandas (RMd)" userId="cdc53f0a-00cb-4490-8a90-22675af5e74d" providerId="ADAL" clId="{1FBCC631-B495-1047-A903-8B48FB56EEF6}" dt="2024-09-14T15:58:46.231" v="146" actId="2696"/>
        <pc:sldMkLst>
          <pc:docMk/>
          <pc:sldMk cId="2830490713" sldId="4227"/>
        </pc:sldMkLst>
      </pc:sldChg>
      <pc:sldChg chg="del">
        <pc:chgData name="Rahul Mohandas (RMd)" userId="cdc53f0a-00cb-4490-8a90-22675af5e74d" providerId="ADAL" clId="{1FBCC631-B495-1047-A903-8B48FB56EEF6}" dt="2024-09-14T15:58:46.227" v="141" actId="2696"/>
        <pc:sldMkLst>
          <pc:docMk/>
          <pc:sldMk cId="904152658" sldId="4228"/>
        </pc:sldMkLst>
      </pc:sldChg>
      <pc:sldChg chg="del">
        <pc:chgData name="Rahul Mohandas (RMd)" userId="cdc53f0a-00cb-4490-8a90-22675af5e74d" providerId="ADAL" clId="{1FBCC631-B495-1047-A903-8B48FB56EEF6}" dt="2024-09-14T15:58:46.215" v="136" actId="2696"/>
        <pc:sldMkLst>
          <pc:docMk/>
          <pc:sldMk cId="2233993631" sldId="4229"/>
        </pc:sldMkLst>
      </pc:sldChg>
      <pc:sldChg chg="del">
        <pc:chgData name="Rahul Mohandas (RMd)" userId="cdc53f0a-00cb-4490-8a90-22675af5e74d" providerId="ADAL" clId="{1FBCC631-B495-1047-A903-8B48FB56EEF6}" dt="2024-09-14T15:58:46.229" v="143" actId="2696"/>
        <pc:sldMkLst>
          <pc:docMk/>
          <pc:sldMk cId="3301165497" sldId="4230"/>
        </pc:sldMkLst>
      </pc:sldChg>
      <pc:sldChg chg="del">
        <pc:chgData name="Rahul Mohandas (RMd)" userId="cdc53f0a-00cb-4490-8a90-22675af5e74d" providerId="ADAL" clId="{1FBCC631-B495-1047-A903-8B48FB56EEF6}" dt="2024-09-14T15:58:46.222" v="138" actId="2696"/>
        <pc:sldMkLst>
          <pc:docMk/>
          <pc:sldMk cId="401233670" sldId="4231"/>
        </pc:sldMkLst>
      </pc:sldChg>
      <pc:sldChg chg="del">
        <pc:chgData name="Rahul Mohandas (RMd)" userId="cdc53f0a-00cb-4490-8a90-22675af5e74d" providerId="ADAL" clId="{1FBCC631-B495-1047-A903-8B48FB56EEF6}" dt="2024-09-14T15:58:46.231" v="144" actId="2696"/>
        <pc:sldMkLst>
          <pc:docMk/>
          <pc:sldMk cId="3611807449" sldId="4232"/>
        </pc:sldMkLst>
      </pc:sldChg>
      <pc:sldChg chg="del">
        <pc:chgData name="Rahul Mohandas (RMd)" userId="cdc53f0a-00cb-4490-8a90-22675af5e74d" providerId="ADAL" clId="{1FBCC631-B495-1047-A903-8B48FB56EEF6}" dt="2024-09-14T15:58:46.212" v="132" actId="2696"/>
        <pc:sldMkLst>
          <pc:docMk/>
          <pc:sldMk cId="3089731527" sldId="4233"/>
        </pc:sldMkLst>
      </pc:sldChg>
      <pc:sldChg chg="del">
        <pc:chgData name="Rahul Mohandas (RMd)" userId="cdc53f0a-00cb-4490-8a90-22675af5e74d" providerId="ADAL" clId="{1FBCC631-B495-1047-A903-8B48FB56EEF6}" dt="2024-09-14T15:58:46.212" v="131" actId="2696"/>
        <pc:sldMkLst>
          <pc:docMk/>
          <pc:sldMk cId="3633019010" sldId="4234"/>
        </pc:sldMkLst>
      </pc:sldChg>
      <pc:sldChg chg="del">
        <pc:chgData name="Rahul Mohandas (RMd)" userId="cdc53f0a-00cb-4490-8a90-22675af5e74d" providerId="ADAL" clId="{1FBCC631-B495-1047-A903-8B48FB56EEF6}" dt="2024-09-14T15:58:46.231" v="145" actId="2696"/>
        <pc:sldMkLst>
          <pc:docMk/>
          <pc:sldMk cId="1270006241" sldId="4235"/>
        </pc:sldMkLst>
      </pc:sldChg>
      <pc:sldChg chg="del">
        <pc:chgData name="Rahul Mohandas (RMd)" userId="cdc53f0a-00cb-4490-8a90-22675af5e74d" providerId="ADAL" clId="{1FBCC631-B495-1047-A903-8B48FB56EEF6}" dt="2024-09-14T15:58:48.659" v="149" actId="2696"/>
        <pc:sldMkLst>
          <pc:docMk/>
          <pc:sldMk cId="1803508234" sldId="4236"/>
        </pc:sldMkLst>
      </pc:sldChg>
      <pc:sldChg chg="del">
        <pc:chgData name="Rahul Mohandas (RMd)" userId="cdc53f0a-00cb-4490-8a90-22675af5e74d" providerId="ADAL" clId="{1FBCC631-B495-1047-A903-8B48FB56EEF6}" dt="2024-09-14T15:58:46.210" v="130" actId="2696"/>
        <pc:sldMkLst>
          <pc:docMk/>
          <pc:sldMk cId="1057917540" sldId="4237"/>
        </pc:sldMkLst>
      </pc:sldChg>
      <pc:sldChg chg="del">
        <pc:chgData name="Rahul Mohandas (RMd)" userId="cdc53f0a-00cb-4490-8a90-22675af5e74d" providerId="ADAL" clId="{1FBCC631-B495-1047-A903-8B48FB56EEF6}" dt="2024-09-14T15:58:46.222" v="139" actId="2696"/>
        <pc:sldMkLst>
          <pc:docMk/>
          <pc:sldMk cId="3314583710" sldId="4238"/>
        </pc:sldMkLst>
      </pc:sldChg>
      <pc:sldChg chg="addSp delSp modSp new mod chgLayout">
        <pc:chgData name="Rahul Mohandas (RMd)" userId="cdc53f0a-00cb-4490-8a90-22675af5e74d" providerId="ADAL" clId="{1FBCC631-B495-1047-A903-8B48FB56EEF6}" dt="2024-09-14T18:27:27.623" v="1997" actId="20577"/>
        <pc:sldMkLst>
          <pc:docMk/>
          <pc:sldMk cId="143998797" sldId="4239"/>
        </pc:sldMkLst>
      </pc:sldChg>
      <pc:sldChg chg="modSp new mod">
        <pc:chgData name="Rahul Mohandas (RMd)" userId="cdc53f0a-00cb-4490-8a90-22675af5e74d" providerId="ADAL" clId="{1FBCC631-B495-1047-A903-8B48FB56EEF6}" dt="2024-09-14T16:02:23.911" v="421" actId="20577"/>
        <pc:sldMkLst>
          <pc:docMk/>
          <pc:sldMk cId="2914268622" sldId="4240"/>
        </pc:sldMkLst>
      </pc:sldChg>
      <pc:sldChg chg="addSp delSp modSp new add del mod">
        <pc:chgData name="Rahul Mohandas (RMd)" userId="cdc53f0a-00cb-4490-8a90-22675af5e74d" providerId="ADAL" clId="{1FBCC631-B495-1047-A903-8B48FB56EEF6}" dt="2024-09-14T16:38:00.635" v="1368" actId="2696"/>
        <pc:sldMkLst>
          <pc:docMk/>
          <pc:sldMk cId="3430710818" sldId="4241"/>
        </pc:sldMkLst>
      </pc:sldChg>
      <pc:sldChg chg="add">
        <pc:chgData name="Rahul Mohandas (RMd)" userId="cdc53f0a-00cb-4490-8a90-22675af5e74d" providerId="ADAL" clId="{1FBCC631-B495-1047-A903-8B48FB56EEF6}" dt="2024-09-14T16:38:05.662" v="1369"/>
        <pc:sldMkLst>
          <pc:docMk/>
          <pc:sldMk cId="3627164741" sldId="4241"/>
        </pc:sldMkLst>
      </pc:sldChg>
      <pc:sldChg chg="addSp delSp modSp new mod">
        <pc:chgData name="Rahul Mohandas (RMd)" userId="cdc53f0a-00cb-4490-8a90-22675af5e74d" providerId="ADAL" clId="{1FBCC631-B495-1047-A903-8B48FB56EEF6}" dt="2024-09-14T16:18:03.836" v="760" actId="20577"/>
        <pc:sldMkLst>
          <pc:docMk/>
          <pc:sldMk cId="499953735" sldId="4242"/>
        </pc:sldMkLst>
      </pc:sldChg>
      <pc:sldChg chg="modSp add mod">
        <pc:chgData name="Rahul Mohandas (RMd)" userId="cdc53f0a-00cb-4490-8a90-22675af5e74d" providerId="ADAL" clId="{1FBCC631-B495-1047-A903-8B48FB56EEF6}" dt="2024-09-14T16:18:13.964" v="783" actId="20577"/>
        <pc:sldMkLst>
          <pc:docMk/>
          <pc:sldMk cId="2694446597" sldId="4243"/>
        </pc:sldMkLst>
      </pc:sldChg>
      <pc:sldChg chg="addSp delSp modSp new mod ord">
        <pc:chgData name="Rahul Mohandas (RMd)" userId="cdc53f0a-00cb-4490-8a90-22675af5e74d" providerId="ADAL" clId="{1FBCC631-B495-1047-A903-8B48FB56EEF6}" dt="2024-09-15T10:05:33.574" v="1998" actId="20578"/>
        <pc:sldMkLst>
          <pc:docMk/>
          <pc:sldMk cId="2456925419" sldId="4244"/>
        </pc:sldMkLst>
      </pc:sldChg>
      <pc:sldChg chg="modSp new mod">
        <pc:chgData name="Rahul Mohandas (RMd)" userId="cdc53f0a-00cb-4490-8a90-22675af5e74d" providerId="ADAL" clId="{1FBCC631-B495-1047-A903-8B48FB56EEF6}" dt="2024-09-14T16:16:45.818" v="740" actId="20577"/>
        <pc:sldMkLst>
          <pc:docMk/>
          <pc:sldMk cId="1516620782" sldId="4245"/>
        </pc:sldMkLst>
      </pc:sldChg>
      <pc:sldChg chg="modSp new del mod">
        <pc:chgData name="Rahul Mohandas (RMd)" userId="cdc53f0a-00cb-4490-8a90-22675af5e74d" providerId="ADAL" clId="{1FBCC631-B495-1047-A903-8B48FB56EEF6}" dt="2024-09-14T16:38:00.635" v="1368" actId="2696"/>
        <pc:sldMkLst>
          <pc:docMk/>
          <pc:sldMk cId="2427879511" sldId="4246"/>
        </pc:sldMkLst>
      </pc:sldChg>
      <pc:sldChg chg="modSp add mod">
        <pc:chgData name="Rahul Mohandas (RMd)" userId="cdc53f0a-00cb-4490-8a90-22675af5e74d" providerId="ADAL" clId="{1FBCC631-B495-1047-A903-8B48FB56EEF6}" dt="2024-09-14T18:26:16.823" v="1953" actId="20577"/>
        <pc:sldMkLst>
          <pc:docMk/>
          <pc:sldMk cId="2903606148" sldId="4246"/>
        </pc:sldMkLst>
      </pc:sldChg>
      <pc:sldChg chg="addSp delSp modSp new mod ord modClrScheme chgLayout">
        <pc:chgData name="Rahul Mohandas (RMd)" userId="cdc53f0a-00cb-4490-8a90-22675af5e74d" providerId="ADAL" clId="{1FBCC631-B495-1047-A903-8B48FB56EEF6}" dt="2024-09-14T17:12:15.234" v="1391" actId="20577"/>
        <pc:sldMkLst>
          <pc:docMk/>
          <pc:sldMk cId="1958830200" sldId="4247"/>
        </pc:sldMkLst>
      </pc:sldChg>
      <pc:sldChg chg="modSp add del mod">
        <pc:chgData name="Rahul Mohandas (RMd)" userId="cdc53f0a-00cb-4490-8a90-22675af5e74d" providerId="ADAL" clId="{1FBCC631-B495-1047-A903-8B48FB56EEF6}" dt="2024-09-14T16:38:00.635" v="1368" actId="2696"/>
        <pc:sldMkLst>
          <pc:docMk/>
          <pc:sldMk cId="263350411" sldId="4248"/>
        </pc:sldMkLst>
      </pc:sldChg>
      <pc:sldChg chg="add">
        <pc:chgData name="Rahul Mohandas (RMd)" userId="cdc53f0a-00cb-4490-8a90-22675af5e74d" providerId="ADAL" clId="{1FBCC631-B495-1047-A903-8B48FB56EEF6}" dt="2024-09-14T16:38:05.662" v="1369"/>
        <pc:sldMkLst>
          <pc:docMk/>
          <pc:sldMk cId="2751467414" sldId="4248"/>
        </pc:sldMkLst>
      </pc:sldChg>
      <pc:sldChg chg="modSp new mod">
        <pc:chgData name="Rahul Mohandas (RMd)" userId="cdc53f0a-00cb-4490-8a90-22675af5e74d" providerId="ADAL" clId="{1FBCC631-B495-1047-A903-8B48FB56EEF6}" dt="2024-09-14T16:30:23.868" v="1037" actId="20577"/>
        <pc:sldMkLst>
          <pc:docMk/>
          <pc:sldMk cId="2614801350" sldId="4249"/>
        </pc:sldMkLst>
      </pc:sldChg>
      <pc:sldChg chg="addSp delSp modSp new mod modClrScheme chgLayout">
        <pc:chgData name="Rahul Mohandas (RMd)" userId="cdc53f0a-00cb-4490-8a90-22675af5e74d" providerId="ADAL" clId="{1FBCC631-B495-1047-A903-8B48FB56EEF6}" dt="2024-09-14T16:33:56.654" v="1198" actId="207"/>
        <pc:sldMkLst>
          <pc:docMk/>
          <pc:sldMk cId="3703768572" sldId="4250"/>
        </pc:sldMkLst>
      </pc:sldChg>
      <pc:sldChg chg="addSp delSp modSp new mod modClrScheme chgLayout">
        <pc:chgData name="Rahul Mohandas (RMd)" userId="cdc53f0a-00cb-4490-8a90-22675af5e74d" providerId="ADAL" clId="{1FBCC631-B495-1047-A903-8B48FB56EEF6}" dt="2024-09-14T17:13:41.431" v="1392"/>
        <pc:sldMkLst>
          <pc:docMk/>
          <pc:sldMk cId="102325310" sldId="4251"/>
        </pc:sldMkLst>
      </pc:sldChg>
      <pc:sldChg chg="addSp delSp modSp new mod">
        <pc:chgData name="Rahul Mohandas (RMd)" userId="cdc53f0a-00cb-4490-8a90-22675af5e74d" providerId="ADAL" clId="{1FBCC631-B495-1047-A903-8B48FB56EEF6}" dt="2024-09-14T18:23:04.147" v="1920" actId="1035"/>
        <pc:sldMkLst>
          <pc:docMk/>
          <pc:sldMk cId="2621709297" sldId="4252"/>
        </pc:sldMkLst>
      </pc:sldChg>
      <pc:sldChg chg="addSp delSp modSp new mod">
        <pc:chgData name="Rahul Mohandas (RMd)" userId="cdc53f0a-00cb-4490-8a90-22675af5e74d" providerId="ADAL" clId="{1FBCC631-B495-1047-A903-8B48FB56EEF6}" dt="2024-09-14T18:23:42.247" v="1921"/>
        <pc:sldMkLst>
          <pc:docMk/>
          <pc:sldMk cId="4009514411" sldId="4253"/>
        </pc:sldMkLst>
      </pc:sldChg>
      <pc:sldChg chg="addSp delSp modSp new mod">
        <pc:chgData name="Rahul Mohandas (RMd)" userId="cdc53f0a-00cb-4490-8a90-22675af5e74d" providerId="ADAL" clId="{1FBCC631-B495-1047-A903-8B48FB56EEF6}" dt="2024-09-14T18:25:38.713" v="1932"/>
        <pc:sldMkLst>
          <pc:docMk/>
          <pc:sldMk cId="2909155281" sldId="4254"/>
        </pc:sldMkLst>
      </pc:sldChg>
      <pc:sldChg chg="addSp delSp modSp new mod modClrScheme chgLayout">
        <pc:chgData name="Rahul Mohandas (RMd)" userId="cdc53f0a-00cb-4490-8a90-22675af5e74d" providerId="ADAL" clId="{1FBCC631-B495-1047-A903-8B48FB56EEF6}" dt="2024-09-14T18:19:48.634" v="1742" actId="1076"/>
        <pc:sldMkLst>
          <pc:docMk/>
          <pc:sldMk cId="4028193659" sldId="4255"/>
        </pc:sldMkLst>
      </pc:sldChg>
    </pc:docChg>
  </pc:docChgLst>
  <pc:docChgLst>
    <pc:chgData name="Rahul Mohandas (RMd)" userId="cdc53f0a-00cb-4490-8a90-22675af5e74d" providerId="ADAL" clId="{FEB1CB35-DBF2-404F-9686-D76FDB456061}"/>
    <pc:docChg chg="modSld">
      <pc:chgData name="Rahul Mohandas (RMd)" userId="cdc53f0a-00cb-4490-8a90-22675af5e74d" providerId="ADAL" clId="{FEB1CB35-DBF2-404F-9686-D76FDB456061}" dt="2025-03-09T05:38:08.417" v="20" actId="20577"/>
      <pc:docMkLst>
        <pc:docMk/>
      </pc:docMkLst>
      <pc:sldChg chg="modSp mod">
        <pc:chgData name="Rahul Mohandas (RMd)" userId="cdc53f0a-00cb-4490-8a90-22675af5e74d" providerId="ADAL" clId="{FEB1CB35-DBF2-404F-9686-D76FDB456061}" dt="2025-03-09T05:38:08.417" v="20" actId="20577"/>
        <pc:sldMkLst>
          <pc:docMk/>
          <pc:sldMk cId="0" sldId="257"/>
        </pc:sldMkLst>
      </pc:sldChg>
    </pc:docChg>
  </pc:docChgLst>
  <pc:docChgLst>
    <pc:chgData name="Rahul Mohandas (RMd)" userId="cdc53f0a-00cb-4490-8a90-22675af5e74d" providerId="ADAL" clId="{6AA79A98-E4AA-53FC-BDD8-C9EE79B97AEC}"/>
    <pc:docChg chg="undo custSel addSld modSld sldOrd">
      <pc:chgData name="Rahul Mohandas (RMd)" userId="cdc53f0a-00cb-4490-8a90-22675af5e74d" providerId="ADAL" clId="{6AA79A98-E4AA-53FC-BDD8-C9EE79B97AEC}" dt="2025-09-14T02:51:26.430" v="182" actId="20577"/>
      <pc:docMkLst>
        <pc:docMk/>
      </pc:docMkLst>
      <pc:sldChg chg="modSp mod">
        <pc:chgData name="Rahul Mohandas (RMd)" userId="cdc53f0a-00cb-4490-8a90-22675af5e74d" providerId="ADAL" clId="{6AA79A98-E4AA-53FC-BDD8-C9EE79B97AEC}" dt="2025-09-13T16:32:18.510" v="15" actId="20577"/>
        <pc:sldMkLst>
          <pc:docMk/>
          <pc:sldMk cId="0" sldId="257"/>
        </pc:sldMkLst>
        <pc:spChg chg="mod">
          <ac:chgData name="Rahul Mohandas (RMd)" userId="cdc53f0a-00cb-4490-8a90-22675af5e74d" providerId="ADAL" clId="{6AA79A98-E4AA-53FC-BDD8-C9EE79B97AEC}" dt="2025-09-13T16:32:18.510" v="15" actId="20577"/>
          <ac:spMkLst>
            <pc:docMk/>
            <pc:sldMk cId="0" sldId="257"/>
            <ac:spMk id="2" creationId="{056F6331-FA13-C3D2-E2AC-DE29B104FF03}"/>
          </ac:spMkLst>
        </pc:spChg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1240107526" sldId="264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3517826896" sldId="265"/>
        </pc:sldMkLst>
      </pc:sldChg>
      <pc:sldChg chg="add ord">
        <pc:chgData name="Rahul Mohandas (RMd)" userId="cdc53f0a-00cb-4490-8a90-22675af5e74d" providerId="ADAL" clId="{6AA79A98-E4AA-53FC-BDD8-C9EE79B97AEC}" dt="2025-09-13T16:32:47.347" v="16" actId="20578"/>
        <pc:sldMkLst>
          <pc:docMk/>
          <pc:sldMk cId="1908076403" sldId="4201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1018503799" sldId="4223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4066764753" sldId="4224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3817639080" sldId="4225"/>
        </pc:sldMkLst>
      </pc:sldChg>
      <pc:sldChg chg="ord">
        <pc:chgData name="Rahul Mohandas (RMd)" userId="cdc53f0a-00cb-4490-8a90-22675af5e74d" providerId="ADAL" clId="{6AA79A98-E4AA-53FC-BDD8-C9EE79B97AEC}" dt="2025-09-13T16:32:55.172" v="17" actId="20578"/>
        <pc:sldMkLst>
          <pc:docMk/>
          <pc:sldMk cId="143998797" sldId="4239"/>
        </pc:sldMkLst>
      </pc:sldChg>
      <pc:sldChg chg="addSp delSp">
        <pc:chgData name="Rahul Mohandas (RMd)" userId="cdc53f0a-00cb-4490-8a90-22675af5e74d" providerId="ADAL" clId="{6AA79A98-E4AA-53FC-BDD8-C9EE79B97AEC}" dt="2025-09-13T16:34:05.152" v="19" actId="478"/>
        <pc:sldMkLst>
          <pc:docMk/>
          <pc:sldMk cId="4028193659" sldId="4255"/>
        </pc:sldMkLst>
        <pc:spChg chg="add del">
          <ac:chgData name="Rahul Mohandas (RMd)" userId="cdc53f0a-00cb-4490-8a90-22675af5e74d" providerId="ADAL" clId="{6AA79A98-E4AA-53FC-BDD8-C9EE79B97AEC}" dt="2025-09-13T16:34:05.152" v="19" actId="478"/>
          <ac:spMkLst>
            <pc:docMk/>
            <pc:sldMk cId="4028193659" sldId="4255"/>
            <ac:spMk id="9" creationId="{29982D9F-86A2-2A53-83E4-D31DEC9CBCC5}"/>
          </ac:spMkLst>
        </pc:spChg>
      </pc:sldChg>
      <pc:sldChg chg="addSp delSp modSp new mod modClrScheme chgLayout">
        <pc:chgData name="Rahul Mohandas (RMd)" userId="cdc53f0a-00cb-4490-8a90-22675af5e74d" providerId="ADAL" clId="{6AA79A98-E4AA-53FC-BDD8-C9EE79B97AEC}" dt="2025-09-13T19:02:21.140" v="160" actId="403"/>
        <pc:sldMkLst>
          <pc:docMk/>
          <pc:sldMk cId="1653139918" sldId="4256"/>
        </pc:sldMkLst>
        <pc:spChg chg="del mod">
          <ac:chgData name="Rahul Mohandas (RMd)" userId="cdc53f0a-00cb-4490-8a90-22675af5e74d" providerId="ADAL" clId="{6AA79A98-E4AA-53FC-BDD8-C9EE79B97AEC}" dt="2025-09-13T19:01:59.252" v="104" actId="478"/>
          <ac:spMkLst>
            <pc:docMk/>
            <pc:sldMk cId="1653139918" sldId="4256"/>
            <ac:spMk id="2" creationId="{3ED62887-B4AD-4B0E-9DEC-8531EDB8C08D}"/>
          </ac:spMkLst>
        </pc:spChg>
        <pc:spChg chg="mod ord">
          <ac:chgData name="Rahul Mohandas (RMd)" userId="cdc53f0a-00cb-4490-8a90-22675af5e74d" providerId="ADAL" clId="{6AA79A98-E4AA-53FC-BDD8-C9EE79B97AEC}" dt="2025-09-13T19:02:02.871" v="105" actId="700"/>
          <ac:spMkLst>
            <pc:docMk/>
            <pc:sldMk cId="1653139918" sldId="4256"/>
            <ac:spMk id="3" creationId="{9FE22334-19BD-1AAE-45A6-6162DA2E94D3}"/>
          </ac:spMkLst>
        </pc:spChg>
        <pc:spChg chg="add mod">
          <ac:chgData name="Rahul Mohandas (RMd)" userId="cdc53f0a-00cb-4490-8a90-22675af5e74d" providerId="ADAL" clId="{6AA79A98-E4AA-53FC-BDD8-C9EE79B97AEC}" dt="2025-09-13T19:02:21.140" v="160" actId="403"/>
          <ac:spMkLst>
            <pc:docMk/>
            <pc:sldMk cId="1653139918" sldId="4256"/>
            <ac:spMk id="13" creationId="{0388D3F2-A2F2-B04B-1265-1A756EF64D3D}"/>
          </ac:spMkLst>
        </pc:spChg>
        <pc:picChg chg="add mod">
          <ac:chgData name="Rahul Mohandas (RMd)" userId="cdc53f0a-00cb-4490-8a90-22675af5e74d" providerId="ADAL" clId="{6AA79A98-E4AA-53FC-BDD8-C9EE79B97AEC}" dt="2025-09-13T19:01:47.816" v="100" actId="1076"/>
          <ac:picMkLst>
            <pc:docMk/>
            <pc:sldMk cId="1653139918" sldId="4256"/>
            <ac:picMk id="5" creationId="{2F884EEA-C940-835E-7AD6-C3466FD1920A}"/>
          </ac:picMkLst>
        </pc:picChg>
        <pc:picChg chg="add mod">
          <ac:chgData name="Rahul Mohandas (RMd)" userId="cdc53f0a-00cb-4490-8a90-22675af5e74d" providerId="ADAL" clId="{6AA79A98-E4AA-53FC-BDD8-C9EE79B97AEC}" dt="2025-09-13T19:01:19.958" v="98" actId="207"/>
          <ac:picMkLst>
            <pc:docMk/>
            <pc:sldMk cId="1653139918" sldId="4256"/>
            <ac:picMk id="7" creationId="{9ACD5C5B-1275-1558-2918-7F75ACB66AAB}"/>
          </ac:picMkLst>
        </pc:picChg>
        <pc:picChg chg="add mod">
          <ac:chgData name="Rahul Mohandas (RMd)" userId="cdc53f0a-00cb-4490-8a90-22675af5e74d" providerId="ADAL" clId="{6AA79A98-E4AA-53FC-BDD8-C9EE79B97AEC}" dt="2025-09-13T19:01:19.958" v="98" actId="207"/>
          <ac:picMkLst>
            <pc:docMk/>
            <pc:sldMk cId="1653139918" sldId="4256"/>
            <ac:picMk id="9" creationId="{656FC0EC-BF72-502B-B88B-EF362FD534C2}"/>
          </ac:picMkLst>
        </pc:picChg>
        <pc:picChg chg="add mod">
          <ac:chgData name="Rahul Mohandas (RMd)" userId="cdc53f0a-00cb-4490-8a90-22675af5e74d" providerId="ADAL" clId="{6AA79A98-E4AA-53FC-BDD8-C9EE79B97AEC}" dt="2025-09-13T19:01:43.367" v="99" actId="1076"/>
          <ac:picMkLst>
            <pc:docMk/>
            <pc:sldMk cId="1653139918" sldId="4256"/>
            <ac:picMk id="11" creationId="{96556F89-7539-6AC2-7717-0842E23E7BB2}"/>
          </ac:picMkLst>
        </pc:picChg>
      </pc:sldChg>
      <pc:sldChg chg="addSp delSp modSp new mod modClrScheme chgLayout">
        <pc:chgData name="Rahul Mohandas (RMd)" userId="cdc53f0a-00cb-4490-8a90-22675af5e74d" providerId="ADAL" clId="{6AA79A98-E4AA-53FC-BDD8-C9EE79B97AEC}" dt="2025-09-14T02:51:26.430" v="182" actId="20577"/>
        <pc:sldMkLst>
          <pc:docMk/>
          <pc:sldMk cId="2968622483" sldId="4257"/>
        </pc:sldMkLst>
        <pc:spChg chg="del mod ord">
          <ac:chgData name="Rahul Mohandas (RMd)" userId="cdc53f0a-00cb-4490-8a90-22675af5e74d" providerId="ADAL" clId="{6AA79A98-E4AA-53FC-BDD8-C9EE79B97AEC}" dt="2025-09-14T02:51:16.919" v="166" actId="700"/>
          <ac:spMkLst>
            <pc:docMk/>
            <pc:sldMk cId="2968622483" sldId="4257"/>
            <ac:spMk id="2" creationId="{B0730FB1-4D90-AA8F-C0B4-DA50518F53D0}"/>
          </ac:spMkLst>
        </pc:spChg>
        <pc:spChg chg="del mod ord">
          <ac:chgData name="Rahul Mohandas (RMd)" userId="cdc53f0a-00cb-4490-8a90-22675af5e74d" providerId="ADAL" clId="{6AA79A98-E4AA-53FC-BDD8-C9EE79B97AEC}" dt="2025-09-14T02:51:16.919" v="166" actId="700"/>
          <ac:spMkLst>
            <pc:docMk/>
            <pc:sldMk cId="2968622483" sldId="4257"/>
            <ac:spMk id="3" creationId="{0FC7755F-C415-2F22-E2F7-1254E122AF0B}"/>
          </ac:spMkLst>
        </pc:spChg>
        <pc:spChg chg="del mod">
          <ac:chgData name="Rahul Mohandas (RMd)" userId="cdc53f0a-00cb-4490-8a90-22675af5e74d" providerId="ADAL" clId="{6AA79A98-E4AA-53FC-BDD8-C9EE79B97AEC}" dt="2025-09-14T02:51:16.919" v="166" actId="700"/>
          <ac:spMkLst>
            <pc:docMk/>
            <pc:sldMk cId="2968622483" sldId="4257"/>
            <ac:spMk id="4" creationId="{AAA11DA9-F25A-F663-E6C9-8B8B2539CD8F}"/>
          </ac:spMkLst>
        </pc:spChg>
        <pc:spChg chg="add mod ord">
          <ac:chgData name="Rahul Mohandas (RMd)" userId="cdc53f0a-00cb-4490-8a90-22675af5e74d" providerId="ADAL" clId="{6AA79A98-E4AA-53FC-BDD8-C9EE79B97AEC}" dt="2025-09-14T02:51:20.952" v="170" actId="404"/>
          <ac:spMkLst>
            <pc:docMk/>
            <pc:sldMk cId="2968622483" sldId="4257"/>
            <ac:spMk id="5" creationId="{9E0B0534-BA84-21E9-550E-C7A53920ACFB}"/>
          </ac:spMkLst>
        </pc:spChg>
        <pc:spChg chg="add mod ord">
          <ac:chgData name="Rahul Mohandas (RMd)" userId="cdc53f0a-00cb-4490-8a90-22675af5e74d" providerId="ADAL" clId="{6AA79A98-E4AA-53FC-BDD8-C9EE79B97AEC}" dt="2025-09-14T02:51:26.430" v="182" actId="20577"/>
          <ac:spMkLst>
            <pc:docMk/>
            <pc:sldMk cId="2968622483" sldId="4257"/>
            <ac:spMk id="6" creationId="{F35B146B-6EA2-9A68-4377-02586ECA1B9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54.svg"/><Relationship Id="rId4" Type="http://schemas.openxmlformats.org/officeDocument/2006/relationships/image" Target="../media/image50.svg"/><Relationship Id="rId9" Type="http://schemas.openxmlformats.org/officeDocument/2006/relationships/image" Target="../media/image53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10" Type="http://schemas.openxmlformats.org/officeDocument/2006/relationships/image" Target="../media/image74.svg"/><Relationship Id="rId4" Type="http://schemas.openxmlformats.org/officeDocument/2006/relationships/image" Target="../media/image68.svg"/><Relationship Id="rId9" Type="http://schemas.openxmlformats.org/officeDocument/2006/relationships/image" Target="../media/image7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54.svg"/><Relationship Id="rId4" Type="http://schemas.openxmlformats.org/officeDocument/2006/relationships/image" Target="../media/image50.svg"/><Relationship Id="rId9" Type="http://schemas.openxmlformats.org/officeDocument/2006/relationships/image" Target="../media/image53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10" Type="http://schemas.openxmlformats.org/officeDocument/2006/relationships/image" Target="../media/image74.svg"/><Relationship Id="rId4" Type="http://schemas.openxmlformats.org/officeDocument/2006/relationships/image" Target="../media/image68.svg"/><Relationship Id="rId9" Type="http://schemas.openxmlformats.org/officeDocument/2006/relationships/image" Target="../media/image7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262A96-CAF9-41F2-B3A7-D7703FB565E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8CC92E6-D5FE-42F6-8C6C-7A7095AAED2C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Identify</a:t>
          </a:r>
        </a:p>
      </dgm:t>
    </dgm:pt>
    <dgm:pt modelId="{2F0AC085-C4C4-4155-9D25-4ADF7562E37B}" type="parTrans" cxnId="{89AD4037-CF54-4315-A240-123B3615F3F9}">
      <dgm:prSet/>
      <dgm:spPr/>
      <dgm:t>
        <a:bodyPr/>
        <a:lstStyle/>
        <a:p>
          <a:endParaRPr lang="en-US" sz="1800"/>
        </a:p>
      </dgm:t>
    </dgm:pt>
    <dgm:pt modelId="{D8705145-ECB8-4E81-9602-849202E4C2EA}" type="sibTrans" cxnId="{89AD4037-CF54-4315-A240-123B3615F3F9}">
      <dgm:prSet/>
      <dgm:spPr/>
      <dgm:t>
        <a:bodyPr/>
        <a:lstStyle/>
        <a:p>
          <a:endParaRPr lang="en-US" sz="1800"/>
        </a:p>
      </dgm:t>
    </dgm:pt>
    <dgm:pt modelId="{284073F8-ACED-4E9A-B560-61664E6B174C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Define success criteria</a:t>
          </a:r>
        </a:p>
      </dgm:t>
    </dgm:pt>
    <dgm:pt modelId="{9A965535-7222-471D-AF9E-D6D83ED45A34}" type="parTrans" cxnId="{45E18159-CA8A-4AF6-BC19-EB558A1253FC}">
      <dgm:prSet/>
      <dgm:spPr/>
      <dgm:t>
        <a:bodyPr/>
        <a:lstStyle/>
        <a:p>
          <a:endParaRPr lang="en-US" sz="1800"/>
        </a:p>
      </dgm:t>
    </dgm:pt>
    <dgm:pt modelId="{F3FF2108-2733-47DD-AC5C-9985179551C3}" type="sibTrans" cxnId="{45E18159-CA8A-4AF6-BC19-EB558A1253FC}">
      <dgm:prSet/>
      <dgm:spPr/>
      <dgm:t>
        <a:bodyPr/>
        <a:lstStyle/>
        <a:p>
          <a:endParaRPr lang="en-US" sz="1800"/>
        </a:p>
      </dgm:t>
    </dgm:pt>
    <dgm:pt modelId="{4945ABFF-AD8A-47D7-9B77-881E267E6181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Train &amp; onboard</a:t>
          </a:r>
        </a:p>
      </dgm:t>
    </dgm:pt>
    <dgm:pt modelId="{A27BEF66-2FD8-40A6-9A94-37B4E577570D}" type="parTrans" cxnId="{96844B66-17BD-4004-9D70-3FC1C729C1C4}">
      <dgm:prSet/>
      <dgm:spPr/>
      <dgm:t>
        <a:bodyPr/>
        <a:lstStyle/>
        <a:p>
          <a:endParaRPr lang="en-US" sz="1800"/>
        </a:p>
      </dgm:t>
    </dgm:pt>
    <dgm:pt modelId="{68AA40C2-9E95-4D40-98D0-1DB235543E8A}" type="sibTrans" cxnId="{96844B66-17BD-4004-9D70-3FC1C729C1C4}">
      <dgm:prSet/>
      <dgm:spPr/>
      <dgm:t>
        <a:bodyPr/>
        <a:lstStyle/>
        <a:p>
          <a:endParaRPr lang="en-US" sz="1800"/>
        </a:p>
      </dgm:t>
    </dgm:pt>
    <dgm:pt modelId="{97B24E9F-9707-4978-A5D6-9D516349195A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Periodic touchpoints</a:t>
          </a:r>
        </a:p>
      </dgm:t>
    </dgm:pt>
    <dgm:pt modelId="{94CB0FDB-A9CB-4287-A32E-04D711D86495}" type="parTrans" cxnId="{03363171-767C-45E6-B2FA-E842693C1F1B}">
      <dgm:prSet/>
      <dgm:spPr/>
      <dgm:t>
        <a:bodyPr/>
        <a:lstStyle/>
        <a:p>
          <a:endParaRPr lang="en-US" sz="1800"/>
        </a:p>
      </dgm:t>
    </dgm:pt>
    <dgm:pt modelId="{0CBAE9BD-F79E-4150-A9F5-BE5324D70ACE}" type="sibTrans" cxnId="{03363171-767C-45E6-B2FA-E842693C1F1B}">
      <dgm:prSet/>
      <dgm:spPr/>
      <dgm:t>
        <a:bodyPr/>
        <a:lstStyle/>
        <a:p>
          <a:endParaRPr lang="en-US" sz="1800"/>
        </a:p>
      </dgm:t>
    </dgm:pt>
    <dgm:pt modelId="{7368099D-C106-4F1A-B2A8-795F95DCA2F6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Feedback templates</a:t>
          </a:r>
        </a:p>
      </dgm:t>
    </dgm:pt>
    <dgm:pt modelId="{63D0B666-C10B-4A56-AEE7-AC5BB1DE9B68}" type="parTrans" cxnId="{E76E8979-9670-4825-B502-A65820FE917D}">
      <dgm:prSet/>
      <dgm:spPr/>
      <dgm:t>
        <a:bodyPr/>
        <a:lstStyle/>
        <a:p>
          <a:endParaRPr lang="en-US" sz="1800"/>
        </a:p>
      </dgm:t>
    </dgm:pt>
    <dgm:pt modelId="{7C36CE95-E799-46A6-B611-E94E32411585}" type="sibTrans" cxnId="{E76E8979-9670-4825-B502-A65820FE917D}">
      <dgm:prSet/>
      <dgm:spPr/>
      <dgm:t>
        <a:bodyPr/>
        <a:lstStyle/>
        <a:p>
          <a:endParaRPr lang="en-US" sz="1800"/>
        </a:p>
      </dgm:t>
    </dgm:pt>
    <dgm:pt modelId="{EB765AF5-1B87-40C2-B4B9-2DE5C79E8FC7}" type="pres">
      <dgm:prSet presAssocID="{AA262A96-CAF9-41F2-B3A7-D7703FB565EF}" presName="root" presStyleCnt="0">
        <dgm:presLayoutVars>
          <dgm:dir/>
          <dgm:resizeHandles val="exact"/>
        </dgm:presLayoutVars>
      </dgm:prSet>
      <dgm:spPr/>
    </dgm:pt>
    <dgm:pt modelId="{F435D139-B1A6-43BF-9BBC-5D3271714567}" type="pres">
      <dgm:prSet presAssocID="{58CC92E6-D5FE-42F6-8C6C-7A7095AAED2C}" presName="compNode" presStyleCnt="0"/>
      <dgm:spPr/>
    </dgm:pt>
    <dgm:pt modelId="{EA21A141-D4A8-4708-8331-FCF7DD551787}" type="pres">
      <dgm:prSet presAssocID="{58CC92E6-D5FE-42F6-8C6C-7A7095AAED2C}" presName="iconBgRect" presStyleLbl="bgShp" presStyleIdx="0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7E50B7D4-47C8-4B80-A594-F8C74C9AF369}" type="pres">
      <dgm:prSet presAssocID="{58CC92E6-D5FE-42F6-8C6C-7A7095AAED2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99B518C-97A1-48A3-96ED-424AD9ABA88F}" type="pres">
      <dgm:prSet presAssocID="{58CC92E6-D5FE-42F6-8C6C-7A7095AAED2C}" presName="spaceRect" presStyleCnt="0"/>
      <dgm:spPr/>
    </dgm:pt>
    <dgm:pt modelId="{86EE8166-4C84-45E3-A3A9-24574EA2703C}" type="pres">
      <dgm:prSet presAssocID="{58CC92E6-D5FE-42F6-8C6C-7A7095AAED2C}" presName="textRect" presStyleLbl="revTx" presStyleIdx="0" presStyleCnt="5">
        <dgm:presLayoutVars>
          <dgm:chMax val="1"/>
          <dgm:chPref val="1"/>
        </dgm:presLayoutVars>
      </dgm:prSet>
      <dgm:spPr/>
    </dgm:pt>
    <dgm:pt modelId="{2F834755-C562-40F7-8166-12BD2E712BD3}" type="pres">
      <dgm:prSet presAssocID="{D8705145-ECB8-4E81-9602-849202E4C2EA}" presName="sibTrans" presStyleCnt="0"/>
      <dgm:spPr/>
    </dgm:pt>
    <dgm:pt modelId="{74D9408F-8E84-484C-9BB4-7F99EAC0386A}" type="pres">
      <dgm:prSet presAssocID="{284073F8-ACED-4E9A-B560-61664E6B174C}" presName="compNode" presStyleCnt="0"/>
      <dgm:spPr/>
    </dgm:pt>
    <dgm:pt modelId="{BCFE129E-3DD8-455C-82F0-3EC6B0A90022}" type="pres">
      <dgm:prSet presAssocID="{284073F8-ACED-4E9A-B560-61664E6B174C}" presName="iconBgRect" presStyleLbl="bgShp" presStyleIdx="1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62A46B1C-DDFD-4420-9522-7DBA1361B0E7}" type="pres">
      <dgm:prSet presAssocID="{284073F8-ACED-4E9A-B560-61664E6B174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8125DEF-8735-4010-9592-EF2A11901729}" type="pres">
      <dgm:prSet presAssocID="{284073F8-ACED-4E9A-B560-61664E6B174C}" presName="spaceRect" presStyleCnt="0"/>
      <dgm:spPr/>
    </dgm:pt>
    <dgm:pt modelId="{6A54F526-80DF-4FFA-A328-E81941A5FDDF}" type="pres">
      <dgm:prSet presAssocID="{284073F8-ACED-4E9A-B560-61664E6B174C}" presName="textRect" presStyleLbl="revTx" presStyleIdx="1" presStyleCnt="5">
        <dgm:presLayoutVars>
          <dgm:chMax val="1"/>
          <dgm:chPref val="1"/>
        </dgm:presLayoutVars>
      </dgm:prSet>
      <dgm:spPr/>
    </dgm:pt>
    <dgm:pt modelId="{9C2A6B74-066B-4336-BE76-460349CB6BAF}" type="pres">
      <dgm:prSet presAssocID="{F3FF2108-2733-47DD-AC5C-9985179551C3}" presName="sibTrans" presStyleCnt="0"/>
      <dgm:spPr/>
    </dgm:pt>
    <dgm:pt modelId="{E41D1BAD-D988-4C7A-B5CC-FED7E81237A5}" type="pres">
      <dgm:prSet presAssocID="{4945ABFF-AD8A-47D7-9B77-881E267E6181}" presName="compNode" presStyleCnt="0"/>
      <dgm:spPr/>
    </dgm:pt>
    <dgm:pt modelId="{FA9B7CBE-CB0A-4926-894A-81E24521679D}" type="pres">
      <dgm:prSet presAssocID="{4945ABFF-AD8A-47D7-9B77-881E267E6181}" presName="iconBgRect" presStyleLbl="bgShp" presStyleIdx="2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29C24367-C1C5-491E-A0AD-F738E7A94B04}" type="pres">
      <dgm:prSet presAssocID="{4945ABFF-AD8A-47D7-9B77-881E267E618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 with solid fill"/>
        </a:ext>
      </dgm:extLst>
    </dgm:pt>
    <dgm:pt modelId="{23347C4A-1868-4D6A-AB8C-0C08F4CCD800}" type="pres">
      <dgm:prSet presAssocID="{4945ABFF-AD8A-47D7-9B77-881E267E6181}" presName="spaceRect" presStyleCnt="0"/>
      <dgm:spPr/>
    </dgm:pt>
    <dgm:pt modelId="{86B801E6-FB01-4429-8804-624C440B8024}" type="pres">
      <dgm:prSet presAssocID="{4945ABFF-AD8A-47D7-9B77-881E267E6181}" presName="textRect" presStyleLbl="revTx" presStyleIdx="2" presStyleCnt="5">
        <dgm:presLayoutVars>
          <dgm:chMax val="1"/>
          <dgm:chPref val="1"/>
        </dgm:presLayoutVars>
      </dgm:prSet>
      <dgm:spPr/>
    </dgm:pt>
    <dgm:pt modelId="{F4E2F791-66FA-47F7-8E50-1225221E3927}" type="pres">
      <dgm:prSet presAssocID="{68AA40C2-9E95-4D40-98D0-1DB235543E8A}" presName="sibTrans" presStyleCnt="0"/>
      <dgm:spPr/>
    </dgm:pt>
    <dgm:pt modelId="{BB405009-5723-4D32-8F49-88BB759E379A}" type="pres">
      <dgm:prSet presAssocID="{97B24E9F-9707-4978-A5D6-9D516349195A}" presName="compNode" presStyleCnt="0"/>
      <dgm:spPr/>
    </dgm:pt>
    <dgm:pt modelId="{DAA36C21-9F9B-41C4-B882-F0CBC83E4D67}" type="pres">
      <dgm:prSet presAssocID="{97B24E9F-9707-4978-A5D6-9D516349195A}" presName="iconBgRect" presStyleLbl="bgShp" presStyleIdx="3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D6658906-85C2-48F0-9021-30C0D2C43262}" type="pres">
      <dgm:prSet presAssocID="{97B24E9F-9707-4978-A5D6-9D516349195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280FFAD5-67AC-4E42-B454-8352198884D3}" type="pres">
      <dgm:prSet presAssocID="{97B24E9F-9707-4978-A5D6-9D516349195A}" presName="spaceRect" presStyleCnt="0"/>
      <dgm:spPr/>
    </dgm:pt>
    <dgm:pt modelId="{30A6D982-8D05-4C82-BC81-ECA47C6F91A2}" type="pres">
      <dgm:prSet presAssocID="{97B24E9F-9707-4978-A5D6-9D516349195A}" presName="textRect" presStyleLbl="revTx" presStyleIdx="3" presStyleCnt="5">
        <dgm:presLayoutVars>
          <dgm:chMax val="1"/>
          <dgm:chPref val="1"/>
        </dgm:presLayoutVars>
      </dgm:prSet>
      <dgm:spPr/>
    </dgm:pt>
    <dgm:pt modelId="{0A759E0F-9803-4F04-B7EF-0C644761D3C7}" type="pres">
      <dgm:prSet presAssocID="{0CBAE9BD-F79E-4150-A9F5-BE5324D70ACE}" presName="sibTrans" presStyleCnt="0"/>
      <dgm:spPr/>
    </dgm:pt>
    <dgm:pt modelId="{E4DACFA8-1223-4544-BFC8-8187E6D173BD}" type="pres">
      <dgm:prSet presAssocID="{7368099D-C106-4F1A-B2A8-795F95DCA2F6}" presName="compNode" presStyleCnt="0"/>
      <dgm:spPr/>
    </dgm:pt>
    <dgm:pt modelId="{5561973B-2FFB-4CC3-8818-3DD390A4FC17}" type="pres">
      <dgm:prSet presAssocID="{7368099D-C106-4F1A-B2A8-795F95DCA2F6}" presName="iconBgRect" presStyleLbl="bgShp" presStyleIdx="4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6000A182-FD59-4A1B-AFAB-6B9CF39CA5FB}" type="pres">
      <dgm:prSet presAssocID="{7368099D-C106-4F1A-B2A8-795F95DCA2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4961EB55-ABE1-47B0-83A9-1B0B5DE5049F}" type="pres">
      <dgm:prSet presAssocID="{7368099D-C106-4F1A-B2A8-795F95DCA2F6}" presName="spaceRect" presStyleCnt="0"/>
      <dgm:spPr/>
    </dgm:pt>
    <dgm:pt modelId="{0C66EA52-B467-4DEE-B9E1-FE825E0987D8}" type="pres">
      <dgm:prSet presAssocID="{7368099D-C106-4F1A-B2A8-795F95DCA2F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2E12F12-10EE-4542-AFFC-11C3D6793BA2}" type="presOf" srcId="{58CC92E6-D5FE-42F6-8C6C-7A7095AAED2C}" destId="{86EE8166-4C84-45E3-A3A9-24574EA2703C}" srcOrd="0" destOrd="0" presId="urn:microsoft.com/office/officeart/2018/5/layout/IconCircleLabelList"/>
    <dgm:cxn modelId="{C1DC1A17-D250-4235-ADE4-3AF4F6F402F4}" type="presOf" srcId="{97B24E9F-9707-4978-A5D6-9D516349195A}" destId="{30A6D982-8D05-4C82-BC81-ECA47C6F91A2}" srcOrd="0" destOrd="0" presId="urn:microsoft.com/office/officeart/2018/5/layout/IconCircleLabelList"/>
    <dgm:cxn modelId="{89AD4037-CF54-4315-A240-123B3615F3F9}" srcId="{AA262A96-CAF9-41F2-B3A7-D7703FB565EF}" destId="{58CC92E6-D5FE-42F6-8C6C-7A7095AAED2C}" srcOrd="0" destOrd="0" parTransId="{2F0AC085-C4C4-4155-9D25-4ADF7562E37B}" sibTransId="{D8705145-ECB8-4E81-9602-849202E4C2EA}"/>
    <dgm:cxn modelId="{0C71F638-050D-4DFF-945B-98F84246069B}" type="presOf" srcId="{4945ABFF-AD8A-47D7-9B77-881E267E6181}" destId="{86B801E6-FB01-4429-8804-624C440B8024}" srcOrd="0" destOrd="0" presId="urn:microsoft.com/office/officeart/2018/5/layout/IconCircleLabelList"/>
    <dgm:cxn modelId="{42965A4E-1CF9-41FC-93A4-595508DAC464}" type="presOf" srcId="{7368099D-C106-4F1A-B2A8-795F95DCA2F6}" destId="{0C66EA52-B467-4DEE-B9E1-FE825E0987D8}" srcOrd="0" destOrd="0" presId="urn:microsoft.com/office/officeart/2018/5/layout/IconCircleLabelList"/>
    <dgm:cxn modelId="{45E18159-CA8A-4AF6-BC19-EB558A1253FC}" srcId="{AA262A96-CAF9-41F2-B3A7-D7703FB565EF}" destId="{284073F8-ACED-4E9A-B560-61664E6B174C}" srcOrd="1" destOrd="0" parTransId="{9A965535-7222-471D-AF9E-D6D83ED45A34}" sibTransId="{F3FF2108-2733-47DD-AC5C-9985179551C3}"/>
    <dgm:cxn modelId="{96844B66-17BD-4004-9D70-3FC1C729C1C4}" srcId="{AA262A96-CAF9-41F2-B3A7-D7703FB565EF}" destId="{4945ABFF-AD8A-47D7-9B77-881E267E6181}" srcOrd="2" destOrd="0" parTransId="{A27BEF66-2FD8-40A6-9A94-37B4E577570D}" sibTransId="{68AA40C2-9E95-4D40-98D0-1DB235543E8A}"/>
    <dgm:cxn modelId="{03363171-767C-45E6-B2FA-E842693C1F1B}" srcId="{AA262A96-CAF9-41F2-B3A7-D7703FB565EF}" destId="{97B24E9F-9707-4978-A5D6-9D516349195A}" srcOrd="3" destOrd="0" parTransId="{94CB0FDB-A9CB-4287-A32E-04D711D86495}" sibTransId="{0CBAE9BD-F79E-4150-A9F5-BE5324D70ACE}"/>
    <dgm:cxn modelId="{E76E8979-9670-4825-B502-A65820FE917D}" srcId="{AA262A96-CAF9-41F2-B3A7-D7703FB565EF}" destId="{7368099D-C106-4F1A-B2A8-795F95DCA2F6}" srcOrd="4" destOrd="0" parTransId="{63D0B666-C10B-4A56-AEE7-AC5BB1DE9B68}" sibTransId="{7C36CE95-E799-46A6-B611-E94E32411585}"/>
    <dgm:cxn modelId="{4C83DA86-F7EF-4E69-8981-5AD7F472D3D1}" type="presOf" srcId="{AA262A96-CAF9-41F2-B3A7-D7703FB565EF}" destId="{EB765AF5-1B87-40C2-B4B9-2DE5C79E8FC7}" srcOrd="0" destOrd="0" presId="urn:microsoft.com/office/officeart/2018/5/layout/IconCircleLabelList"/>
    <dgm:cxn modelId="{3BAD98E0-17AF-4641-A447-EF9DED38DC78}" type="presOf" srcId="{284073F8-ACED-4E9A-B560-61664E6B174C}" destId="{6A54F526-80DF-4FFA-A328-E81941A5FDDF}" srcOrd="0" destOrd="0" presId="urn:microsoft.com/office/officeart/2018/5/layout/IconCircleLabelList"/>
    <dgm:cxn modelId="{40A0A912-2401-4CEE-9403-D8CCADF0BAE5}" type="presParOf" srcId="{EB765AF5-1B87-40C2-B4B9-2DE5C79E8FC7}" destId="{F435D139-B1A6-43BF-9BBC-5D3271714567}" srcOrd="0" destOrd="0" presId="urn:microsoft.com/office/officeart/2018/5/layout/IconCircleLabelList"/>
    <dgm:cxn modelId="{8ADD8AAE-9788-411C-A7E6-5D5FFB555A3A}" type="presParOf" srcId="{F435D139-B1A6-43BF-9BBC-5D3271714567}" destId="{EA21A141-D4A8-4708-8331-FCF7DD551787}" srcOrd="0" destOrd="0" presId="urn:microsoft.com/office/officeart/2018/5/layout/IconCircleLabelList"/>
    <dgm:cxn modelId="{0F99E2B2-2FB1-43CC-8DF8-6304EB3A411F}" type="presParOf" srcId="{F435D139-B1A6-43BF-9BBC-5D3271714567}" destId="{7E50B7D4-47C8-4B80-A594-F8C74C9AF369}" srcOrd="1" destOrd="0" presId="urn:microsoft.com/office/officeart/2018/5/layout/IconCircleLabelList"/>
    <dgm:cxn modelId="{F86ABC8C-E2F9-4C75-9610-4455F69312AB}" type="presParOf" srcId="{F435D139-B1A6-43BF-9BBC-5D3271714567}" destId="{C99B518C-97A1-48A3-96ED-424AD9ABA88F}" srcOrd="2" destOrd="0" presId="urn:microsoft.com/office/officeart/2018/5/layout/IconCircleLabelList"/>
    <dgm:cxn modelId="{362D10F3-FE35-4FFF-810B-45FDD7B20EFE}" type="presParOf" srcId="{F435D139-B1A6-43BF-9BBC-5D3271714567}" destId="{86EE8166-4C84-45E3-A3A9-24574EA2703C}" srcOrd="3" destOrd="0" presId="urn:microsoft.com/office/officeart/2018/5/layout/IconCircleLabelList"/>
    <dgm:cxn modelId="{1ABB1EDE-CA82-4830-84DD-ECE438CEBE47}" type="presParOf" srcId="{EB765AF5-1B87-40C2-B4B9-2DE5C79E8FC7}" destId="{2F834755-C562-40F7-8166-12BD2E712BD3}" srcOrd="1" destOrd="0" presId="urn:microsoft.com/office/officeart/2018/5/layout/IconCircleLabelList"/>
    <dgm:cxn modelId="{68E874D6-4466-4D94-AECA-93119C6847BA}" type="presParOf" srcId="{EB765AF5-1B87-40C2-B4B9-2DE5C79E8FC7}" destId="{74D9408F-8E84-484C-9BB4-7F99EAC0386A}" srcOrd="2" destOrd="0" presId="urn:microsoft.com/office/officeart/2018/5/layout/IconCircleLabelList"/>
    <dgm:cxn modelId="{97D46A3D-93EE-40F1-88BD-F059F692A9E0}" type="presParOf" srcId="{74D9408F-8E84-484C-9BB4-7F99EAC0386A}" destId="{BCFE129E-3DD8-455C-82F0-3EC6B0A90022}" srcOrd="0" destOrd="0" presId="urn:microsoft.com/office/officeart/2018/5/layout/IconCircleLabelList"/>
    <dgm:cxn modelId="{052C3E67-E431-468E-8755-D2D94AEE5E6C}" type="presParOf" srcId="{74D9408F-8E84-484C-9BB4-7F99EAC0386A}" destId="{62A46B1C-DDFD-4420-9522-7DBA1361B0E7}" srcOrd="1" destOrd="0" presId="urn:microsoft.com/office/officeart/2018/5/layout/IconCircleLabelList"/>
    <dgm:cxn modelId="{31158B61-7288-4C08-969B-8FA553A1E371}" type="presParOf" srcId="{74D9408F-8E84-484C-9BB4-7F99EAC0386A}" destId="{58125DEF-8735-4010-9592-EF2A11901729}" srcOrd="2" destOrd="0" presId="urn:microsoft.com/office/officeart/2018/5/layout/IconCircleLabelList"/>
    <dgm:cxn modelId="{3B3A6858-8000-495B-B581-30E5872F65F2}" type="presParOf" srcId="{74D9408F-8E84-484C-9BB4-7F99EAC0386A}" destId="{6A54F526-80DF-4FFA-A328-E81941A5FDDF}" srcOrd="3" destOrd="0" presId="urn:microsoft.com/office/officeart/2018/5/layout/IconCircleLabelList"/>
    <dgm:cxn modelId="{6E0C63F3-A084-441D-9B77-68DCFAC34533}" type="presParOf" srcId="{EB765AF5-1B87-40C2-B4B9-2DE5C79E8FC7}" destId="{9C2A6B74-066B-4336-BE76-460349CB6BAF}" srcOrd="3" destOrd="0" presId="urn:microsoft.com/office/officeart/2018/5/layout/IconCircleLabelList"/>
    <dgm:cxn modelId="{0D148BB7-4220-46AA-AF5F-D8CD2BAD8BD0}" type="presParOf" srcId="{EB765AF5-1B87-40C2-B4B9-2DE5C79E8FC7}" destId="{E41D1BAD-D988-4C7A-B5CC-FED7E81237A5}" srcOrd="4" destOrd="0" presId="urn:microsoft.com/office/officeart/2018/5/layout/IconCircleLabelList"/>
    <dgm:cxn modelId="{A3C85652-208D-4375-8B31-ECA8CD066D35}" type="presParOf" srcId="{E41D1BAD-D988-4C7A-B5CC-FED7E81237A5}" destId="{FA9B7CBE-CB0A-4926-894A-81E24521679D}" srcOrd="0" destOrd="0" presId="urn:microsoft.com/office/officeart/2018/5/layout/IconCircleLabelList"/>
    <dgm:cxn modelId="{C19E8D2D-5888-4B9E-825E-CFE08606646E}" type="presParOf" srcId="{E41D1BAD-D988-4C7A-B5CC-FED7E81237A5}" destId="{29C24367-C1C5-491E-A0AD-F738E7A94B04}" srcOrd="1" destOrd="0" presId="urn:microsoft.com/office/officeart/2018/5/layout/IconCircleLabelList"/>
    <dgm:cxn modelId="{9F798CD8-31AE-479C-A60D-47B0344A9D74}" type="presParOf" srcId="{E41D1BAD-D988-4C7A-B5CC-FED7E81237A5}" destId="{23347C4A-1868-4D6A-AB8C-0C08F4CCD800}" srcOrd="2" destOrd="0" presId="urn:microsoft.com/office/officeart/2018/5/layout/IconCircleLabelList"/>
    <dgm:cxn modelId="{D7369076-447B-4120-B808-C6EFA9963001}" type="presParOf" srcId="{E41D1BAD-D988-4C7A-B5CC-FED7E81237A5}" destId="{86B801E6-FB01-4429-8804-624C440B8024}" srcOrd="3" destOrd="0" presId="urn:microsoft.com/office/officeart/2018/5/layout/IconCircleLabelList"/>
    <dgm:cxn modelId="{9366F143-D3E1-434B-AA90-20657AAF926B}" type="presParOf" srcId="{EB765AF5-1B87-40C2-B4B9-2DE5C79E8FC7}" destId="{F4E2F791-66FA-47F7-8E50-1225221E3927}" srcOrd="5" destOrd="0" presId="urn:microsoft.com/office/officeart/2018/5/layout/IconCircleLabelList"/>
    <dgm:cxn modelId="{9811F39F-74B7-4F03-AD86-F792DB438969}" type="presParOf" srcId="{EB765AF5-1B87-40C2-B4B9-2DE5C79E8FC7}" destId="{BB405009-5723-4D32-8F49-88BB759E379A}" srcOrd="6" destOrd="0" presId="urn:microsoft.com/office/officeart/2018/5/layout/IconCircleLabelList"/>
    <dgm:cxn modelId="{0B13A78B-0C5B-45DE-9624-EE642BC51FBA}" type="presParOf" srcId="{BB405009-5723-4D32-8F49-88BB759E379A}" destId="{DAA36C21-9F9B-41C4-B882-F0CBC83E4D67}" srcOrd="0" destOrd="0" presId="urn:microsoft.com/office/officeart/2018/5/layout/IconCircleLabelList"/>
    <dgm:cxn modelId="{B65FC851-2E24-45E0-980D-CE138B919DFA}" type="presParOf" srcId="{BB405009-5723-4D32-8F49-88BB759E379A}" destId="{D6658906-85C2-48F0-9021-30C0D2C43262}" srcOrd="1" destOrd="0" presId="urn:microsoft.com/office/officeart/2018/5/layout/IconCircleLabelList"/>
    <dgm:cxn modelId="{3684AF2B-1F1E-4857-9211-3B5F0CAF20D8}" type="presParOf" srcId="{BB405009-5723-4D32-8F49-88BB759E379A}" destId="{280FFAD5-67AC-4E42-B454-8352198884D3}" srcOrd="2" destOrd="0" presId="urn:microsoft.com/office/officeart/2018/5/layout/IconCircleLabelList"/>
    <dgm:cxn modelId="{73E0A74D-91E2-4A46-AC75-305EC8196CD2}" type="presParOf" srcId="{BB405009-5723-4D32-8F49-88BB759E379A}" destId="{30A6D982-8D05-4C82-BC81-ECA47C6F91A2}" srcOrd="3" destOrd="0" presId="urn:microsoft.com/office/officeart/2018/5/layout/IconCircleLabelList"/>
    <dgm:cxn modelId="{4BA43FE7-62DE-441D-8976-2817CAE80528}" type="presParOf" srcId="{EB765AF5-1B87-40C2-B4B9-2DE5C79E8FC7}" destId="{0A759E0F-9803-4F04-B7EF-0C644761D3C7}" srcOrd="7" destOrd="0" presId="urn:microsoft.com/office/officeart/2018/5/layout/IconCircleLabelList"/>
    <dgm:cxn modelId="{649EF49B-C784-449A-BE9E-688E1B6E4AB6}" type="presParOf" srcId="{EB765AF5-1B87-40C2-B4B9-2DE5C79E8FC7}" destId="{E4DACFA8-1223-4544-BFC8-8187E6D173BD}" srcOrd="8" destOrd="0" presId="urn:microsoft.com/office/officeart/2018/5/layout/IconCircleLabelList"/>
    <dgm:cxn modelId="{A2D0A8B3-5A43-46D7-85CA-98F5941FCDDE}" type="presParOf" srcId="{E4DACFA8-1223-4544-BFC8-8187E6D173BD}" destId="{5561973B-2FFB-4CC3-8818-3DD390A4FC17}" srcOrd="0" destOrd="0" presId="urn:microsoft.com/office/officeart/2018/5/layout/IconCircleLabelList"/>
    <dgm:cxn modelId="{CE3629EC-6D65-48AC-B8EE-6AF010F0D9DA}" type="presParOf" srcId="{E4DACFA8-1223-4544-BFC8-8187E6D173BD}" destId="{6000A182-FD59-4A1B-AFAB-6B9CF39CA5FB}" srcOrd="1" destOrd="0" presId="urn:microsoft.com/office/officeart/2018/5/layout/IconCircleLabelList"/>
    <dgm:cxn modelId="{28851404-4D9C-4DA2-8CEA-5D752A8FEB40}" type="presParOf" srcId="{E4DACFA8-1223-4544-BFC8-8187E6D173BD}" destId="{4961EB55-ABE1-47B0-83A9-1B0B5DE5049F}" srcOrd="2" destOrd="0" presId="urn:microsoft.com/office/officeart/2018/5/layout/IconCircleLabelList"/>
    <dgm:cxn modelId="{A06FC568-1128-4F64-8B1D-450CCA0A47D3}" type="presParOf" srcId="{E4DACFA8-1223-4544-BFC8-8187E6D173BD}" destId="{0C66EA52-B467-4DEE-B9E1-FE825E0987D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43DC45-1B07-4375-8861-5073716E6AE3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292FEF-2F82-4D7D-8A61-8016C58A583D}">
      <dgm:prSet custT="1"/>
      <dgm:spPr>
        <a:solidFill>
          <a:schemeClr val="bg1">
            <a:alpha val="9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2400" baseline="0">
              <a:latin typeface="Avenir Book" panose="02000503020000020003" pitchFamily="2" charset="0"/>
            </a:rPr>
            <a:t>Set context</a:t>
          </a:r>
          <a:endParaRPr lang="en-US" sz="2400">
            <a:latin typeface="Avenir Book" panose="02000503020000020003" pitchFamily="2" charset="0"/>
          </a:endParaRPr>
        </a:p>
      </dgm:t>
    </dgm:pt>
    <dgm:pt modelId="{1370BE66-EF49-49E4-8414-32E629F612EB}" type="parTrans" cxnId="{DD83C22D-FB85-4D90-9DED-BDC62F394B59}">
      <dgm:prSet/>
      <dgm:spPr/>
      <dgm:t>
        <a:bodyPr/>
        <a:lstStyle/>
        <a:p>
          <a:endParaRPr lang="en-US"/>
        </a:p>
      </dgm:t>
    </dgm:pt>
    <dgm:pt modelId="{67F7A2EB-397B-4CB2-A3C8-2A81119986E7}" type="sibTrans" cxnId="{DD83C22D-FB85-4D90-9DED-BDC62F394B59}">
      <dgm:prSet/>
      <dgm:spPr/>
      <dgm:t>
        <a:bodyPr/>
        <a:lstStyle/>
        <a:p>
          <a:endParaRPr lang="en-US"/>
        </a:p>
      </dgm:t>
    </dgm:pt>
    <dgm:pt modelId="{B67AE08E-95BA-4B81-92D5-47F426DFD597}">
      <dgm:prSet custT="1"/>
      <dgm:spPr>
        <a:solidFill>
          <a:schemeClr val="bg1">
            <a:alpha val="9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2400" baseline="0" dirty="0">
              <a:latin typeface="Avenir Book" panose="02000503020000020003" pitchFamily="2" charset="0"/>
            </a:rPr>
            <a:t>Show &amp; tell</a:t>
          </a:r>
          <a:endParaRPr lang="en-US" sz="2400" dirty="0">
            <a:latin typeface="Avenir Book" panose="02000503020000020003" pitchFamily="2" charset="0"/>
          </a:endParaRPr>
        </a:p>
      </dgm:t>
    </dgm:pt>
    <dgm:pt modelId="{94DF8A89-343C-4156-A6C7-BFF9AB99A902}" type="parTrans" cxnId="{39D41F38-C47A-4BCB-B01D-0C49A1EA93D7}">
      <dgm:prSet/>
      <dgm:spPr/>
      <dgm:t>
        <a:bodyPr/>
        <a:lstStyle/>
        <a:p>
          <a:endParaRPr lang="en-US"/>
        </a:p>
      </dgm:t>
    </dgm:pt>
    <dgm:pt modelId="{77F59238-E422-4EE0-8A91-1ED101ECBAF5}" type="sibTrans" cxnId="{39D41F38-C47A-4BCB-B01D-0C49A1EA93D7}">
      <dgm:prSet/>
      <dgm:spPr/>
      <dgm:t>
        <a:bodyPr/>
        <a:lstStyle/>
        <a:p>
          <a:endParaRPr lang="en-US"/>
        </a:p>
      </dgm:t>
    </dgm:pt>
    <dgm:pt modelId="{88FDD8AE-4467-430C-BA27-3DC6AB171800}">
      <dgm:prSet custT="1"/>
      <dgm:spPr>
        <a:solidFill>
          <a:schemeClr val="bg1">
            <a:alpha val="9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2400" baseline="0" dirty="0">
              <a:latin typeface="Avenir Book" panose="02000503020000020003" pitchFamily="2" charset="0"/>
            </a:rPr>
            <a:t>Get feedback</a:t>
          </a:r>
          <a:endParaRPr lang="en-US" sz="2400" dirty="0">
            <a:latin typeface="Avenir Book" panose="02000503020000020003" pitchFamily="2" charset="0"/>
          </a:endParaRPr>
        </a:p>
      </dgm:t>
    </dgm:pt>
    <dgm:pt modelId="{D029EE39-C1C8-411C-8DD4-5AA947887AF5}" type="parTrans" cxnId="{C0036CC7-0573-4248-BF6F-9ED3CB43AA18}">
      <dgm:prSet/>
      <dgm:spPr/>
      <dgm:t>
        <a:bodyPr/>
        <a:lstStyle/>
        <a:p>
          <a:endParaRPr lang="en-US"/>
        </a:p>
      </dgm:t>
    </dgm:pt>
    <dgm:pt modelId="{3D3F12F1-E6DA-447D-A102-E443AA1C58E1}" type="sibTrans" cxnId="{C0036CC7-0573-4248-BF6F-9ED3CB43AA18}">
      <dgm:prSet/>
      <dgm:spPr/>
      <dgm:t>
        <a:bodyPr/>
        <a:lstStyle/>
        <a:p>
          <a:endParaRPr lang="en-US"/>
        </a:p>
      </dgm:t>
    </dgm:pt>
    <dgm:pt modelId="{9C9E3F6C-402F-4C6B-B7AF-21B74D5CD99E}">
      <dgm:prSet custT="1"/>
      <dgm:spPr>
        <a:solidFill>
          <a:schemeClr val="bg1">
            <a:alpha val="9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2400" baseline="0" dirty="0">
              <a:latin typeface="Avenir Book" panose="02000503020000020003" pitchFamily="2" charset="0"/>
            </a:rPr>
            <a:t>Build excitement</a:t>
          </a:r>
          <a:endParaRPr lang="en-US" sz="2400" dirty="0">
            <a:latin typeface="Avenir Book" panose="02000503020000020003" pitchFamily="2" charset="0"/>
          </a:endParaRPr>
        </a:p>
      </dgm:t>
    </dgm:pt>
    <dgm:pt modelId="{EE323FA6-F8DC-4210-BC0B-6CFFD8E340E4}" type="parTrans" cxnId="{5D83D8CB-51EB-482C-9ECD-AD4E335C3735}">
      <dgm:prSet/>
      <dgm:spPr/>
      <dgm:t>
        <a:bodyPr/>
        <a:lstStyle/>
        <a:p>
          <a:endParaRPr lang="en-US"/>
        </a:p>
      </dgm:t>
    </dgm:pt>
    <dgm:pt modelId="{D6C0D834-1793-447A-B81C-62F57819F58F}" type="sibTrans" cxnId="{5D83D8CB-51EB-482C-9ECD-AD4E335C3735}">
      <dgm:prSet/>
      <dgm:spPr/>
      <dgm:t>
        <a:bodyPr/>
        <a:lstStyle/>
        <a:p>
          <a:endParaRPr lang="en-US"/>
        </a:p>
      </dgm:t>
    </dgm:pt>
    <dgm:pt modelId="{6BB82181-3286-7246-98CF-20278B70119E}" type="pres">
      <dgm:prSet presAssocID="{0A43DC45-1B07-4375-8861-5073716E6AE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20E3A5E-1261-0341-A12C-E0EDA7076664}" type="pres">
      <dgm:prSet presAssocID="{88FDD8AE-4467-430C-BA27-3DC6AB171800}" presName="hierRoot1" presStyleCnt="0"/>
      <dgm:spPr/>
    </dgm:pt>
    <dgm:pt modelId="{47ED4DF8-4E18-8244-A167-C3951A648799}" type="pres">
      <dgm:prSet presAssocID="{88FDD8AE-4467-430C-BA27-3DC6AB171800}" presName="composite" presStyleCnt="0"/>
      <dgm:spPr/>
    </dgm:pt>
    <dgm:pt modelId="{8E14C0F4-4131-F748-B5B1-2C43C1211949}" type="pres">
      <dgm:prSet presAssocID="{88FDD8AE-4467-430C-BA27-3DC6AB171800}" presName="background" presStyleLbl="node0" presStyleIdx="0" presStyleCnt="4"/>
      <dgm:spPr>
        <a:solidFill>
          <a:schemeClr val="bg2"/>
        </a:solidFill>
        <a:ln>
          <a:noFill/>
        </a:ln>
      </dgm:spPr>
    </dgm:pt>
    <dgm:pt modelId="{21837700-2E21-5045-8134-4407BFFE679D}" type="pres">
      <dgm:prSet presAssocID="{88FDD8AE-4467-430C-BA27-3DC6AB171800}" presName="text" presStyleLbl="fgAcc0" presStyleIdx="0" presStyleCnt="4">
        <dgm:presLayoutVars>
          <dgm:chPref val="3"/>
        </dgm:presLayoutVars>
      </dgm:prSet>
      <dgm:spPr/>
    </dgm:pt>
    <dgm:pt modelId="{275252EE-2418-1D48-9E4E-5A7B89F4F50F}" type="pres">
      <dgm:prSet presAssocID="{88FDD8AE-4467-430C-BA27-3DC6AB171800}" presName="hierChild2" presStyleCnt="0"/>
      <dgm:spPr/>
    </dgm:pt>
    <dgm:pt modelId="{3E3A835F-889E-8B46-B053-82A31801FF60}" type="pres">
      <dgm:prSet presAssocID="{9C9E3F6C-402F-4C6B-B7AF-21B74D5CD99E}" presName="hierRoot1" presStyleCnt="0"/>
      <dgm:spPr/>
    </dgm:pt>
    <dgm:pt modelId="{B807DA8B-9785-4644-AE72-1F370BCAA29C}" type="pres">
      <dgm:prSet presAssocID="{9C9E3F6C-402F-4C6B-B7AF-21B74D5CD99E}" presName="composite" presStyleCnt="0"/>
      <dgm:spPr/>
    </dgm:pt>
    <dgm:pt modelId="{5A07E341-6C03-DD49-9BB4-CFEFC6DC0DFE}" type="pres">
      <dgm:prSet presAssocID="{9C9E3F6C-402F-4C6B-B7AF-21B74D5CD99E}" presName="background" presStyleLbl="node0" presStyleIdx="1" presStyleCnt="4"/>
      <dgm:spPr>
        <a:solidFill>
          <a:schemeClr val="bg2"/>
        </a:solidFill>
        <a:ln>
          <a:noFill/>
        </a:ln>
      </dgm:spPr>
    </dgm:pt>
    <dgm:pt modelId="{A102E6A7-E823-1D46-BFC2-A31446C4DE3A}" type="pres">
      <dgm:prSet presAssocID="{9C9E3F6C-402F-4C6B-B7AF-21B74D5CD99E}" presName="text" presStyleLbl="fgAcc0" presStyleIdx="1" presStyleCnt="4">
        <dgm:presLayoutVars>
          <dgm:chPref val="3"/>
        </dgm:presLayoutVars>
      </dgm:prSet>
      <dgm:spPr/>
    </dgm:pt>
    <dgm:pt modelId="{2A19D459-BCD3-7949-B821-58EF8E9E5E97}" type="pres">
      <dgm:prSet presAssocID="{9C9E3F6C-402F-4C6B-B7AF-21B74D5CD99E}" presName="hierChild2" presStyleCnt="0"/>
      <dgm:spPr/>
    </dgm:pt>
    <dgm:pt modelId="{5E0258F2-5301-3B47-B207-CF0BFFF374BC}" type="pres">
      <dgm:prSet presAssocID="{43292FEF-2F82-4D7D-8A61-8016C58A583D}" presName="hierRoot1" presStyleCnt="0"/>
      <dgm:spPr/>
    </dgm:pt>
    <dgm:pt modelId="{F6E94E81-CC60-F949-9A0D-D738EF1EE83E}" type="pres">
      <dgm:prSet presAssocID="{43292FEF-2F82-4D7D-8A61-8016C58A583D}" presName="composite" presStyleCnt="0"/>
      <dgm:spPr/>
    </dgm:pt>
    <dgm:pt modelId="{949DA15D-F9A5-5B48-AE0E-315A7D91103A}" type="pres">
      <dgm:prSet presAssocID="{43292FEF-2F82-4D7D-8A61-8016C58A583D}" presName="background" presStyleLbl="node0" presStyleIdx="2" presStyleCnt="4"/>
      <dgm:spPr>
        <a:solidFill>
          <a:schemeClr val="bg2"/>
        </a:solidFill>
        <a:ln>
          <a:noFill/>
        </a:ln>
      </dgm:spPr>
    </dgm:pt>
    <dgm:pt modelId="{849F81AE-9D9E-CA47-B89E-B3D3A7EDEBC1}" type="pres">
      <dgm:prSet presAssocID="{43292FEF-2F82-4D7D-8A61-8016C58A583D}" presName="text" presStyleLbl="fgAcc0" presStyleIdx="2" presStyleCnt="4">
        <dgm:presLayoutVars>
          <dgm:chPref val="3"/>
        </dgm:presLayoutVars>
      </dgm:prSet>
      <dgm:spPr/>
    </dgm:pt>
    <dgm:pt modelId="{1689AD4A-FFDF-404E-B5E1-2D8854B2A3EA}" type="pres">
      <dgm:prSet presAssocID="{43292FEF-2F82-4D7D-8A61-8016C58A583D}" presName="hierChild2" presStyleCnt="0"/>
      <dgm:spPr/>
    </dgm:pt>
    <dgm:pt modelId="{BECB9268-0F01-BF41-82B7-293A079DB535}" type="pres">
      <dgm:prSet presAssocID="{B67AE08E-95BA-4B81-92D5-47F426DFD597}" presName="hierRoot1" presStyleCnt="0"/>
      <dgm:spPr/>
    </dgm:pt>
    <dgm:pt modelId="{15879442-A150-364B-B834-4BBCE94BF2A8}" type="pres">
      <dgm:prSet presAssocID="{B67AE08E-95BA-4B81-92D5-47F426DFD597}" presName="composite" presStyleCnt="0"/>
      <dgm:spPr/>
    </dgm:pt>
    <dgm:pt modelId="{803A6A72-8EB8-E44E-B613-B77822F2C44D}" type="pres">
      <dgm:prSet presAssocID="{B67AE08E-95BA-4B81-92D5-47F426DFD597}" presName="background" presStyleLbl="node0" presStyleIdx="3" presStyleCnt="4"/>
      <dgm:spPr>
        <a:solidFill>
          <a:schemeClr val="bg2"/>
        </a:solidFill>
        <a:ln>
          <a:noFill/>
        </a:ln>
      </dgm:spPr>
    </dgm:pt>
    <dgm:pt modelId="{48ADA6EF-4088-E340-B9DD-D668DA63C07E}" type="pres">
      <dgm:prSet presAssocID="{B67AE08E-95BA-4B81-92D5-47F426DFD597}" presName="text" presStyleLbl="fgAcc0" presStyleIdx="3" presStyleCnt="4">
        <dgm:presLayoutVars>
          <dgm:chPref val="3"/>
        </dgm:presLayoutVars>
      </dgm:prSet>
      <dgm:spPr/>
    </dgm:pt>
    <dgm:pt modelId="{6250BE8B-0D59-6246-A825-18FA4D75C16C}" type="pres">
      <dgm:prSet presAssocID="{B67AE08E-95BA-4B81-92D5-47F426DFD597}" presName="hierChild2" presStyleCnt="0"/>
      <dgm:spPr/>
    </dgm:pt>
  </dgm:ptLst>
  <dgm:cxnLst>
    <dgm:cxn modelId="{DD83C22D-FB85-4D90-9DED-BDC62F394B59}" srcId="{0A43DC45-1B07-4375-8861-5073716E6AE3}" destId="{43292FEF-2F82-4D7D-8A61-8016C58A583D}" srcOrd="2" destOrd="0" parTransId="{1370BE66-EF49-49E4-8414-32E629F612EB}" sibTransId="{67F7A2EB-397B-4CB2-A3C8-2A81119986E7}"/>
    <dgm:cxn modelId="{54F11736-B183-F64C-8979-FCEBE838B9C2}" type="presOf" srcId="{0A43DC45-1B07-4375-8861-5073716E6AE3}" destId="{6BB82181-3286-7246-98CF-20278B70119E}" srcOrd="0" destOrd="0" presId="urn:microsoft.com/office/officeart/2005/8/layout/hierarchy1"/>
    <dgm:cxn modelId="{39D41F38-C47A-4BCB-B01D-0C49A1EA93D7}" srcId="{0A43DC45-1B07-4375-8861-5073716E6AE3}" destId="{B67AE08E-95BA-4B81-92D5-47F426DFD597}" srcOrd="3" destOrd="0" parTransId="{94DF8A89-343C-4156-A6C7-BFF9AB99A902}" sibTransId="{77F59238-E422-4EE0-8A91-1ED101ECBAF5}"/>
    <dgm:cxn modelId="{66D52639-8D51-2D4B-B48F-92795DEAE88E}" type="presOf" srcId="{B67AE08E-95BA-4B81-92D5-47F426DFD597}" destId="{48ADA6EF-4088-E340-B9DD-D668DA63C07E}" srcOrd="0" destOrd="0" presId="urn:microsoft.com/office/officeart/2005/8/layout/hierarchy1"/>
    <dgm:cxn modelId="{538FD5BB-814E-424A-8295-A43515402445}" type="presOf" srcId="{9C9E3F6C-402F-4C6B-B7AF-21B74D5CD99E}" destId="{A102E6A7-E823-1D46-BFC2-A31446C4DE3A}" srcOrd="0" destOrd="0" presId="urn:microsoft.com/office/officeart/2005/8/layout/hierarchy1"/>
    <dgm:cxn modelId="{C0036CC7-0573-4248-BF6F-9ED3CB43AA18}" srcId="{0A43DC45-1B07-4375-8861-5073716E6AE3}" destId="{88FDD8AE-4467-430C-BA27-3DC6AB171800}" srcOrd="0" destOrd="0" parTransId="{D029EE39-C1C8-411C-8DD4-5AA947887AF5}" sibTransId="{3D3F12F1-E6DA-447D-A102-E443AA1C58E1}"/>
    <dgm:cxn modelId="{5D83D8CB-51EB-482C-9ECD-AD4E335C3735}" srcId="{0A43DC45-1B07-4375-8861-5073716E6AE3}" destId="{9C9E3F6C-402F-4C6B-B7AF-21B74D5CD99E}" srcOrd="1" destOrd="0" parTransId="{EE323FA6-F8DC-4210-BC0B-6CFFD8E340E4}" sibTransId="{D6C0D834-1793-447A-B81C-62F57819F58F}"/>
    <dgm:cxn modelId="{94C49BEA-D7B2-1B46-8719-4FBE6915D189}" type="presOf" srcId="{43292FEF-2F82-4D7D-8A61-8016C58A583D}" destId="{849F81AE-9D9E-CA47-B89E-B3D3A7EDEBC1}" srcOrd="0" destOrd="0" presId="urn:microsoft.com/office/officeart/2005/8/layout/hierarchy1"/>
    <dgm:cxn modelId="{F8C4C0EE-C099-E048-9A5E-70F7E55F430F}" type="presOf" srcId="{88FDD8AE-4467-430C-BA27-3DC6AB171800}" destId="{21837700-2E21-5045-8134-4407BFFE679D}" srcOrd="0" destOrd="0" presId="urn:microsoft.com/office/officeart/2005/8/layout/hierarchy1"/>
    <dgm:cxn modelId="{C5DC003A-4301-FB47-8FD8-DF70071DCB48}" type="presParOf" srcId="{6BB82181-3286-7246-98CF-20278B70119E}" destId="{C20E3A5E-1261-0341-A12C-E0EDA7076664}" srcOrd="0" destOrd="0" presId="urn:microsoft.com/office/officeart/2005/8/layout/hierarchy1"/>
    <dgm:cxn modelId="{208BC3FC-6919-1849-9CAA-C87A44E8C9FF}" type="presParOf" srcId="{C20E3A5E-1261-0341-A12C-E0EDA7076664}" destId="{47ED4DF8-4E18-8244-A167-C3951A648799}" srcOrd="0" destOrd="0" presId="urn:microsoft.com/office/officeart/2005/8/layout/hierarchy1"/>
    <dgm:cxn modelId="{C6B84B45-BE43-0F48-86CC-5F458E8A7714}" type="presParOf" srcId="{47ED4DF8-4E18-8244-A167-C3951A648799}" destId="{8E14C0F4-4131-F748-B5B1-2C43C1211949}" srcOrd="0" destOrd="0" presId="urn:microsoft.com/office/officeart/2005/8/layout/hierarchy1"/>
    <dgm:cxn modelId="{2612B661-6B1A-7347-BCEE-83B91F4FA33F}" type="presParOf" srcId="{47ED4DF8-4E18-8244-A167-C3951A648799}" destId="{21837700-2E21-5045-8134-4407BFFE679D}" srcOrd="1" destOrd="0" presId="urn:microsoft.com/office/officeart/2005/8/layout/hierarchy1"/>
    <dgm:cxn modelId="{55B091B1-9FAD-E64A-8BC6-DE830FACE7F4}" type="presParOf" srcId="{C20E3A5E-1261-0341-A12C-E0EDA7076664}" destId="{275252EE-2418-1D48-9E4E-5A7B89F4F50F}" srcOrd="1" destOrd="0" presId="urn:microsoft.com/office/officeart/2005/8/layout/hierarchy1"/>
    <dgm:cxn modelId="{F765993A-518C-5743-B4F0-B1AC93759D18}" type="presParOf" srcId="{6BB82181-3286-7246-98CF-20278B70119E}" destId="{3E3A835F-889E-8B46-B053-82A31801FF60}" srcOrd="1" destOrd="0" presId="urn:microsoft.com/office/officeart/2005/8/layout/hierarchy1"/>
    <dgm:cxn modelId="{A3C2B8BD-9EFD-9F40-889D-123334884657}" type="presParOf" srcId="{3E3A835F-889E-8B46-B053-82A31801FF60}" destId="{B807DA8B-9785-4644-AE72-1F370BCAA29C}" srcOrd="0" destOrd="0" presId="urn:microsoft.com/office/officeart/2005/8/layout/hierarchy1"/>
    <dgm:cxn modelId="{EA6B38AD-94BC-3E47-9381-974DBDE57175}" type="presParOf" srcId="{B807DA8B-9785-4644-AE72-1F370BCAA29C}" destId="{5A07E341-6C03-DD49-9BB4-CFEFC6DC0DFE}" srcOrd="0" destOrd="0" presId="urn:microsoft.com/office/officeart/2005/8/layout/hierarchy1"/>
    <dgm:cxn modelId="{0705167E-E9A8-1246-A670-47533E389280}" type="presParOf" srcId="{B807DA8B-9785-4644-AE72-1F370BCAA29C}" destId="{A102E6A7-E823-1D46-BFC2-A31446C4DE3A}" srcOrd="1" destOrd="0" presId="urn:microsoft.com/office/officeart/2005/8/layout/hierarchy1"/>
    <dgm:cxn modelId="{CDAAB58F-4437-4442-962A-752BFCFACBFD}" type="presParOf" srcId="{3E3A835F-889E-8B46-B053-82A31801FF60}" destId="{2A19D459-BCD3-7949-B821-58EF8E9E5E97}" srcOrd="1" destOrd="0" presId="urn:microsoft.com/office/officeart/2005/8/layout/hierarchy1"/>
    <dgm:cxn modelId="{DC1A4E4A-BE78-1C4A-AC16-159C61840EEF}" type="presParOf" srcId="{6BB82181-3286-7246-98CF-20278B70119E}" destId="{5E0258F2-5301-3B47-B207-CF0BFFF374BC}" srcOrd="2" destOrd="0" presId="urn:microsoft.com/office/officeart/2005/8/layout/hierarchy1"/>
    <dgm:cxn modelId="{CE5AE461-14D3-7C45-BFE9-C979707C175C}" type="presParOf" srcId="{5E0258F2-5301-3B47-B207-CF0BFFF374BC}" destId="{F6E94E81-CC60-F949-9A0D-D738EF1EE83E}" srcOrd="0" destOrd="0" presId="urn:microsoft.com/office/officeart/2005/8/layout/hierarchy1"/>
    <dgm:cxn modelId="{1175136C-825D-CD4A-9056-E4BE4C382712}" type="presParOf" srcId="{F6E94E81-CC60-F949-9A0D-D738EF1EE83E}" destId="{949DA15D-F9A5-5B48-AE0E-315A7D91103A}" srcOrd="0" destOrd="0" presId="urn:microsoft.com/office/officeart/2005/8/layout/hierarchy1"/>
    <dgm:cxn modelId="{204E9340-EF4E-F544-A60F-D6740AA01CF8}" type="presParOf" srcId="{F6E94E81-CC60-F949-9A0D-D738EF1EE83E}" destId="{849F81AE-9D9E-CA47-B89E-B3D3A7EDEBC1}" srcOrd="1" destOrd="0" presId="urn:microsoft.com/office/officeart/2005/8/layout/hierarchy1"/>
    <dgm:cxn modelId="{F8313B85-FD9C-7E41-9153-D669C4711D6F}" type="presParOf" srcId="{5E0258F2-5301-3B47-B207-CF0BFFF374BC}" destId="{1689AD4A-FFDF-404E-B5E1-2D8854B2A3EA}" srcOrd="1" destOrd="0" presId="urn:microsoft.com/office/officeart/2005/8/layout/hierarchy1"/>
    <dgm:cxn modelId="{3B49A637-EF87-E047-BA8A-E52E3F34435C}" type="presParOf" srcId="{6BB82181-3286-7246-98CF-20278B70119E}" destId="{BECB9268-0F01-BF41-82B7-293A079DB535}" srcOrd="3" destOrd="0" presId="urn:microsoft.com/office/officeart/2005/8/layout/hierarchy1"/>
    <dgm:cxn modelId="{74FEF4C4-93E7-2E47-959D-CEE1FF8B4601}" type="presParOf" srcId="{BECB9268-0F01-BF41-82B7-293A079DB535}" destId="{15879442-A150-364B-B834-4BBCE94BF2A8}" srcOrd="0" destOrd="0" presId="urn:microsoft.com/office/officeart/2005/8/layout/hierarchy1"/>
    <dgm:cxn modelId="{CF7974D6-7D60-1241-9815-D08C3F7BBD7F}" type="presParOf" srcId="{15879442-A150-364B-B834-4BBCE94BF2A8}" destId="{803A6A72-8EB8-E44E-B613-B77822F2C44D}" srcOrd="0" destOrd="0" presId="urn:microsoft.com/office/officeart/2005/8/layout/hierarchy1"/>
    <dgm:cxn modelId="{A68679E7-29EA-474D-A051-ACA75731CD5E}" type="presParOf" srcId="{15879442-A150-364B-B834-4BBCE94BF2A8}" destId="{48ADA6EF-4088-E340-B9DD-D668DA63C07E}" srcOrd="1" destOrd="0" presId="urn:microsoft.com/office/officeart/2005/8/layout/hierarchy1"/>
    <dgm:cxn modelId="{360B9BEB-4637-7543-83DB-1EC8F3A7D28D}" type="presParOf" srcId="{BECB9268-0F01-BF41-82B7-293A079DB535}" destId="{6250BE8B-0D59-6246-A825-18FA4D75C1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A10F9A-917A-4BB1-9A28-7301A9D56B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27D521-1767-4D31-B24F-B17FAF2EB875}">
      <dgm:prSet/>
      <dgm:spPr/>
      <dgm:t>
        <a:bodyPr/>
        <a:lstStyle/>
        <a:p>
          <a:r>
            <a:rPr lang="en-US"/>
            <a:t>Clarifying</a:t>
          </a:r>
        </a:p>
      </dgm:t>
    </dgm:pt>
    <dgm:pt modelId="{F05513A1-B073-40CC-9787-54AE780A8325}" type="parTrans" cxnId="{C7478405-E7D1-4596-A8DD-EB9E8038BF77}">
      <dgm:prSet/>
      <dgm:spPr/>
      <dgm:t>
        <a:bodyPr/>
        <a:lstStyle/>
        <a:p>
          <a:endParaRPr lang="en-US"/>
        </a:p>
      </dgm:t>
    </dgm:pt>
    <dgm:pt modelId="{F518918E-283E-4D23-82AA-16D6FA13B8BC}" type="sibTrans" cxnId="{C7478405-E7D1-4596-A8DD-EB9E8038BF77}">
      <dgm:prSet/>
      <dgm:spPr/>
      <dgm:t>
        <a:bodyPr/>
        <a:lstStyle/>
        <a:p>
          <a:endParaRPr lang="en-US"/>
        </a:p>
      </dgm:t>
    </dgm:pt>
    <dgm:pt modelId="{113E894A-FAD7-44A8-BB5A-CB0FF7657C64}">
      <dgm:prSet/>
      <dgm:spPr/>
      <dgm:t>
        <a:bodyPr/>
        <a:lstStyle/>
        <a:p>
          <a:r>
            <a:rPr lang="en-US"/>
            <a:t>Avoiding Interruptions</a:t>
          </a:r>
        </a:p>
      </dgm:t>
    </dgm:pt>
    <dgm:pt modelId="{0524F8E6-8CAC-46E7-86BD-E12E9F619D3B}" type="parTrans" cxnId="{6FC21E7B-D15E-4028-9F4C-C4FE5D30283F}">
      <dgm:prSet/>
      <dgm:spPr/>
      <dgm:t>
        <a:bodyPr/>
        <a:lstStyle/>
        <a:p>
          <a:endParaRPr lang="en-US"/>
        </a:p>
      </dgm:t>
    </dgm:pt>
    <dgm:pt modelId="{F3952E60-3F1A-4CCA-AC8D-6BB7F10196CB}" type="sibTrans" cxnId="{6FC21E7B-D15E-4028-9F4C-C4FE5D30283F}">
      <dgm:prSet/>
      <dgm:spPr/>
      <dgm:t>
        <a:bodyPr/>
        <a:lstStyle/>
        <a:p>
          <a:endParaRPr lang="en-US"/>
        </a:p>
      </dgm:t>
    </dgm:pt>
    <dgm:pt modelId="{4DC5F537-4E48-41BD-80D8-3E422C65D7F6}">
      <dgm:prSet/>
      <dgm:spPr/>
      <dgm:t>
        <a:bodyPr/>
        <a:lstStyle/>
        <a:p>
          <a:r>
            <a:rPr lang="en-US"/>
            <a:t>Using verbal affirmations</a:t>
          </a:r>
        </a:p>
      </dgm:t>
    </dgm:pt>
    <dgm:pt modelId="{C6F4E7F6-AFB5-4CBD-A63C-D1CBCDF91663}" type="parTrans" cxnId="{471C1800-600A-4E88-8FF7-4A766D1B1DF0}">
      <dgm:prSet/>
      <dgm:spPr/>
      <dgm:t>
        <a:bodyPr/>
        <a:lstStyle/>
        <a:p>
          <a:endParaRPr lang="en-US"/>
        </a:p>
      </dgm:t>
    </dgm:pt>
    <dgm:pt modelId="{E59F329C-B582-4C44-BBA8-50ED52F82B32}" type="sibTrans" cxnId="{471C1800-600A-4E88-8FF7-4A766D1B1DF0}">
      <dgm:prSet/>
      <dgm:spPr/>
      <dgm:t>
        <a:bodyPr/>
        <a:lstStyle/>
        <a:p>
          <a:endParaRPr lang="en-US"/>
        </a:p>
      </dgm:t>
    </dgm:pt>
    <dgm:pt modelId="{53065427-0551-464B-B6C5-E1FF76D02C00}">
      <dgm:prSet/>
      <dgm:spPr/>
      <dgm:t>
        <a:bodyPr/>
        <a:lstStyle/>
        <a:p>
          <a:r>
            <a:rPr lang="en-US"/>
            <a:t>Body language</a:t>
          </a:r>
        </a:p>
      </dgm:t>
    </dgm:pt>
    <dgm:pt modelId="{30ABC866-4FD8-4106-A694-AF0EBFE46C70}" type="parTrans" cxnId="{A2631025-215C-4E03-992C-6F8BC542B884}">
      <dgm:prSet/>
      <dgm:spPr/>
      <dgm:t>
        <a:bodyPr/>
        <a:lstStyle/>
        <a:p>
          <a:endParaRPr lang="en-US"/>
        </a:p>
      </dgm:t>
    </dgm:pt>
    <dgm:pt modelId="{3716F994-36A1-4A07-A9A6-1333070856E5}" type="sibTrans" cxnId="{A2631025-215C-4E03-992C-6F8BC542B884}">
      <dgm:prSet/>
      <dgm:spPr/>
      <dgm:t>
        <a:bodyPr/>
        <a:lstStyle/>
        <a:p>
          <a:endParaRPr lang="en-US"/>
        </a:p>
      </dgm:t>
    </dgm:pt>
    <dgm:pt modelId="{1F10FB35-64E2-4D04-A646-F21178ABC4B5}">
      <dgm:prSet/>
      <dgm:spPr/>
      <dgm:t>
        <a:bodyPr/>
        <a:lstStyle/>
        <a:p>
          <a:r>
            <a:rPr lang="en-US"/>
            <a:t>Paraphrasing</a:t>
          </a:r>
        </a:p>
      </dgm:t>
    </dgm:pt>
    <dgm:pt modelId="{D45DBC5C-57BE-4AAA-AB18-D90C5E26ACAC}" type="parTrans" cxnId="{47A68D92-0892-4FA8-B693-5831FE62CC02}">
      <dgm:prSet/>
      <dgm:spPr/>
      <dgm:t>
        <a:bodyPr/>
        <a:lstStyle/>
        <a:p>
          <a:endParaRPr lang="en-US"/>
        </a:p>
      </dgm:t>
    </dgm:pt>
    <dgm:pt modelId="{9404A6E8-54A2-4DF9-A1A9-8B97094EEE2F}" type="sibTrans" cxnId="{47A68D92-0892-4FA8-B693-5831FE62CC02}">
      <dgm:prSet/>
      <dgm:spPr/>
      <dgm:t>
        <a:bodyPr/>
        <a:lstStyle/>
        <a:p>
          <a:endParaRPr lang="en-US"/>
        </a:p>
      </dgm:t>
    </dgm:pt>
    <dgm:pt modelId="{E19260DF-AECC-4AC0-9F91-1496B1F4C64D}">
      <dgm:prSet/>
      <dgm:spPr/>
      <dgm:t>
        <a:bodyPr/>
        <a:lstStyle/>
        <a:p>
          <a:r>
            <a:rPr lang="en-US"/>
            <a:t>Summarizing</a:t>
          </a:r>
        </a:p>
      </dgm:t>
    </dgm:pt>
    <dgm:pt modelId="{23F091E8-D215-43F2-971D-10067CA1778F}" type="parTrans" cxnId="{714F2274-7BD9-454C-9176-758AB91533B2}">
      <dgm:prSet/>
      <dgm:spPr/>
      <dgm:t>
        <a:bodyPr/>
        <a:lstStyle/>
        <a:p>
          <a:endParaRPr lang="en-US"/>
        </a:p>
      </dgm:t>
    </dgm:pt>
    <dgm:pt modelId="{70EAA709-2CAB-42E8-A778-18744EAF5824}" type="sibTrans" cxnId="{714F2274-7BD9-454C-9176-758AB91533B2}">
      <dgm:prSet/>
      <dgm:spPr/>
      <dgm:t>
        <a:bodyPr/>
        <a:lstStyle/>
        <a:p>
          <a:endParaRPr lang="en-US"/>
        </a:p>
      </dgm:t>
    </dgm:pt>
    <dgm:pt modelId="{E35AAB76-40FB-E840-8C74-F0AB60B140B4}" type="pres">
      <dgm:prSet presAssocID="{94A10F9A-917A-4BB1-9A28-7301A9D56BA1}" presName="linear" presStyleCnt="0">
        <dgm:presLayoutVars>
          <dgm:animLvl val="lvl"/>
          <dgm:resizeHandles val="exact"/>
        </dgm:presLayoutVars>
      </dgm:prSet>
      <dgm:spPr/>
    </dgm:pt>
    <dgm:pt modelId="{3BEF48E5-C511-1D40-9493-2E24A26F0E29}" type="pres">
      <dgm:prSet presAssocID="{8C27D521-1767-4D31-B24F-B17FAF2EB87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25380DC-57DE-A946-9CCA-B333C891E888}" type="pres">
      <dgm:prSet presAssocID="{F518918E-283E-4D23-82AA-16D6FA13B8BC}" presName="spacer" presStyleCnt="0"/>
      <dgm:spPr/>
    </dgm:pt>
    <dgm:pt modelId="{FF68B6AC-DC2A-5C42-B324-B7E7EA868C57}" type="pres">
      <dgm:prSet presAssocID="{113E894A-FAD7-44A8-BB5A-CB0FF7657C64}" presName="parentText" presStyleLbl="node1" presStyleIdx="1" presStyleCnt="6" custLinFactNeighborX="-20745" custLinFactNeighborY="26786">
        <dgm:presLayoutVars>
          <dgm:chMax val="0"/>
          <dgm:bulletEnabled val="1"/>
        </dgm:presLayoutVars>
      </dgm:prSet>
      <dgm:spPr/>
    </dgm:pt>
    <dgm:pt modelId="{C5EA9CF1-3FF2-9645-ABBF-352E9981FD7D}" type="pres">
      <dgm:prSet presAssocID="{F3952E60-3F1A-4CCA-AC8D-6BB7F10196CB}" presName="spacer" presStyleCnt="0"/>
      <dgm:spPr/>
    </dgm:pt>
    <dgm:pt modelId="{DF0B06BB-9B65-974B-9A78-9AC247641B36}" type="pres">
      <dgm:prSet presAssocID="{4DC5F537-4E48-41BD-80D8-3E422C65D7F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65555D1-ED09-F449-AD61-A26434AE299A}" type="pres">
      <dgm:prSet presAssocID="{E59F329C-B582-4C44-BBA8-50ED52F82B32}" presName="spacer" presStyleCnt="0"/>
      <dgm:spPr/>
    </dgm:pt>
    <dgm:pt modelId="{E1B64997-9372-E548-9BC2-92275DE81EF7}" type="pres">
      <dgm:prSet presAssocID="{53065427-0551-464B-B6C5-E1FF76D02C0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61D4DEA-0A7F-4E42-9694-45F4FCF1E0D8}" type="pres">
      <dgm:prSet presAssocID="{3716F994-36A1-4A07-A9A6-1333070856E5}" presName="spacer" presStyleCnt="0"/>
      <dgm:spPr/>
    </dgm:pt>
    <dgm:pt modelId="{FD693A14-2855-B644-A318-0B586020E72B}" type="pres">
      <dgm:prSet presAssocID="{1F10FB35-64E2-4D04-A646-F21178ABC4B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94D031D-1A4E-0D47-AB43-5D612D1D82CF}" type="pres">
      <dgm:prSet presAssocID="{9404A6E8-54A2-4DF9-A1A9-8B97094EEE2F}" presName="spacer" presStyleCnt="0"/>
      <dgm:spPr/>
    </dgm:pt>
    <dgm:pt modelId="{23BA9ACC-FED6-E445-AA4B-8479F30BD913}" type="pres">
      <dgm:prSet presAssocID="{E19260DF-AECC-4AC0-9F91-1496B1F4C64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71C1800-600A-4E88-8FF7-4A766D1B1DF0}" srcId="{94A10F9A-917A-4BB1-9A28-7301A9D56BA1}" destId="{4DC5F537-4E48-41BD-80D8-3E422C65D7F6}" srcOrd="2" destOrd="0" parTransId="{C6F4E7F6-AFB5-4CBD-A63C-D1CBCDF91663}" sibTransId="{E59F329C-B582-4C44-BBA8-50ED52F82B32}"/>
    <dgm:cxn modelId="{C7478405-E7D1-4596-A8DD-EB9E8038BF77}" srcId="{94A10F9A-917A-4BB1-9A28-7301A9D56BA1}" destId="{8C27D521-1767-4D31-B24F-B17FAF2EB875}" srcOrd="0" destOrd="0" parTransId="{F05513A1-B073-40CC-9787-54AE780A8325}" sibTransId="{F518918E-283E-4D23-82AA-16D6FA13B8BC}"/>
    <dgm:cxn modelId="{A2631025-215C-4E03-992C-6F8BC542B884}" srcId="{94A10F9A-917A-4BB1-9A28-7301A9D56BA1}" destId="{53065427-0551-464B-B6C5-E1FF76D02C00}" srcOrd="3" destOrd="0" parTransId="{30ABC866-4FD8-4106-A694-AF0EBFE46C70}" sibTransId="{3716F994-36A1-4A07-A9A6-1333070856E5}"/>
    <dgm:cxn modelId="{C4826F3E-78FF-2F4A-91ED-6FF6BAC54640}" type="presOf" srcId="{E19260DF-AECC-4AC0-9F91-1496B1F4C64D}" destId="{23BA9ACC-FED6-E445-AA4B-8479F30BD913}" srcOrd="0" destOrd="0" presId="urn:microsoft.com/office/officeart/2005/8/layout/vList2"/>
    <dgm:cxn modelId="{714F2274-7BD9-454C-9176-758AB91533B2}" srcId="{94A10F9A-917A-4BB1-9A28-7301A9D56BA1}" destId="{E19260DF-AECC-4AC0-9F91-1496B1F4C64D}" srcOrd="5" destOrd="0" parTransId="{23F091E8-D215-43F2-971D-10067CA1778F}" sibTransId="{70EAA709-2CAB-42E8-A778-18744EAF5824}"/>
    <dgm:cxn modelId="{6FC21E7B-D15E-4028-9F4C-C4FE5D30283F}" srcId="{94A10F9A-917A-4BB1-9A28-7301A9D56BA1}" destId="{113E894A-FAD7-44A8-BB5A-CB0FF7657C64}" srcOrd="1" destOrd="0" parTransId="{0524F8E6-8CAC-46E7-86BD-E12E9F619D3B}" sibTransId="{F3952E60-3F1A-4CCA-AC8D-6BB7F10196CB}"/>
    <dgm:cxn modelId="{BCAC3D88-C842-3D4C-95C4-9F006D58F3F0}" type="presOf" srcId="{1F10FB35-64E2-4D04-A646-F21178ABC4B5}" destId="{FD693A14-2855-B644-A318-0B586020E72B}" srcOrd="0" destOrd="0" presId="urn:microsoft.com/office/officeart/2005/8/layout/vList2"/>
    <dgm:cxn modelId="{30582992-5E7A-BE41-800A-9A3AF53A9A04}" type="presOf" srcId="{94A10F9A-917A-4BB1-9A28-7301A9D56BA1}" destId="{E35AAB76-40FB-E840-8C74-F0AB60B140B4}" srcOrd="0" destOrd="0" presId="urn:microsoft.com/office/officeart/2005/8/layout/vList2"/>
    <dgm:cxn modelId="{47A68D92-0892-4FA8-B693-5831FE62CC02}" srcId="{94A10F9A-917A-4BB1-9A28-7301A9D56BA1}" destId="{1F10FB35-64E2-4D04-A646-F21178ABC4B5}" srcOrd="4" destOrd="0" parTransId="{D45DBC5C-57BE-4AAA-AB18-D90C5E26ACAC}" sibTransId="{9404A6E8-54A2-4DF9-A1A9-8B97094EEE2F}"/>
    <dgm:cxn modelId="{F80F33AA-C4A2-F042-9577-4D75F55AB3BA}" type="presOf" srcId="{4DC5F537-4E48-41BD-80D8-3E422C65D7F6}" destId="{DF0B06BB-9B65-974B-9A78-9AC247641B36}" srcOrd="0" destOrd="0" presId="urn:microsoft.com/office/officeart/2005/8/layout/vList2"/>
    <dgm:cxn modelId="{DFCA36EE-FF60-784E-9587-5E762236405F}" type="presOf" srcId="{113E894A-FAD7-44A8-BB5A-CB0FF7657C64}" destId="{FF68B6AC-DC2A-5C42-B324-B7E7EA868C57}" srcOrd="0" destOrd="0" presId="urn:microsoft.com/office/officeart/2005/8/layout/vList2"/>
    <dgm:cxn modelId="{647515FB-6E04-DD4E-B8AF-F7D739570061}" type="presOf" srcId="{8C27D521-1767-4D31-B24F-B17FAF2EB875}" destId="{3BEF48E5-C511-1D40-9493-2E24A26F0E29}" srcOrd="0" destOrd="0" presId="urn:microsoft.com/office/officeart/2005/8/layout/vList2"/>
    <dgm:cxn modelId="{68B5C3FE-B045-B345-969D-D627948B3EA8}" type="presOf" srcId="{53065427-0551-464B-B6C5-E1FF76D02C00}" destId="{E1B64997-9372-E548-9BC2-92275DE81EF7}" srcOrd="0" destOrd="0" presId="urn:microsoft.com/office/officeart/2005/8/layout/vList2"/>
    <dgm:cxn modelId="{EA4C34C6-40E5-2C44-B254-DFBBA95718AC}" type="presParOf" srcId="{E35AAB76-40FB-E840-8C74-F0AB60B140B4}" destId="{3BEF48E5-C511-1D40-9493-2E24A26F0E29}" srcOrd="0" destOrd="0" presId="urn:microsoft.com/office/officeart/2005/8/layout/vList2"/>
    <dgm:cxn modelId="{E5C2FA71-DA2B-9A42-9F59-AD51EECCAFAF}" type="presParOf" srcId="{E35AAB76-40FB-E840-8C74-F0AB60B140B4}" destId="{025380DC-57DE-A946-9CCA-B333C891E888}" srcOrd="1" destOrd="0" presId="urn:microsoft.com/office/officeart/2005/8/layout/vList2"/>
    <dgm:cxn modelId="{11A875F1-6328-EE4C-8E8B-6EEABAF2761D}" type="presParOf" srcId="{E35AAB76-40FB-E840-8C74-F0AB60B140B4}" destId="{FF68B6AC-DC2A-5C42-B324-B7E7EA868C57}" srcOrd="2" destOrd="0" presId="urn:microsoft.com/office/officeart/2005/8/layout/vList2"/>
    <dgm:cxn modelId="{C971B0C9-0DBB-5E45-8E5A-9BFED859B518}" type="presParOf" srcId="{E35AAB76-40FB-E840-8C74-F0AB60B140B4}" destId="{C5EA9CF1-3FF2-9645-ABBF-352E9981FD7D}" srcOrd="3" destOrd="0" presId="urn:microsoft.com/office/officeart/2005/8/layout/vList2"/>
    <dgm:cxn modelId="{C56C40FD-9B1C-FC46-A161-EFB09DE9BFD2}" type="presParOf" srcId="{E35AAB76-40FB-E840-8C74-F0AB60B140B4}" destId="{DF0B06BB-9B65-974B-9A78-9AC247641B36}" srcOrd="4" destOrd="0" presId="urn:microsoft.com/office/officeart/2005/8/layout/vList2"/>
    <dgm:cxn modelId="{8A7645F3-BF30-2447-B338-BE5DCC7751DD}" type="presParOf" srcId="{E35AAB76-40FB-E840-8C74-F0AB60B140B4}" destId="{C65555D1-ED09-F449-AD61-A26434AE299A}" srcOrd="5" destOrd="0" presId="urn:microsoft.com/office/officeart/2005/8/layout/vList2"/>
    <dgm:cxn modelId="{80CC5794-253D-F640-ACA8-70C07C01DEF3}" type="presParOf" srcId="{E35AAB76-40FB-E840-8C74-F0AB60B140B4}" destId="{E1B64997-9372-E548-9BC2-92275DE81EF7}" srcOrd="6" destOrd="0" presId="urn:microsoft.com/office/officeart/2005/8/layout/vList2"/>
    <dgm:cxn modelId="{761345B3-5F81-7C42-8EAA-702ADD0E82A1}" type="presParOf" srcId="{E35AAB76-40FB-E840-8C74-F0AB60B140B4}" destId="{D61D4DEA-0A7F-4E42-9694-45F4FCF1E0D8}" srcOrd="7" destOrd="0" presId="urn:microsoft.com/office/officeart/2005/8/layout/vList2"/>
    <dgm:cxn modelId="{60D96C79-9F61-B047-9EEA-95F71B283C8A}" type="presParOf" srcId="{E35AAB76-40FB-E840-8C74-F0AB60B140B4}" destId="{FD693A14-2855-B644-A318-0B586020E72B}" srcOrd="8" destOrd="0" presId="urn:microsoft.com/office/officeart/2005/8/layout/vList2"/>
    <dgm:cxn modelId="{E7C37D47-8C6E-F749-BD88-4D5834DD5D5E}" type="presParOf" srcId="{E35AAB76-40FB-E840-8C74-F0AB60B140B4}" destId="{494D031D-1A4E-0D47-AB43-5D612D1D82CF}" srcOrd="9" destOrd="0" presId="urn:microsoft.com/office/officeart/2005/8/layout/vList2"/>
    <dgm:cxn modelId="{3F084D3F-7A9F-9049-91E5-6E406D9007C4}" type="presParOf" srcId="{E35AAB76-40FB-E840-8C74-F0AB60B140B4}" destId="{23BA9ACC-FED6-E445-AA4B-8479F30BD91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9A0182-AE96-4C28-8A48-1F7BACA945AC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D75285B-24C7-4675-BFA3-92A6C4BF77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Distractions</a:t>
          </a:r>
        </a:p>
      </dgm:t>
    </dgm:pt>
    <dgm:pt modelId="{06AC40B7-FC01-430D-8CA0-EDCFA05B8586}" type="parTrans" cxnId="{C0092C50-B298-43BB-BD47-AE087C203CB3}">
      <dgm:prSet/>
      <dgm:spPr/>
      <dgm:t>
        <a:bodyPr/>
        <a:lstStyle/>
        <a:p>
          <a:endParaRPr lang="en-US"/>
        </a:p>
      </dgm:t>
    </dgm:pt>
    <dgm:pt modelId="{79D37FC9-CD85-4B4A-9FE0-E544C06CDE50}" type="sibTrans" cxnId="{C0092C50-B298-43BB-BD47-AE087C203CB3}">
      <dgm:prSet/>
      <dgm:spPr/>
      <dgm:t>
        <a:bodyPr/>
        <a:lstStyle/>
        <a:p>
          <a:endParaRPr lang="en-US"/>
        </a:p>
      </dgm:t>
    </dgm:pt>
    <dgm:pt modelId="{4473C17A-0E31-4E4D-AE68-9D846177E1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Pre-judgement</a:t>
          </a:r>
        </a:p>
      </dgm:t>
    </dgm:pt>
    <dgm:pt modelId="{F75AD70D-D22B-41D2-B809-DC6EE27BB7BF}" type="parTrans" cxnId="{E12BE1BA-4448-4600-814C-0AF49A0F9801}">
      <dgm:prSet/>
      <dgm:spPr/>
      <dgm:t>
        <a:bodyPr/>
        <a:lstStyle/>
        <a:p>
          <a:endParaRPr lang="en-US"/>
        </a:p>
      </dgm:t>
    </dgm:pt>
    <dgm:pt modelId="{7C80DD42-84C9-4573-B378-0FD27AF6FEA3}" type="sibTrans" cxnId="{E12BE1BA-4448-4600-814C-0AF49A0F9801}">
      <dgm:prSet/>
      <dgm:spPr/>
      <dgm:t>
        <a:bodyPr/>
        <a:lstStyle/>
        <a:p>
          <a:endParaRPr lang="en-US"/>
        </a:p>
      </dgm:t>
    </dgm:pt>
    <dgm:pt modelId="{95EA5DCE-5879-45E5-855B-B15453C30B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Rehearsing a response</a:t>
          </a:r>
        </a:p>
      </dgm:t>
    </dgm:pt>
    <dgm:pt modelId="{60B307EC-38CD-40A2-8CE0-D157366D7B5C}" type="parTrans" cxnId="{D5A7072A-8458-4986-B14E-4C4078F65ED8}">
      <dgm:prSet/>
      <dgm:spPr/>
      <dgm:t>
        <a:bodyPr/>
        <a:lstStyle/>
        <a:p>
          <a:endParaRPr lang="en-US"/>
        </a:p>
      </dgm:t>
    </dgm:pt>
    <dgm:pt modelId="{6A11DA45-26F8-441C-99AC-C8098003E380}" type="sibTrans" cxnId="{D5A7072A-8458-4986-B14E-4C4078F65ED8}">
      <dgm:prSet/>
      <dgm:spPr/>
      <dgm:t>
        <a:bodyPr/>
        <a:lstStyle/>
        <a:p>
          <a:endParaRPr lang="en-US"/>
        </a:p>
      </dgm:t>
    </dgm:pt>
    <dgm:pt modelId="{AABC6CCD-8902-47AF-A06A-7639EF3833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Information Overload</a:t>
          </a:r>
        </a:p>
      </dgm:t>
    </dgm:pt>
    <dgm:pt modelId="{1F102DCD-AFB2-45EB-842E-B001D9B4330A}" type="parTrans" cxnId="{41EAE35A-ED21-4540-A2B0-A774DCBD3FA2}">
      <dgm:prSet/>
      <dgm:spPr/>
      <dgm:t>
        <a:bodyPr/>
        <a:lstStyle/>
        <a:p>
          <a:endParaRPr lang="en-US"/>
        </a:p>
      </dgm:t>
    </dgm:pt>
    <dgm:pt modelId="{80B1304F-9744-4F2B-9C73-8D4199147855}" type="sibTrans" cxnId="{41EAE35A-ED21-4540-A2B0-A774DCBD3FA2}">
      <dgm:prSet/>
      <dgm:spPr/>
      <dgm:t>
        <a:bodyPr/>
        <a:lstStyle/>
        <a:p>
          <a:endParaRPr lang="en-US"/>
        </a:p>
      </dgm:t>
    </dgm:pt>
    <dgm:pt modelId="{947607EA-2AAE-433D-94B2-0DC9D83092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Emotional Interference</a:t>
          </a:r>
        </a:p>
      </dgm:t>
    </dgm:pt>
    <dgm:pt modelId="{99DD6D91-2FC7-4A75-A011-EDD4772A1033}" type="parTrans" cxnId="{538AECB1-319D-452C-9462-0B84FF330830}">
      <dgm:prSet/>
      <dgm:spPr/>
      <dgm:t>
        <a:bodyPr/>
        <a:lstStyle/>
        <a:p>
          <a:endParaRPr lang="en-US"/>
        </a:p>
      </dgm:t>
    </dgm:pt>
    <dgm:pt modelId="{0D7A02A2-2AE1-4CE3-BE3A-811283E61886}" type="sibTrans" cxnId="{538AECB1-319D-452C-9462-0B84FF330830}">
      <dgm:prSet/>
      <dgm:spPr/>
      <dgm:t>
        <a:bodyPr/>
        <a:lstStyle/>
        <a:p>
          <a:endParaRPr lang="en-US"/>
        </a:p>
      </dgm:t>
    </dgm:pt>
    <dgm:pt modelId="{740119DB-0A12-4711-880E-3C15E2D46243}" type="pres">
      <dgm:prSet presAssocID="{749A0182-AE96-4C28-8A48-1F7BACA945AC}" presName="root" presStyleCnt="0">
        <dgm:presLayoutVars>
          <dgm:dir/>
          <dgm:resizeHandles val="exact"/>
        </dgm:presLayoutVars>
      </dgm:prSet>
      <dgm:spPr/>
    </dgm:pt>
    <dgm:pt modelId="{80802BA3-40EE-4990-B340-06E074A9DFAF}" type="pres">
      <dgm:prSet presAssocID="{4473C17A-0E31-4E4D-AE68-9D846177E15A}" presName="compNode" presStyleCnt="0"/>
      <dgm:spPr/>
    </dgm:pt>
    <dgm:pt modelId="{53DA5293-A112-4849-B1C4-F983D56529C3}" type="pres">
      <dgm:prSet presAssocID="{4473C17A-0E31-4E4D-AE68-9D846177E15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811FE787-2F4A-4878-AE11-4E61A409FDAE}" type="pres">
      <dgm:prSet presAssocID="{4473C17A-0E31-4E4D-AE68-9D846177E15A}" presName="spaceRect" presStyleCnt="0"/>
      <dgm:spPr/>
    </dgm:pt>
    <dgm:pt modelId="{ABBB8ECE-50B8-43FB-A924-6B767DAE43E9}" type="pres">
      <dgm:prSet presAssocID="{4473C17A-0E31-4E4D-AE68-9D846177E15A}" presName="textRect" presStyleLbl="revTx" presStyleIdx="0" presStyleCnt="5">
        <dgm:presLayoutVars>
          <dgm:chMax val="1"/>
          <dgm:chPref val="1"/>
        </dgm:presLayoutVars>
      </dgm:prSet>
      <dgm:spPr/>
    </dgm:pt>
    <dgm:pt modelId="{EA77E7BD-AFDB-40B2-83C4-AEADA9D3F5A1}" type="pres">
      <dgm:prSet presAssocID="{7C80DD42-84C9-4573-B378-0FD27AF6FEA3}" presName="sibTrans" presStyleCnt="0"/>
      <dgm:spPr/>
    </dgm:pt>
    <dgm:pt modelId="{0F2DDC71-A007-4622-8731-81FD22F828DB}" type="pres">
      <dgm:prSet presAssocID="{AD75285B-24C7-4675-BFA3-92A6C4BF7769}" presName="compNode" presStyleCnt="0"/>
      <dgm:spPr/>
    </dgm:pt>
    <dgm:pt modelId="{76E6E522-1764-4A9B-86B0-CD25F2B50A8B}" type="pres">
      <dgm:prSet presAssocID="{AD75285B-24C7-4675-BFA3-92A6C4BF776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3F9C7CD-9D0F-411D-9283-9F655E94F342}" type="pres">
      <dgm:prSet presAssocID="{AD75285B-24C7-4675-BFA3-92A6C4BF7769}" presName="spaceRect" presStyleCnt="0"/>
      <dgm:spPr/>
    </dgm:pt>
    <dgm:pt modelId="{1FC9ED4E-E3E5-46CE-9966-6C07FFF5DF55}" type="pres">
      <dgm:prSet presAssocID="{AD75285B-24C7-4675-BFA3-92A6C4BF7769}" presName="textRect" presStyleLbl="revTx" presStyleIdx="1" presStyleCnt="5">
        <dgm:presLayoutVars>
          <dgm:chMax val="1"/>
          <dgm:chPref val="1"/>
        </dgm:presLayoutVars>
      </dgm:prSet>
      <dgm:spPr/>
    </dgm:pt>
    <dgm:pt modelId="{5F595C1E-5C78-424A-AD8C-623FD8B8E701}" type="pres">
      <dgm:prSet presAssocID="{79D37FC9-CD85-4B4A-9FE0-E544C06CDE50}" presName="sibTrans" presStyleCnt="0"/>
      <dgm:spPr/>
    </dgm:pt>
    <dgm:pt modelId="{11A646F1-157D-4AD3-AE8A-B9F5AAA0D16E}" type="pres">
      <dgm:prSet presAssocID="{95EA5DCE-5879-45E5-855B-B15453C30BB8}" presName="compNode" presStyleCnt="0"/>
      <dgm:spPr/>
    </dgm:pt>
    <dgm:pt modelId="{511FA1A9-F576-4484-923E-8E2905196A36}" type="pres">
      <dgm:prSet presAssocID="{95EA5DCE-5879-45E5-855B-B15453C30BB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B7F8236-AE63-47CE-83AD-3D7371E7B7FA}" type="pres">
      <dgm:prSet presAssocID="{95EA5DCE-5879-45E5-855B-B15453C30BB8}" presName="spaceRect" presStyleCnt="0"/>
      <dgm:spPr/>
    </dgm:pt>
    <dgm:pt modelId="{F0A35DAA-896E-4E8D-95DC-35F435ECBF83}" type="pres">
      <dgm:prSet presAssocID="{95EA5DCE-5879-45E5-855B-B15453C30BB8}" presName="textRect" presStyleLbl="revTx" presStyleIdx="2" presStyleCnt="5">
        <dgm:presLayoutVars>
          <dgm:chMax val="1"/>
          <dgm:chPref val="1"/>
        </dgm:presLayoutVars>
      </dgm:prSet>
      <dgm:spPr/>
    </dgm:pt>
    <dgm:pt modelId="{0973EC4D-1F36-40F0-A757-89B963C95FE8}" type="pres">
      <dgm:prSet presAssocID="{6A11DA45-26F8-441C-99AC-C8098003E380}" presName="sibTrans" presStyleCnt="0"/>
      <dgm:spPr/>
    </dgm:pt>
    <dgm:pt modelId="{EC2E8853-EB79-4343-B40D-69A5E6C677A3}" type="pres">
      <dgm:prSet presAssocID="{AABC6CCD-8902-47AF-A06A-7639EF3833E2}" presName="compNode" presStyleCnt="0"/>
      <dgm:spPr/>
    </dgm:pt>
    <dgm:pt modelId="{7031C9CB-519D-4334-9712-869A60B3EF83}" type="pres">
      <dgm:prSet presAssocID="{AABC6CCD-8902-47AF-A06A-7639EF3833E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4BCD951-14E8-455D-A834-47975D5E9897}" type="pres">
      <dgm:prSet presAssocID="{AABC6CCD-8902-47AF-A06A-7639EF3833E2}" presName="spaceRect" presStyleCnt="0"/>
      <dgm:spPr/>
    </dgm:pt>
    <dgm:pt modelId="{89E78387-26D0-4FD5-9C8D-FF5A7DB9AF8B}" type="pres">
      <dgm:prSet presAssocID="{AABC6CCD-8902-47AF-A06A-7639EF3833E2}" presName="textRect" presStyleLbl="revTx" presStyleIdx="3" presStyleCnt="5">
        <dgm:presLayoutVars>
          <dgm:chMax val="1"/>
          <dgm:chPref val="1"/>
        </dgm:presLayoutVars>
      </dgm:prSet>
      <dgm:spPr/>
    </dgm:pt>
    <dgm:pt modelId="{DED7B4C4-3F6F-4AC9-AF55-C74916A70A5D}" type="pres">
      <dgm:prSet presAssocID="{80B1304F-9744-4F2B-9C73-8D4199147855}" presName="sibTrans" presStyleCnt="0"/>
      <dgm:spPr/>
    </dgm:pt>
    <dgm:pt modelId="{0CD1DCDE-DD87-47E7-951D-1228167C2B3B}" type="pres">
      <dgm:prSet presAssocID="{947607EA-2AAE-433D-94B2-0DC9D8309297}" presName="compNode" presStyleCnt="0"/>
      <dgm:spPr/>
    </dgm:pt>
    <dgm:pt modelId="{7389475B-EB7E-4D2A-BC7C-ADB795BE4493}" type="pres">
      <dgm:prSet presAssocID="{947607EA-2AAE-433D-94B2-0DC9D830929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C94A91E6-454B-473D-9D75-6D272257A13F}" type="pres">
      <dgm:prSet presAssocID="{947607EA-2AAE-433D-94B2-0DC9D8309297}" presName="spaceRect" presStyleCnt="0"/>
      <dgm:spPr/>
    </dgm:pt>
    <dgm:pt modelId="{E6D74AD4-555F-4FDE-8BD3-61B5E97F1BE7}" type="pres">
      <dgm:prSet presAssocID="{947607EA-2AAE-433D-94B2-0DC9D830929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5A7072A-8458-4986-B14E-4C4078F65ED8}" srcId="{749A0182-AE96-4C28-8A48-1F7BACA945AC}" destId="{95EA5DCE-5879-45E5-855B-B15453C30BB8}" srcOrd="2" destOrd="0" parTransId="{60B307EC-38CD-40A2-8CE0-D157366D7B5C}" sibTransId="{6A11DA45-26F8-441C-99AC-C8098003E380}"/>
    <dgm:cxn modelId="{64461636-03F0-5246-A719-2200C466E87C}" type="presOf" srcId="{4473C17A-0E31-4E4D-AE68-9D846177E15A}" destId="{ABBB8ECE-50B8-43FB-A924-6B767DAE43E9}" srcOrd="0" destOrd="0" presId="urn:microsoft.com/office/officeart/2018/2/layout/IconLabelList"/>
    <dgm:cxn modelId="{C94B4D3B-4910-B64B-8FF4-07754123ACA7}" type="presOf" srcId="{AABC6CCD-8902-47AF-A06A-7639EF3833E2}" destId="{89E78387-26D0-4FD5-9C8D-FF5A7DB9AF8B}" srcOrd="0" destOrd="0" presId="urn:microsoft.com/office/officeart/2018/2/layout/IconLabelList"/>
    <dgm:cxn modelId="{C0092C50-B298-43BB-BD47-AE087C203CB3}" srcId="{749A0182-AE96-4C28-8A48-1F7BACA945AC}" destId="{AD75285B-24C7-4675-BFA3-92A6C4BF7769}" srcOrd="1" destOrd="0" parTransId="{06AC40B7-FC01-430D-8CA0-EDCFA05B8586}" sibTransId="{79D37FC9-CD85-4B4A-9FE0-E544C06CDE50}"/>
    <dgm:cxn modelId="{41EAE35A-ED21-4540-A2B0-A774DCBD3FA2}" srcId="{749A0182-AE96-4C28-8A48-1F7BACA945AC}" destId="{AABC6CCD-8902-47AF-A06A-7639EF3833E2}" srcOrd="3" destOrd="0" parTransId="{1F102DCD-AFB2-45EB-842E-B001D9B4330A}" sibTransId="{80B1304F-9744-4F2B-9C73-8D4199147855}"/>
    <dgm:cxn modelId="{40EB7480-0494-F145-B12A-412285EF0B63}" type="presOf" srcId="{95EA5DCE-5879-45E5-855B-B15453C30BB8}" destId="{F0A35DAA-896E-4E8D-95DC-35F435ECBF83}" srcOrd="0" destOrd="0" presId="urn:microsoft.com/office/officeart/2018/2/layout/IconLabelList"/>
    <dgm:cxn modelId="{68767184-E12D-6F4E-B814-FCE6D2136E17}" type="presOf" srcId="{AD75285B-24C7-4675-BFA3-92A6C4BF7769}" destId="{1FC9ED4E-E3E5-46CE-9966-6C07FFF5DF55}" srcOrd="0" destOrd="0" presId="urn:microsoft.com/office/officeart/2018/2/layout/IconLabelList"/>
    <dgm:cxn modelId="{69AD0E86-5026-F048-AD31-A5B6ABBC0BAB}" type="presOf" srcId="{947607EA-2AAE-433D-94B2-0DC9D8309297}" destId="{E6D74AD4-555F-4FDE-8BD3-61B5E97F1BE7}" srcOrd="0" destOrd="0" presId="urn:microsoft.com/office/officeart/2018/2/layout/IconLabelList"/>
    <dgm:cxn modelId="{538AECB1-319D-452C-9462-0B84FF330830}" srcId="{749A0182-AE96-4C28-8A48-1F7BACA945AC}" destId="{947607EA-2AAE-433D-94B2-0DC9D8309297}" srcOrd="4" destOrd="0" parTransId="{99DD6D91-2FC7-4A75-A011-EDD4772A1033}" sibTransId="{0D7A02A2-2AE1-4CE3-BE3A-811283E61886}"/>
    <dgm:cxn modelId="{AB1C70B3-EEF1-4ADD-92B5-36A330F59699}" type="presOf" srcId="{749A0182-AE96-4C28-8A48-1F7BACA945AC}" destId="{740119DB-0A12-4711-880E-3C15E2D46243}" srcOrd="0" destOrd="0" presId="urn:microsoft.com/office/officeart/2018/2/layout/IconLabelList"/>
    <dgm:cxn modelId="{E12BE1BA-4448-4600-814C-0AF49A0F9801}" srcId="{749A0182-AE96-4C28-8A48-1F7BACA945AC}" destId="{4473C17A-0E31-4E4D-AE68-9D846177E15A}" srcOrd="0" destOrd="0" parTransId="{F75AD70D-D22B-41D2-B809-DC6EE27BB7BF}" sibTransId="{7C80DD42-84C9-4573-B378-0FD27AF6FEA3}"/>
    <dgm:cxn modelId="{ED341F60-5043-844A-9F9E-E256638F2315}" type="presParOf" srcId="{740119DB-0A12-4711-880E-3C15E2D46243}" destId="{80802BA3-40EE-4990-B340-06E074A9DFAF}" srcOrd="0" destOrd="0" presId="urn:microsoft.com/office/officeart/2018/2/layout/IconLabelList"/>
    <dgm:cxn modelId="{A3021E21-D042-2D4C-92F1-B7D5AC28B170}" type="presParOf" srcId="{80802BA3-40EE-4990-B340-06E074A9DFAF}" destId="{53DA5293-A112-4849-B1C4-F983D56529C3}" srcOrd="0" destOrd="0" presId="urn:microsoft.com/office/officeart/2018/2/layout/IconLabelList"/>
    <dgm:cxn modelId="{5CAE67DE-F664-8041-B02F-720ADD2F25CA}" type="presParOf" srcId="{80802BA3-40EE-4990-B340-06E074A9DFAF}" destId="{811FE787-2F4A-4878-AE11-4E61A409FDAE}" srcOrd="1" destOrd="0" presId="urn:microsoft.com/office/officeart/2018/2/layout/IconLabelList"/>
    <dgm:cxn modelId="{7DCE449F-6379-1A4A-850C-A8080D6D9DBF}" type="presParOf" srcId="{80802BA3-40EE-4990-B340-06E074A9DFAF}" destId="{ABBB8ECE-50B8-43FB-A924-6B767DAE43E9}" srcOrd="2" destOrd="0" presId="urn:microsoft.com/office/officeart/2018/2/layout/IconLabelList"/>
    <dgm:cxn modelId="{2D55EE84-6180-ED44-935C-375E664A240C}" type="presParOf" srcId="{740119DB-0A12-4711-880E-3C15E2D46243}" destId="{EA77E7BD-AFDB-40B2-83C4-AEADA9D3F5A1}" srcOrd="1" destOrd="0" presId="urn:microsoft.com/office/officeart/2018/2/layout/IconLabelList"/>
    <dgm:cxn modelId="{80E91F5B-1753-CD4E-ADD8-A3B9D4B7D202}" type="presParOf" srcId="{740119DB-0A12-4711-880E-3C15E2D46243}" destId="{0F2DDC71-A007-4622-8731-81FD22F828DB}" srcOrd="2" destOrd="0" presId="urn:microsoft.com/office/officeart/2018/2/layout/IconLabelList"/>
    <dgm:cxn modelId="{A03AC392-CE39-C645-87C1-523C71FA3B01}" type="presParOf" srcId="{0F2DDC71-A007-4622-8731-81FD22F828DB}" destId="{76E6E522-1764-4A9B-86B0-CD25F2B50A8B}" srcOrd="0" destOrd="0" presId="urn:microsoft.com/office/officeart/2018/2/layout/IconLabelList"/>
    <dgm:cxn modelId="{17D93039-8163-AF4C-BD5C-E06A5534DFA3}" type="presParOf" srcId="{0F2DDC71-A007-4622-8731-81FD22F828DB}" destId="{B3F9C7CD-9D0F-411D-9283-9F655E94F342}" srcOrd="1" destOrd="0" presId="urn:microsoft.com/office/officeart/2018/2/layout/IconLabelList"/>
    <dgm:cxn modelId="{E24B1925-9B05-0D4C-B578-B6A87A7726C8}" type="presParOf" srcId="{0F2DDC71-A007-4622-8731-81FD22F828DB}" destId="{1FC9ED4E-E3E5-46CE-9966-6C07FFF5DF55}" srcOrd="2" destOrd="0" presId="urn:microsoft.com/office/officeart/2018/2/layout/IconLabelList"/>
    <dgm:cxn modelId="{C79D51E6-4605-F543-A279-0C5F86718B05}" type="presParOf" srcId="{740119DB-0A12-4711-880E-3C15E2D46243}" destId="{5F595C1E-5C78-424A-AD8C-623FD8B8E701}" srcOrd="3" destOrd="0" presId="urn:microsoft.com/office/officeart/2018/2/layout/IconLabelList"/>
    <dgm:cxn modelId="{5340E783-C966-5746-AC83-E3B7FEC28BE8}" type="presParOf" srcId="{740119DB-0A12-4711-880E-3C15E2D46243}" destId="{11A646F1-157D-4AD3-AE8A-B9F5AAA0D16E}" srcOrd="4" destOrd="0" presId="urn:microsoft.com/office/officeart/2018/2/layout/IconLabelList"/>
    <dgm:cxn modelId="{E74725DD-9EFE-CA41-9514-736567564D50}" type="presParOf" srcId="{11A646F1-157D-4AD3-AE8A-B9F5AAA0D16E}" destId="{511FA1A9-F576-4484-923E-8E2905196A36}" srcOrd="0" destOrd="0" presId="urn:microsoft.com/office/officeart/2018/2/layout/IconLabelList"/>
    <dgm:cxn modelId="{D916F2B7-8852-9E49-A5C9-E4D2ECA3A488}" type="presParOf" srcId="{11A646F1-157D-4AD3-AE8A-B9F5AAA0D16E}" destId="{2B7F8236-AE63-47CE-83AD-3D7371E7B7FA}" srcOrd="1" destOrd="0" presId="urn:microsoft.com/office/officeart/2018/2/layout/IconLabelList"/>
    <dgm:cxn modelId="{822BC809-BB90-FD45-A9E6-EC29BF6A15F0}" type="presParOf" srcId="{11A646F1-157D-4AD3-AE8A-B9F5AAA0D16E}" destId="{F0A35DAA-896E-4E8D-95DC-35F435ECBF83}" srcOrd="2" destOrd="0" presId="urn:microsoft.com/office/officeart/2018/2/layout/IconLabelList"/>
    <dgm:cxn modelId="{319C03EC-8D10-3F4E-BAED-487AE509BD57}" type="presParOf" srcId="{740119DB-0A12-4711-880E-3C15E2D46243}" destId="{0973EC4D-1F36-40F0-A757-89B963C95FE8}" srcOrd="5" destOrd="0" presId="urn:microsoft.com/office/officeart/2018/2/layout/IconLabelList"/>
    <dgm:cxn modelId="{7C7E432C-4430-324D-B282-F0B9C4A9830B}" type="presParOf" srcId="{740119DB-0A12-4711-880E-3C15E2D46243}" destId="{EC2E8853-EB79-4343-B40D-69A5E6C677A3}" srcOrd="6" destOrd="0" presId="urn:microsoft.com/office/officeart/2018/2/layout/IconLabelList"/>
    <dgm:cxn modelId="{2313CCC1-5F86-534D-8EDF-C56ED97C0097}" type="presParOf" srcId="{EC2E8853-EB79-4343-B40D-69A5E6C677A3}" destId="{7031C9CB-519D-4334-9712-869A60B3EF83}" srcOrd="0" destOrd="0" presId="urn:microsoft.com/office/officeart/2018/2/layout/IconLabelList"/>
    <dgm:cxn modelId="{3B9A8EF0-E599-F642-94B7-1858A6011F58}" type="presParOf" srcId="{EC2E8853-EB79-4343-B40D-69A5E6C677A3}" destId="{14BCD951-14E8-455D-A834-47975D5E9897}" srcOrd="1" destOrd="0" presId="urn:microsoft.com/office/officeart/2018/2/layout/IconLabelList"/>
    <dgm:cxn modelId="{6F9D90F3-BCCA-FE4A-BBFC-B05CDC7F1E84}" type="presParOf" srcId="{EC2E8853-EB79-4343-B40D-69A5E6C677A3}" destId="{89E78387-26D0-4FD5-9C8D-FF5A7DB9AF8B}" srcOrd="2" destOrd="0" presId="urn:microsoft.com/office/officeart/2018/2/layout/IconLabelList"/>
    <dgm:cxn modelId="{FA8802F7-390A-3048-8F03-1A4B20E37E10}" type="presParOf" srcId="{740119DB-0A12-4711-880E-3C15E2D46243}" destId="{DED7B4C4-3F6F-4AC9-AF55-C74916A70A5D}" srcOrd="7" destOrd="0" presId="urn:microsoft.com/office/officeart/2018/2/layout/IconLabelList"/>
    <dgm:cxn modelId="{C79522A9-0814-D846-9992-918EA15452EE}" type="presParOf" srcId="{740119DB-0A12-4711-880E-3C15E2D46243}" destId="{0CD1DCDE-DD87-47E7-951D-1228167C2B3B}" srcOrd="8" destOrd="0" presId="urn:microsoft.com/office/officeart/2018/2/layout/IconLabelList"/>
    <dgm:cxn modelId="{156A8AD9-666E-2549-809D-5294A670D47F}" type="presParOf" srcId="{0CD1DCDE-DD87-47E7-951D-1228167C2B3B}" destId="{7389475B-EB7E-4D2A-BC7C-ADB795BE4493}" srcOrd="0" destOrd="0" presId="urn:microsoft.com/office/officeart/2018/2/layout/IconLabelList"/>
    <dgm:cxn modelId="{02F33C5E-EE49-1C4C-933B-0E31A78A0FB5}" type="presParOf" srcId="{0CD1DCDE-DD87-47E7-951D-1228167C2B3B}" destId="{C94A91E6-454B-473D-9D75-6D272257A13F}" srcOrd="1" destOrd="0" presId="urn:microsoft.com/office/officeart/2018/2/layout/IconLabelList"/>
    <dgm:cxn modelId="{BB29AAF4-F6F3-3E46-9149-9F44A71971A7}" type="presParOf" srcId="{0CD1DCDE-DD87-47E7-951D-1228167C2B3B}" destId="{E6D74AD4-555F-4FDE-8BD3-61B5E97F1B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11327D-615C-4597-BDF4-7B84DE96B0D2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A310F4E-39D9-4657-9AA3-0C142A77EF28}">
      <dgm:prSet/>
      <dgm:spPr/>
      <dgm:t>
        <a:bodyPr/>
        <a:lstStyle/>
        <a:p>
          <a:r>
            <a:rPr lang="en-US"/>
            <a:t>Words</a:t>
          </a:r>
        </a:p>
      </dgm:t>
    </dgm:pt>
    <dgm:pt modelId="{6099C25F-F1C7-4285-8942-CAEA6FB81B30}" type="parTrans" cxnId="{D34C0BE7-F28F-4917-8F47-6CEA8B1F7077}">
      <dgm:prSet/>
      <dgm:spPr/>
      <dgm:t>
        <a:bodyPr/>
        <a:lstStyle/>
        <a:p>
          <a:endParaRPr lang="en-US"/>
        </a:p>
      </dgm:t>
    </dgm:pt>
    <dgm:pt modelId="{3A060605-9B93-4A54-8810-275F194EE7CE}" type="sibTrans" cxnId="{D34C0BE7-F28F-4917-8F47-6CEA8B1F7077}">
      <dgm:prSet/>
      <dgm:spPr/>
      <dgm:t>
        <a:bodyPr/>
        <a:lstStyle/>
        <a:p>
          <a:endParaRPr lang="en-US"/>
        </a:p>
      </dgm:t>
    </dgm:pt>
    <dgm:pt modelId="{FF7B4DA8-BDA9-4E07-B7E9-F48DCFD32380}">
      <dgm:prSet/>
      <dgm:spPr/>
      <dgm:t>
        <a:bodyPr/>
        <a:lstStyle/>
        <a:p>
          <a:r>
            <a:rPr lang="en-US"/>
            <a:t>Tone</a:t>
          </a:r>
        </a:p>
      </dgm:t>
    </dgm:pt>
    <dgm:pt modelId="{0B0BAB46-4D18-4B94-9CEE-75054BC4B585}" type="parTrans" cxnId="{A9014C44-0B42-467A-B612-0BCBDE6B7533}">
      <dgm:prSet/>
      <dgm:spPr/>
      <dgm:t>
        <a:bodyPr/>
        <a:lstStyle/>
        <a:p>
          <a:endParaRPr lang="en-US"/>
        </a:p>
      </dgm:t>
    </dgm:pt>
    <dgm:pt modelId="{11B295A1-7BEA-4E71-BD1F-390B2B800299}" type="sibTrans" cxnId="{A9014C44-0B42-467A-B612-0BCBDE6B7533}">
      <dgm:prSet/>
      <dgm:spPr/>
      <dgm:t>
        <a:bodyPr/>
        <a:lstStyle/>
        <a:p>
          <a:endParaRPr lang="en-US"/>
        </a:p>
      </dgm:t>
    </dgm:pt>
    <dgm:pt modelId="{68A4591F-C3A6-48BC-8151-6B6E68FDFE32}">
      <dgm:prSet/>
      <dgm:spPr/>
      <dgm:t>
        <a:bodyPr/>
        <a:lstStyle/>
        <a:p>
          <a:r>
            <a:rPr lang="en-US" dirty="0"/>
            <a:t>Body Language</a:t>
          </a:r>
        </a:p>
      </dgm:t>
    </dgm:pt>
    <dgm:pt modelId="{D3E3F4B3-E8E4-436E-A923-D3C4D9075FC9}" type="parTrans" cxnId="{4FA32827-D497-42CF-ACE1-BCA44E003C7E}">
      <dgm:prSet/>
      <dgm:spPr/>
      <dgm:t>
        <a:bodyPr/>
        <a:lstStyle/>
        <a:p>
          <a:endParaRPr lang="en-US"/>
        </a:p>
      </dgm:t>
    </dgm:pt>
    <dgm:pt modelId="{EA90391B-D48A-47BC-B26A-AB9DF3713E9D}" type="sibTrans" cxnId="{4FA32827-D497-42CF-ACE1-BCA44E003C7E}">
      <dgm:prSet/>
      <dgm:spPr/>
      <dgm:t>
        <a:bodyPr/>
        <a:lstStyle/>
        <a:p>
          <a:endParaRPr lang="en-US"/>
        </a:p>
      </dgm:t>
    </dgm:pt>
    <dgm:pt modelId="{565A35C7-9132-40C9-8935-C4F2D0E6F75A}" type="pres">
      <dgm:prSet presAssocID="{E511327D-615C-4597-BDF4-7B84DE96B0D2}" presName="root" presStyleCnt="0">
        <dgm:presLayoutVars>
          <dgm:dir/>
          <dgm:resizeHandles val="exact"/>
        </dgm:presLayoutVars>
      </dgm:prSet>
      <dgm:spPr/>
    </dgm:pt>
    <dgm:pt modelId="{7D851F5C-16DB-4C72-BE1A-A2A6A80B49DE}" type="pres">
      <dgm:prSet presAssocID="{0A310F4E-39D9-4657-9AA3-0C142A77EF28}" presName="compNode" presStyleCnt="0"/>
      <dgm:spPr/>
    </dgm:pt>
    <dgm:pt modelId="{8464A776-FAB0-4FBC-BE87-F25B28410663}" type="pres">
      <dgm:prSet presAssocID="{0A310F4E-39D9-4657-9AA3-0C142A77EF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ED2EDBB-8EE2-45F6-91A6-73EDAB292E90}" type="pres">
      <dgm:prSet presAssocID="{0A310F4E-39D9-4657-9AA3-0C142A77EF28}" presName="spaceRect" presStyleCnt="0"/>
      <dgm:spPr/>
    </dgm:pt>
    <dgm:pt modelId="{651BCC02-77CD-421D-AE09-D78FF12C2791}" type="pres">
      <dgm:prSet presAssocID="{0A310F4E-39D9-4657-9AA3-0C142A77EF28}" presName="textRect" presStyleLbl="revTx" presStyleIdx="0" presStyleCnt="3">
        <dgm:presLayoutVars>
          <dgm:chMax val="1"/>
          <dgm:chPref val="1"/>
        </dgm:presLayoutVars>
      </dgm:prSet>
      <dgm:spPr/>
    </dgm:pt>
    <dgm:pt modelId="{38F4A027-67C0-46A3-AB86-BB8BEB15FF5D}" type="pres">
      <dgm:prSet presAssocID="{3A060605-9B93-4A54-8810-275F194EE7CE}" presName="sibTrans" presStyleCnt="0"/>
      <dgm:spPr/>
    </dgm:pt>
    <dgm:pt modelId="{D27FA74B-1BE3-46C7-82E0-D439A02CC488}" type="pres">
      <dgm:prSet presAssocID="{FF7B4DA8-BDA9-4E07-B7E9-F48DCFD32380}" presName="compNode" presStyleCnt="0"/>
      <dgm:spPr/>
    </dgm:pt>
    <dgm:pt modelId="{1A56938E-CEA2-4987-94B1-2932C61FFC66}" type="pres">
      <dgm:prSet presAssocID="{FF7B4DA8-BDA9-4E07-B7E9-F48DCFD323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4F8C50CA-CEE7-4554-8DFD-A1E5608F7D8D}" type="pres">
      <dgm:prSet presAssocID="{FF7B4DA8-BDA9-4E07-B7E9-F48DCFD32380}" presName="spaceRect" presStyleCnt="0"/>
      <dgm:spPr/>
    </dgm:pt>
    <dgm:pt modelId="{35E1A5A0-492A-4683-B41B-6BF766302192}" type="pres">
      <dgm:prSet presAssocID="{FF7B4DA8-BDA9-4E07-B7E9-F48DCFD32380}" presName="textRect" presStyleLbl="revTx" presStyleIdx="1" presStyleCnt="3">
        <dgm:presLayoutVars>
          <dgm:chMax val="1"/>
          <dgm:chPref val="1"/>
        </dgm:presLayoutVars>
      </dgm:prSet>
      <dgm:spPr/>
    </dgm:pt>
    <dgm:pt modelId="{58D3EBAB-7D85-4BAB-89D2-E3C7BF178B83}" type="pres">
      <dgm:prSet presAssocID="{11B295A1-7BEA-4E71-BD1F-390B2B800299}" presName="sibTrans" presStyleCnt="0"/>
      <dgm:spPr/>
    </dgm:pt>
    <dgm:pt modelId="{E8FB1DA5-1C0E-4723-8560-CF1481A512BE}" type="pres">
      <dgm:prSet presAssocID="{68A4591F-C3A6-48BC-8151-6B6E68FDFE32}" presName="compNode" presStyleCnt="0"/>
      <dgm:spPr/>
    </dgm:pt>
    <dgm:pt modelId="{CAC487F4-6BCF-46A3-A727-FF68A5EE9E00}" type="pres">
      <dgm:prSet presAssocID="{68A4591F-C3A6-48BC-8151-6B6E68FDFE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 with solid fill"/>
        </a:ext>
      </dgm:extLst>
    </dgm:pt>
    <dgm:pt modelId="{26BF940B-E20F-4CBB-ACF0-7F3DF83EFB6E}" type="pres">
      <dgm:prSet presAssocID="{68A4591F-C3A6-48BC-8151-6B6E68FDFE32}" presName="spaceRect" presStyleCnt="0"/>
      <dgm:spPr/>
    </dgm:pt>
    <dgm:pt modelId="{9D4D389B-DD95-445D-AEC9-1CAA8829BB51}" type="pres">
      <dgm:prSet presAssocID="{68A4591F-C3A6-48BC-8151-6B6E68FDFE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2C97012-6BB1-4CD0-B814-ABE27C70AAD1}" type="presOf" srcId="{E511327D-615C-4597-BDF4-7B84DE96B0D2}" destId="{565A35C7-9132-40C9-8935-C4F2D0E6F75A}" srcOrd="0" destOrd="0" presId="urn:microsoft.com/office/officeart/2018/2/layout/IconLabelList"/>
    <dgm:cxn modelId="{4FA32827-D497-42CF-ACE1-BCA44E003C7E}" srcId="{E511327D-615C-4597-BDF4-7B84DE96B0D2}" destId="{68A4591F-C3A6-48BC-8151-6B6E68FDFE32}" srcOrd="2" destOrd="0" parTransId="{D3E3F4B3-E8E4-436E-A923-D3C4D9075FC9}" sibTransId="{EA90391B-D48A-47BC-B26A-AB9DF3713E9D}"/>
    <dgm:cxn modelId="{A9014C44-0B42-467A-B612-0BCBDE6B7533}" srcId="{E511327D-615C-4597-BDF4-7B84DE96B0D2}" destId="{FF7B4DA8-BDA9-4E07-B7E9-F48DCFD32380}" srcOrd="1" destOrd="0" parTransId="{0B0BAB46-4D18-4B94-9CEE-75054BC4B585}" sibTransId="{11B295A1-7BEA-4E71-BD1F-390B2B800299}"/>
    <dgm:cxn modelId="{B139B954-F817-4D8D-9BCD-BA898A1076EA}" type="presOf" srcId="{FF7B4DA8-BDA9-4E07-B7E9-F48DCFD32380}" destId="{35E1A5A0-492A-4683-B41B-6BF766302192}" srcOrd="0" destOrd="0" presId="urn:microsoft.com/office/officeart/2018/2/layout/IconLabelList"/>
    <dgm:cxn modelId="{7521AAA2-AD8D-4FE2-88AA-A038E5C32177}" type="presOf" srcId="{0A310F4E-39D9-4657-9AA3-0C142A77EF28}" destId="{651BCC02-77CD-421D-AE09-D78FF12C2791}" srcOrd="0" destOrd="0" presId="urn:microsoft.com/office/officeart/2018/2/layout/IconLabelList"/>
    <dgm:cxn modelId="{E3F5FBDA-17A7-463D-8E4D-847F1AFCC9EF}" type="presOf" srcId="{68A4591F-C3A6-48BC-8151-6B6E68FDFE32}" destId="{9D4D389B-DD95-445D-AEC9-1CAA8829BB51}" srcOrd="0" destOrd="0" presId="urn:microsoft.com/office/officeart/2018/2/layout/IconLabelList"/>
    <dgm:cxn modelId="{D34C0BE7-F28F-4917-8F47-6CEA8B1F7077}" srcId="{E511327D-615C-4597-BDF4-7B84DE96B0D2}" destId="{0A310F4E-39D9-4657-9AA3-0C142A77EF28}" srcOrd="0" destOrd="0" parTransId="{6099C25F-F1C7-4285-8942-CAEA6FB81B30}" sibTransId="{3A060605-9B93-4A54-8810-275F194EE7CE}"/>
    <dgm:cxn modelId="{D72F9DDA-A539-4E50-B33E-0538CE287B43}" type="presParOf" srcId="{565A35C7-9132-40C9-8935-C4F2D0E6F75A}" destId="{7D851F5C-16DB-4C72-BE1A-A2A6A80B49DE}" srcOrd="0" destOrd="0" presId="urn:microsoft.com/office/officeart/2018/2/layout/IconLabelList"/>
    <dgm:cxn modelId="{31AD644C-6102-4021-BFC1-1DC68371AEA3}" type="presParOf" srcId="{7D851F5C-16DB-4C72-BE1A-A2A6A80B49DE}" destId="{8464A776-FAB0-4FBC-BE87-F25B28410663}" srcOrd="0" destOrd="0" presId="urn:microsoft.com/office/officeart/2018/2/layout/IconLabelList"/>
    <dgm:cxn modelId="{D55347C3-BF43-4CCC-8866-1A833748D6B3}" type="presParOf" srcId="{7D851F5C-16DB-4C72-BE1A-A2A6A80B49DE}" destId="{9ED2EDBB-8EE2-45F6-91A6-73EDAB292E90}" srcOrd="1" destOrd="0" presId="urn:microsoft.com/office/officeart/2018/2/layout/IconLabelList"/>
    <dgm:cxn modelId="{1D74F2AC-B59B-4A37-A020-9BBC18FFA8DF}" type="presParOf" srcId="{7D851F5C-16DB-4C72-BE1A-A2A6A80B49DE}" destId="{651BCC02-77CD-421D-AE09-D78FF12C2791}" srcOrd="2" destOrd="0" presId="urn:microsoft.com/office/officeart/2018/2/layout/IconLabelList"/>
    <dgm:cxn modelId="{4F6CB625-BFF1-40EE-83B1-2940BFF3802C}" type="presParOf" srcId="{565A35C7-9132-40C9-8935-C4F2D0E6F75A}" destId="{38F4A027-67C0-46A3-AB86-BB8BEB15FF5D}" srcOrd="1" destOrd="0" presId="urn:microsoft.com/office/officeart/2018/2/layout/IconLabelList"/>
    <dgm:cxn modelId="{6FE675BA-038C-4573-AE5E-E01F18489E88}" type="presParOf" srcId="{565A35C7-9132-40C9-8935-C4F2D0E6F75A}" destId="{D27FA74B-1BE3-46C7-82E0-D439A02CC488}" srcOrd="2" destOrd="0" presId="urn:microsoft.com/office/officeart/2018/2/layout/IconLabelList"/>
    <dgm:cxn modelId="{EDE114ED-2CB4-4FA6-A04E-CE23670ABFCC}" type="presParOf" srcId="{D27FA74B-1BE3-46C7-82E0-D439A02CC488}" destId="{1A56938E-CEA2-4987-94B1-2932C61FFC66}" srcOrd="0" destOrd="0" presId="urn:microsoft.com/office/officeart/2018/2/layout/IconLabelList"/>
    <dgm:cxn modelId="{FE47292B-006D-41D4-92C4-C84BF7F07F0D}" type="presParOf" srcId="{D27FA74B-1BE3-46C7-82E0-D439A02CC488}" destId="{4F8C50CA-CEE7-4554-8DFD-A1E5608F7D8D}" srcOrd="1" destOrd="0" presId="urn:microsoft.com/office/officeart/2018/2/layout/IconLabelList"/>
    <dgm:cxn modelId="{19C04483-12AF-42C4-A471-9DFE662C206B}" type="presParOf" srcId="{D27FA74B-1BE3-46C7-82E0-D439A02CC488}" destId="{35E1A5A0-492A-4683-B41B-6BF766302192}" srcOrd="2" destOrd="0" presId="urn:microsoft.com/office/officeart/2018/2/layout/IconLabelList"/>
    <dgm:cxn modelId="{8945FC73-1355-4985-8FAF-54F1982C5E97}" type="presParOf" srcId="{565A35C7-9132-40C9-8935-C4F2D0E6F75A}" destId="{58D3EBAB-7D85-4BAB-89D2-E3C7BF178B83}" srcOrd="3" destOrd="0" presId="urn:microsoft.com/office/officeart/2018/2/layout/IconLabelList"/>
    <dgm:cxn modelId="{0F0253CA-ABF6-4909-ADCB-58BB359D87B4}" type="presParOf" srcId="{565A35C7-9132-40C9-8935-C4F2D0E6F75A}" destId="{E8FB1DA5-1C0E-4723-8560-CF1481A512BE}" srcOrd="4" destOrd="0" presId="urn:microsoft.com/office/officeart/2018/2/layout/IconLabelList"/>
    <dgm:cxn modelId="{BB417D6E-73C2-41A8-A719-54878629E8F8}" type="presParOf" srcId="{E8FB1DA5-1C0E-4723-8560-CF1481A512BE}" destId="{CAC487F4-6BCF-46A3-A727-FF68A5EE9E00}" srcOrd="0" destOrd="0" presId="urn:microsoft.com/office/officeart/2018/2/layout/IconLabelList"/>
    <dgm:cxn modelId="{FCCBCF60-C56A-41C6-987E-9CBB36010643}" type="presParOf" srcId="{E8FB1DA5-1C0E-4723-8560-CF1481A512BE}" destId="{26BF940B-E20F-4CBB-ACF0-7F3DF83EFB6E}" srcOrd="1" destOrd="0" presId="urn:microsoft.com/office/officeart/2018/2/layout/IconLabelList"/>
    <dgm:cxn modelId="{279CD623-3058-473B-81EC-FA1B31CF679B}" type="presParOf" srcId="{E8FB1DA5-1C0E-4723-8560-CF1481A512BE}" destId="{9D4D389B-DD95-445D-AEC9-1CAA8829BB5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706CCF-FDC3-4ABE-A9E9-B6832405C662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742820A-6EBE-49DD-B10F-90B7482F1C3F}">
      <dgm:prSet/>
      <dgm:spPr/>
      <dgm:t>
        <a:bodyPr/>
        <a:lstStyle/>
        <a:p>
          <a:r>
            <a:rPr lang="en-US"/>
            <a:t>Cultural Norms</a:t>
          </a:r>
        </a:p>
      </dgm:t>
    </dgm:pt>
    <dgm:pt modelId="{7A6E3283-D154-44EB-937C-9722D64CDF42}" type="parTrans" cxnId="{DDC9430A-A178-45D3-BF2D-DBAB41EC0FE4}">
      <dgm:prSet/>
      <dgm:spPr/>
      <dgm:t>
        <a:bodyPr/>
        <a:lstStyle/>
        <a:p>
          <a:endParaRPr lang="en-US"/>
        </a:p>
      </dgm:t>
    </dgm:pt>
    <dgm:pt modelId="{3F0F465B-50F3-4BEE-861B-D476E65BC950}" type="sibTrans" cxnId="{DDC9430A-A178-45D3-BF2D-DBAB41EC0FE4}">
      <dgm:prSet/>
      <dgm:spPr/>
      <dgm:t>
        <a:bodyPr/>
        <a:lstStyle/>
        <a:p>
          <a:endParaRPr lang="en-US"/>
        </a:p>
      </dgm:t>
    </dgm:pt>
    <dgm:pt modelId="{0756801A-F213-4C0E-8377-DA621E7780C9}">
      <dgm:prSet/>
      <dgm:spPr/>
      <dgm:t>
        <a:bodyPr/>
        <a:lstStyle/>
        <a:p>
          <a:r>
            <a:rPr lang="en-US" dirty="0"/>
            <a:t>Formality Levels</a:t>
          </a:r>
        </a:p>
      </dgm:t>
    </dgm:pt>
    <dgm:pt modelId="{C6B8B692-D903-4E14-8EC7-08BFA3229D18}" type="parTrans" cxnId="{B71BD99B-E94C-4CD6-BC31-834C046A698F}">
      <dgm:prSet/>
      <dgm:spPr/>
      <dgm:t>
        <a:bodyPr/>
        <a:lstStyle/>
        <a:p>
          <a:endParaRPr lang="en-US"/>
        </a:p>
      </dgm:t>
    </dgm:pt>
    <dgm:pt modelId="{742F2E67-3DE6-47D7-8D66-D3B08FC94E02}" type="sibTrans" cxnId="{B71BD99B-E94C-4CD6-BC31-834C046A698F}">
      <dgm:prSet/>
      <dgm:spPr/>
      <dgm:t>
        <a:bodyPr/>
        <a:lstStyle/>
        <a:p>
          <a:endParaRPr lang="en-US"/>
        </a:p>
      </dgm:t>
    </dgm:pt>
    <dgm:pt modelId="{B3B1ECE5-FA65-45C1-890B-532B83F9E4B9}">
      <dgm:prSet/>
      <dgm:spPr/>
      <dgm:t>
        <a:bodyPr/>
        <a:lstStyle/>
        <a:p>
          <a:r>
            <a:rPr lang="en-US"/>
            <a:t>Simple language</a:t>
          </a:r>
        </a:p>
      </dgm:t>
    </dgm:pt>
    <dgm:pt modelId="{90AA4B20-BEA7-4988-8D4E-B5C78F5711D2}" type="parTrans" cxnId="{55313B28-B344-475C-A4AA-264CE73303E4}">
      <dgm:prSet/>
      <dgm:spPr/>
      <dgm:t>
        <a:bodyPr/>
        <a:lstStyle/>
        <a:p>
          <a:endParaRPr lang="en-US"/>
        </a:p>
      </dgm:t>
    </dgm:pt>
    <dgm:pt modelId="{CFF5C4BC-A7A8-4D10-99CC-97804DDDBE30}" type="sibTrans" cxnId="{55313B28-B344-475C-A4AA-264CE73303E4}">
      <dgm:prSet/>
      <dgm:spPr/>
      <dgm:t>
        <a:bodyPr/>
        <a:lstStyle/>
        <a:p>
          <a:endParaRPr lang="en-US"/>
        </a:p>
      </dgm:t>
    </dgm:pt>
    <dgm:pt modelId="{9DE6C441-9741-40CD-A2AB-0511AE41CA4D}">
      <dgm:prSet/>
      <dgm:spPr/>
      <dgm:t>
        <a:bodyPr/>
        <a:lstStyle/>
        <a:p>
          <a:r>
            <a:rPr lang="en-US"/>
            <a:t>Speak Slow &amp; Clear</a:t>
          </a:r>
        </a:p>
      </dgm:t>
    </dgm:pt>
    <dgm:pt modelId="{8187ABF3-3941-41A9-948F-C17E4150617C}" type="parTrans" cxnId="{C3A677A6-A7F4-4DE4-87ED-D0C1740D0C1A}">
      <dgm:prSet/>
      <dgm:spPr/>
      <dgm:t>
        <a:bodyPr/>
        <a:lstStyle/>
        <a:p>
          <a:endParaRPr lang="en-US"/>
        </a:p>
      </dgm:t>
    </dgm:pt>
    <dgm:pt modelId="{8FE9D151-A17D-4A8A-ABD6-14810FBA0E51}" type="sibTrans" cxnId="{C3A677A6-A7F4-4DE4-87ED-D0C1740D0C1A}">
      <dgm:prSet/>
      <dgm:spPr/>
      <dgm:t>
        <a:bodyPr/>
        <a:lstStyle/>
        <a:p>
          <a:endParaRPr lang="en-US"/>
        </a:p>
      </dgm:t>
    </dgm:pt>
    <dgm:pt modelId="{2C3CB8E4-EFB7-4134-B79B-43D16F383DAD}">
      <dgm:prSet/>
      <dgm:spPr/>
      <dgm:t>
        <a:bodyPr/>
        <a:lstStyle/>
        <a:p>
          <a:r>
            <a:rPr lang="en-US"/>
            <a:t>Patience</a:t>
          </a:r>
        </a:p>
      </dgm:t>
    </dgm:pt>
    <dgm:pt modelId="{9E61E233-9395-4176-8EAE-F60FA6935640}" type="parTrans" cxnId="{AAE6610F-F1D0-4B81-929E-9B4F34B20A7B}">
      <dgm:prSet/>
      <dgm:spPr/>
      <dgm:t>
        <a:bodyPr/>
        <a:lstStyle/>
        <a:p>
          <a:endParaRPr lang="en-US"/>
        </a:p>
      </dgm:t>
    </dgm:pt>
    <dgm:pt modelId="{D97F6461-CB48-49C7-996E-9796765C8427}" type="sibTrans" cxnId="{AAE6610F-F1D0-4B81-929E-9B4F34B20A7B}">
      <dgm:prSet/>
      <dgm:spPr/>
      <dgm:t>
        <a:bodyPr/>
        <a:lstStyle/>
        <a:p>
          <a:endParaRPr lang="en-US"/>
        </a:p>
      </dgm:t>
    </dgm:pt>
    <dgm:pt modelId="{A1898947-EE65-4E6B-91B4-9D53427A6F59}" type="pres">
      <dgm:prSet presAssocID="{C4706CCF-FDC3-4ABE-A9E9-B6832405C662}" presName="root" presStyleCnt="0">
        <dgm:presLayoutVars>
          <dgm:dir/>
          <dgm:resizeHandles val="exact"/>
        </dgm:presLayoutVars>
      </dgm:prSet>
      <dgm:spPr/>
    </dgm:pt>
    <dgm:pt modelId="{95C09067-5E30-42CF-B1B9-55DC9A7DC6E3}" type="pres">
      <dgm:prSet presAssocID="{7742820A-6EBE-49DD-B10F-90B7482F1C3F}" presName="compNode" presStyleCnt="0"/>
      <dgm:spPr/>
    </dgm:pt>
    <dgm:pt modelId="{C703909A-A140-46C4-8DC4-A6EE7453E82F}" type="pres">
      <dgm:prSet presAssocID="{7742820A-6EBE-49DD-B10F-90B7482F1C3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6760FE6-229B-4FE0-8E89-CE2713A48FDC}" type="pres">
      <dgm:prSet presAssocID="{7742820A-6EBE-49DD-B10F-90B7482F1C3F}" presName="spaceRect" presStyleCnt="0"/>
      <dgm:spPr/>
    </dgm:pt>
    <dgm:pt modelId="{E7B79443-79EE-4696-9D20-059AD897B2DF}" type="pres">
      <dgm:prSet presAssocID="{7742820A-6EBE-49DD-B10F-90B7482F1C3F}" presName="textRect" presStyleLbl="revTx" presStyleIdx="0" presStyleCnt="5">
        <dgm:presLayoutVars>
          <dgm:chMax val="1"/>
          <dgm:chPref val="1"/>
        </dgm:presLayoutVars>
      </dgm:prSet>
      <dgm:spPr/>
    </dgm:pt>
    <dgm:pt modelId="{ABC37784-87F5-4646-94EB-A8F984F3091A}" type="pres">
      <dgm:prSet presAssocID="{3F0F465B-50F3-4BEE-861B-D476E65BC950}" presName="sibTrans" presStyleCnt="0"/>
      <dgm:spPr/>
    </dgm:pt>
    <dgm:pt modelId="{05B3878D-8AF9-44CD-BB27-B0F2805031B1}" type="pres">
      <dgm:prSet presAssocID="{0756801A-F213-4C0E-8377-DA621E7780C9}" presName="compNode" presStyleCnt="0"/>
      <dgm:spPr/>
    </dgm:pt>
    <dgm:pt modelId="{E649DB7A-002A-4409-9EDB-0B9B1A3D7F5F}" type="pres">
      <dgm:prSet presAssocID="{0756801A-F213-4C0E-8377-DA621E7780C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DFA0FD6-9212-4DBD-9A2E-207E37F25C81}" type="pres">
      <dgm:prSet presAssocID="{0756801A-F213-4C0E-8377-DA621E7780C9}" presName="spaceRect" presStyleCnt="0"/>
      <dgm:spPr/>
    </dgm:pt>
    <dgm:pt modelId="{5EAED423-AF73-4999-80E0-D2307BB5A389}" type="pres">
      <dgm:prSet presAssocID="{0756801A-F213-4C0E-8377-DA621E7780C9}" presName="textRect" presStyleLbl="revTx" presStyleIdx="1" presStyleCnt="5">
        <dgm:presLayoutVars>
          <dgm:chMax val="1"/>
          <dgm:chPref val="1"/>
        </dgm:presLayoutVars>
      </dgm:prSet>
      <dgm:spPr/>
    </dgm:pt>
    <dgm:pt modelId="{93EFFFB5-5862-4E7B-BF27-68E6CAD05302}" type="pres">
      <dgm:prSet presAssocID="{742F2E67-3DE6-47D7-8D66-D3B08FC94E02}" presName="sibTrans" presStyleCnt="0"/>
      <dgm:spPr/>
    </dgm:pt>
    <dgm:pt modelId="{E3E781EE-8045-4DBF-AB15-964132810FBF}" type="pres">
      <dgm:prSet presAssocID="{B3B1ECE5-FA65-45C1-890B-532B83F9E4B9}" presName="compNode" presStyleCnt="0"/>
      <dgm:spPr/>
    </dgm:pt>
    <dgm:pt modelId="{BA86995B-4B98-47AA-BB7A-BD214D30D806}" type="pres">
      <dgm:prSet presAssocID="{B3B1ECE5-FA65-45C1-890B-532B83F9E4B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C451956-4C8E-42D3-A164-A34DA41EE7F4}" type="pres">
      <dgm:prSet presAssocID="{B3B1ECE5-FA65-45C1-890B-532B83F9E4B9}" presName="spaceRect" presStyleCnt="0"/>
      <dgm:spPr/>
    </dgm:pt>
    <dgm:pt modelId="{8C6F7C1F-F2C1-4706-9476-A80675E430F8}" type="pres">
      <dgm:prSet presAssocID="{B3B1ECE5-FA65-45C1-890B-532B83F9E4B9}" presName="textRect" presStyleLbl="revTx" presStyleIdx="2" presStyleCnt="5">
        <dgm:presLayoutVars>
          <dgm:chMax val="1"/>
          <dgm:chPref val="1"/>
        </dgm:presLayoutVars>
      </dgm:prSet>
      <dgm:spPr/>
    </dgm:pt>
    <dgm:pt modelId="{4CCA8559-3945-48AE-93AC-7BBE68E554E9}" type="pres">
      <dgm:prSet presAssocID="{CFF5C4BC-A7A8-4D10-99CC-97804DDDBE30}" presName="sibTrans" presStyleCnt="0"/>
      <dgm:spPr/>
    </dgm:pt>
    <dgm:pt modelId="{2B4AEC59-3875-4733-809A-07179F712665}" type="pres">
      <dgm:prSet presAssocID="{9DE6C441-9741-40CD-A2AB-0511AE41CA4D}" presName="compNode" presStyleCnt="0"/>
      <dgm:spPr/>
    </dgm:pt>
    <dgm:pt modelId="{6BD60D9D-D37E-48D8-A697-568594A56946}" type="pres">
      <dgm:prSet presAssocID="{9DE6C441-9741-40CD-A2AB-0511AE41CA4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7FBBA9B0-C944-40F1-990D-9C3CBCE9A279}" type="pres">
      <dgm:prSet presAssocID="{9DE6C441-9741-40CD-A2AB-0511AE41CA4D}" presName="spaceRect" presStyleCnt="0"/>
      <dgm:spPr/>
    </dgm:pt>
    <dgm:pt modelId="{8F8B3414-B1EB-4E93-9C22-23DAF22C40A6}" type="pres">
      <dgm:prSet presAssocID="{9DE6C441-9741-40CD-A2AB-0511AE41CA4D}" presName="textRect" presStyleLbl="revTx" presStyleIdx="3" presStyleCnt="5">
        <dgm:presLayoutVars>
          <dgm:chMax val="1"/>
          <dgm:chPref val="1"/>
        </dgm:presLayoutVars>
      </dgm:prSet>
      <dgm:spPr/>
    </dgm:pt>
    <dgm:pt modelId="{A058F39E-2D7F-4AF1-B28F-F39469AAC056}" type="pres">
      <dgm:prSet presAssocID="{8FE9D151-A17D-4A8A-ABD6-14810FBA0E51}" presName="sibTrans" presStyleCnt="0"/>
      <dgm:spPr/>
    </dgm:pt>
    <dgm:pt modelId="{C2B82011-5874-4BB3-ACA4-4CEEFBDF7D57}" type="pres">
      <dgm:prSet presAssocID="{2C3CB8E4-EFB7-4134-B79B-43D16F383DAD}" presName="compNode" presStyleCnt="0"/>
      <dgm:spPr/>
    </dgm:pt>
    <dgm:pt modelId="{1F1226C7-B346-46F2-8135-0346740FB3E9}" type="pres">
      <dgm:prSet presAssocID="{2C3CB8E4-EFB7-4134-B79B-43D16F383DA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9C871A5B-6624-40AF-B9CA-3E9E763B706D}" type="pres">
      <dgm:prSet presAssocID="{2C3CB8E4-EFB7-4134-B79B-43D16F383DAD}" presName="spaceRect" presStyleCnt="0"/>
      <dgm:spPr/>
    </dgm:pt>
    <dgm:pt modelId="{A5320778-A234-48ED-99A9-EC69C2001205}" type="pres">
      <dgm:prSet presAssocID="{2C3CB8E4-EFB7-4134-B79B-43D16F383DA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4787C08-030A-450A-BAA3-339E7BFA23E4}" type="presOf" srcId="{7742820A-6EBE-49DD-B10F-90B7482F1C3F}" destId="{E7B79443-79EE-4696-9D20-059AD897B2DF}" srcOrd="0" destOrd="0" presId="urn:microsoft.com/office/officeart/2018/2/layout/IconLabelList"/>
    <dgm:cxn modelId="{DDC9430A-A178-45D3-BF2D-DBAB41EC0FE4}" srcId="{C4706CCF-FDC3-4ABE-A9E9-B6832405C662}" destId="{7742820A-6EBE-49DD-B10F-90B7482F1C3F}" srcOrd="0" destOrd="0" parTransId="{7A6E3283-D154-44EB-937C-9722D64CDF42}" sibTransId="{3F0F465B-50F3-4BEE-861B-D476E65BC950}"/>
    <dgm:cxn modelId="{AAE6610F-F1D0-4B81-929E-9B4F34B20A7B}" srcId="{C4706CCF-FDC3-4ABE-A9E9-B6832405C662}" destId="{2C3CB8E4-EFB7-4134-B79B-43D16F383DAD}" srcOrd="4" destOrd="0" parTransId="{9E61E233-9395-4176-8EAE-F60FA6935640}" sibTransId="{D97F6461-CB48-49C7-996E-9796765C8427}"/>
    <dgm:cxn modelId="{59DC5614-45DC-4DAB-BF02-1BF39AFBC475}" type="presOf" srcId="{C4706CCF-FDC3-4ABE-A9E9-B6832405C662}" destId="{A1898947-EE65-4E6B-91B4-9D53427A6F59}" srcOrd="0" destOrd="0" presId="urn:microsoft.com/office/officeart/2018/2/layout/IconLabelList"/>
    <dgm:cxn modelId="{55313B28-B344-475C-A4AA-264CE73303E4}" srcId="{C4706CCF-FDC3-4ABE-A9E9-B6832405C662}" destId="{B3B1ECE5-FA65-45C1-890B-532B83F9E4B9}" srcOrd="2" destOrd="0" parTransId="{90AA4B20-BEA7-4988-8D4E-B5C78F5711D2}" sibTransId="{CFF5C4BC-A7A8-4D10-99CC-97804DDDBE30}"/>
    <dgm:cxn modelId="{BF37E260-D0D4-4DF7-A9F3-36387B6ACD0A}" type="presOf" srcId="{2C3CB8E4-EFB7-4134-B79B-43D16F383DAD}" destId="{A5320778-A234-48ED-99A9-EC69C2001205}" srcOrd="0" destOrd="0" presId="urn:microsoft.com/office/officeart/2018/2/layout/IconLabelList"/>
    <dgm:cxn modelId="{B71BD99B-E94C-4CD6-BC31-834C046A698F}" srcId="{C4706CCF-FDC3-4ABE-A9E9-B6832405C662}" destId="{0756801A-F213-4C0E-8377-DA621E7780C9}" srcOrd="1" destOrd="0" parTransId="{C6B8B692-D903-4E14-8EC7-08BFA3229D18}" sibTransId="{742F2E67-3DE6-47D7-8D66-D3B08FC94E02}"/>
    <dgm:cxn modelId="{346891A0-89FD-427F-B824-466DF6898F34}" type="presOf" srcId="{B3B1ECE5-FA65-45C1-890B-532B83F9E4B9}" destId="{8C6F7C1F-F2C1-4706-9476-A80675E430F8}" srcOrd="0" destOrd="0" presId="urn:microsoft.com/office/officeart/2018/2/layout/IconLabelList"/>
    <dgm:cxn modelId="{8F72FAA5-969A-4A55-BE41-3EDCF374FF1E}" type="presOf" srcId="{0756801A-F213-4C0E-8377-DA621E7780C9}" destId="{5EAED423-AF73-4999-80E0-D2307BB5A389}" srcOrd="0" destOrd="0" presId="urn:microsoft.com/office/officeart/2018/2/layout/IconLabelList"/>
    <dgm:cxn modelId="{C3A677A6-A7F4-4DE4-87ED-D0C1740D0C1A}" srcId="{C4706CCF-FDC3-4ABE-A9E9-B6832405C662}" destId="{9DE6C441-9741-40CD-A2AB-0511AE41CA4D}" srcOrd="3" destOrd="0" parTransId="{8187ABF3-3941-41A9-948F-C17E4150617C}" sibTransId="{8FE9D151-A17D-4A8A-ABD6-14810FBA0E51}"/>
    <dgm:cxn modelId="{D13A7AC2-5754-454F-BF88-208D0005B4DD}" type="presOf" srcId="{9DE6C441-9741-40CD-A2AB-0511AE41CA4D}" destId="{8F8B3414-B1EB-4E93-9C22-23DAF22C40A6}" srcOrd="0" destOrd="0" presId="urn:microsoft.com/office/officeart/2018/2/layout/IconLabelList"/>
    <dgm:cxn modelId="{4469DAF3-FF80-4C5E-9890-B11F10A07FC8}" type="presParOf" srcId="{A1898947-EE65-4E6B-91B4-9D53427A6F59}" destId="{95C09067-5E30-42CF-B1B9-55DC9A7DC6E3}" srcOrd="0" destOrd="0" presId="urn:microsoft.com/office/officeart/2018/2/layout/IconLabelList"/>
    <dgm:cxn modelId="{B2BDB1A6-147A-4FCA-94EB-2789CD321FAD}" type="presParOf" srcId="{95C09067-5E30-42CF-B1B9-55DC9A7DC6E3}" destId="{C703909A-A140-46C4-8DC4-A6EE7453E82F}" srcOrd="0" destOrd="0" presId="urn:microsoft.com/office/officeart/2018/2/layout/IconLabelList"/>
    <dgm:cxn modelId="{4C0BFEAF-F40C-4F54-8D17-1DA2423E1B9F}" type="presParOf" srcId="{95C09067-5E30-42CF-B1B9-55DC9A7DC6E3}" destId="{26760FE6-229B-4FE0-8E89-CE2713A48FDC}" srcOrd="1" destOrd="0" presId="urn:microsoft.com/office/officeart/2018/2/layout/IconLabelList"/>
    <dgm:cxn modelId="{962B9363-719B-488D-8E88-DFEE0112495C}" type="presParOf" srcId="{95C09067-5E30-42CF-B1B9-55DC9A7DC6E3}" destId="{E7B79443-79EE-4696-9D20-059AD897B2DF}" srcOrd="2" destOrd="0" presId="urn:microsoft.com/office/officeart/2018/2/layout/IconLabelList"/>
    <dgm:cxn modelId="{3390E780-A924-4F55-ABE8-9C1726D7CE57}" type="presParOf" srcId="{A1898947-EE65-4E6B-91B4-9D53427A6F59}" destId="{ABC37784-87F5-4646-94EB-A8F984F3091A}" srcOrd="1" destOrd="0" presId="urn:microsoft.com/office/officeart/2018/2/layout/IconLabelList"/>
    <dgm:cxn modelId="{6E803F61-841C-4E16-9D63-F5706344D1BF}" type="presParOf" srcId="{A1898947-EE65-4E6B-91B4-9D53427A6F59}" destId="{05B3878D-8AF9-44CD-BB27-B0F2805031B1}" srcOrd="2" destOrd="0" presId="urn:microsoft.com/office/officeart/2018/2/layout/IconLabelList"/>
    <dgm:cxn modelId="{383E3D6B-21ED-475C-BFC6-105ADFC1C1CB}" type="presParOf" srcId="{05B3878D-8AF9-44CD-BB27-B0F2805031B1}" destId="{E649DB7A-002A-4409-9EDB-0B9B1A3D7F5F}" srcOrd="0" destOrd="0" presId="urn:microsoft.com/office/officeart/2018/2/layout/IconLabelList"/>
    <dgm:cxn modelId="{6774883C-144B-478A-A613-BE8673300749}" type="presParOf" srcId="{05B3878D-8AF9-44CD-BB27-B0F2805031B1}" destId="{ADFA0FD6-9212-4DBD-9A2E-207E37F25C81}" srcOrd="1" destOrd="0" presId="urn:microsoft.com/office/officeart/2018/2/layout/IconLabelList"/>
    <dgm:cxn modelId="{D1FC6CBB-34B9-41C6-BF0E-A56AF4609E6E}" type="presParOf" srcId="{05B3878D-8AF9-44CD-BB27-B0F2805031B1}" destId="{5EAED423-AF73-4999-80E0-D2307BB5A389}" srcOrd="2" destOrd="0" presId="urn:microsoft.com/office/officeart/2018/2/layout/IconLabelList"/>
    <dgm:cxn modelId="{880BE8E8-EEAE-4156-8DE5-12B96EAA0837}" type="presParOf" srcId="{A1898947-EE65-4E6B-91B4-9D53427A6F59}" destId="{93EFFFB5-5862-4E7B-BF27-68E6CAD05302}" srcOrd="3" destOrd="0" presId="urn:microsoft.com/office/officeart/2018/2/layout/IconLabelList"/>
    <dgm:cxn modelId="{7DABBCEF-E394-4EF2-8B81-21250D6515EB}" type="presParOf" srcId="{A1898947-EE65-4E6B-91B4-9D53427A6F59}" destId="{E3E781EE-8045-4DBF-AB15-964132810FBF}" srcOrd="4" destOrd="0" presId="urn:microsoft.com/office/officeart/2018/2/layout/IconLabelList"/>
    <dgm:cxn modelId="{966C99EE-BD76-4BAF-979C-A37F2D42020F}" type="presParOf" srcId="{E3E781EE-8045-4DBF-AB15-964132810FBF}" destId="{BA86995B-4B98-47AA-BB7A-BD214D30D806}" srcOrd="0" destOrd="0" presId="urn:microsoft.com/office/officeart/2018/2/layout/IconLabelList"/>
    <dgm:cxn modelId="{638060FD-E0D9-4EAF-BB6C-32CA4628304E}" type="presParOf" srcId="{E3E781EE-8045-4DBF-AB15-964132810FBF}" destId="{1C451956-4C8E-42D3-A164-A34DA41EE7F4}" srcOrd="1" destOrd="0" presId="urn:microsoft.com/office/officeart/2018/2/layout/IconLabelList"/>
    <dgm:cxn modelId="{B4548C79-5473-4475-929F-D315595C706B}" type="presParOf" srcId="{E3E781EE-8045-4DBF-AB15-964132810FBF}" destId="{8C6F7C1F-F2C1-4706-9476-A80675E430F8}" srcOrd="2" destOrd="0" presId="urn:microsoft.com/office/officeart/2018/2/layout/IconLabelList"/>
    <dgm:cxn modelId="{5D9C2279-D05D-4980-B84F-D8C1B3146F3E}" type="presParOf" srcId="{A1898947-EE65-4E6B-91B4-9D53427A6F59}" destId="{4CCA8559-3945-48AE-93AC-7BBE68E554E9}" srcOrd="5" destOrd="0" presId="urn:microsoft.com/office/officeart/2018/2/layout/IconLabelList"/>
    <dgm:cxn modelId="{C9378902-E3B6-4236-AE1A-B9D6D7EE05DE}" type="presParOf" srcId="{A1898947-EE65-4E6B-91B4-9D53427A6F59}" destId="{2B4AEC59-3875-4733-809A-07179F712665}" srcOrd="6" destOrd="0" presId="urn:microsoft.com/office/officeart/2018/2/layout/IconLabelList"/>
    <dgm:cxn modelId="{68205DDC-2776-4CC3-AF99-5832461226D7}" type="presParOf" srcId="{2B4AEC59-3875-4733-809A-07179F712665}" destId="{6BD60D9D-D37E-48D8-A697-568594A56946}" srcOrd="0" destOrd="0" presId="urn:microsoft.com/office/officeart/2018/2/layout/IconLabelList"/>
    <dgm:cxn modelId="{2A91B83F-0D08-4231-809B-BA1A27181EA2}" type="presParOf" srcId="{2B4AEC59-3875-4733-809A-07179F712665}" destId="{7FBBA9B0-C944-40F1-990D-9C3CBCE9A279}" srcOrd="1" destOrd="0" presId="urn:microsoft.com/office/officeart/2018/2/layout/IconLabelList"/>
    <dgm:cxn modelId="{A60458C7-88DC-4DBE-B7B2-D66EFB1606E1}" type="presParOf" srcId="{2B4AEC59-3875-4733-809A-07179F712665}" destId="{8F8B3414-B1EB-4E93-9C22-23DAF22C40A6}" srcOrd="2" destOrd="0" presId="urn:microsoft.com/office/officeart/2018/2/layout/IconLabelList"/>
    <dgm:cxn modelId="{8A2EC91B-3F20-49ED-816C-0ACDE018F9E5}" type="presParOf" srcId="{A1898947-EE65-4E6B-91B4-9D53427A6F59}" destId="{A058F39E-2D7F-4AF1-B28F-F39469AAC056}" srcOrd="7" destOrd="0" presId="urn:microsoft.com/office/officeart/2018/2/layout/IconLabelList"/>
    <dgm:cxn modelId="{C5325FA5-55D7-444E-89DE-34F559C5C40E}" type="presParOf" srcId="{A1898947-EE65-4E6B-91B4-9D53427A6F59}" destId="{C2B82011-5874-4BB3-ACA4-4CEEFBDF7D57}" srcOrd="8" destOrd="0" presId="urn:microsoft.com/office/officeart/2018/2/layout/IconLabelList"/>
    <dgm:cxn modelId="{5FF49C4D-5B37-42E6-9800-99655140B67A}" type="presParOf" srcId="{C2B82011-5874-4BB3-ACA4-4CEEFBDF7D57}" destId="{1F1226C7-B346-46F2-8135-0346740FB3E9}" srcOrd="0" destOrd="0" presId="urn:microsoft.com/office/officeart/2018/2/layout/IconLabelList"/>
    <dgm:cxn modelId="{E88BC0A7-07C0-4641-9845-1D0F84B2AC31}" type="presParOf" srcId="{C2B82011-5874-4BB3-ACA4-4CEEFBDF7D57}" destId="{9C871A5B-6624-40AF-B9CA-3E9E763B706D}" srcOrd="1" destOrd="0" presId="urn:microsoft.com/office/officeart/2018/2/layout/IconLabelList"/>
    <dgm:cxn modelId="{2AF4453D-9A0A-4ED3-8546-C4FACFB90E79}" type="presParOf" srcId="{C2B82011-5874-4BB3-ACA4-4CEEFBDF7D57}" destId="{A5320778-A234-48ED-99A9-EC69C200120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5BAA423-072C-47FA-9EF2-31204F55BB36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0443ABA-812B-4BD6-A7F0-11E495D433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Plan Meetings</a:t>
          </a:r>
        </a:p>
      </dgm:t>
    </dgm:pt>
    <dgm:pt modelId="{2427B2D9-DBC6-4BDA-A6EF-E7743E3E083D}" type="parTrans" cxnId="{92EB1484-E74B-4A51-80E6-A73776DC8867}">
      <dgm:prSet/>
      <dgm:spPr/>
      <dgm:t>
        <a:bodyPr/>
        <a:lstStyle/>
        <a:p>
          <a:endParaRPr lang="en-US"/>
        </a:p>
      </dgm:t>
    </dgm:pt>
    <dgm:pt modelId="{10CB2552-CB5D-4BAC-8369-219C15F0B511}" type="sibTrans" cxnId="{92EB1484-E74B-4A51-80E6-A73776DC8867}">
      <dgm:prSet/>
      <dgm:spPr/>
      <dgm:t>
        <a:bodyPr/>
        <a:lstStyle/>
        <a:p>
          <a:endParaRPr lang="en-US"/>
        </a:p>
      </dgm:t>
    </dgm:pt>
    <dgm:pt modelId="{4A2312BA-188E-41D3-957D-6C3F66F194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Rotate Meetings</a:t>
          </a:r>
        </a:p>
      </dgm:t>
    </dgm:pt>
    <dgm:pt modelId="{FE60F725-EF5A-4FBC-8CED-927EC840EBB1}" type="parTrans" cxnId="{F380E8FF-F76E-4DD7-8D4B-5BEF980AB271}">
      <dgm:prSet/>
      <dgm:spPr/>
      <dgm:t>
        <a:bodyPr/>
        <a:lstStyle/>
        <a:p>
          <a:endParaRPr lang="en-US"/>
        </a:p>
      </dgm:t>
    </dgm:pt>
    <dgm:pt modelId="{7E8A7570-B738-41B2-9B0C-B9FD9953F67C}" type="sibTrans" cxnId="{F380E8FF-F76E-4DD7-8D4B-5BEF980AB271}">
      <dgm:prSet/>
      <dgm:spPr/>
      <dgm:t>
        <a:bodyPr/>
        <a:lstStyle/>
        <a:p>
          <a:endParaRPr lang="en-US"/>
        </a:p>
      </dgm:t>
    </dgm:pt>
    <dgm:pt modelId="{18FFD6A3-98ED-44C7-8AB4-970C79E053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Asynchronous Tools</a:t>
          </a:r>
        </a:p>
      </dgm:t>
    </dgm:pt>
    <dgm:pt modelId="{6901816C-2048-4022-9B46-E4D90E1E5016}" type="parTrans" cxnId="{27495ADF-77F9-455E-B41C-09DA70D5B12A}">
      <dgm:prSet/>
      <dgm:spPr/>
      <dgm:t>
        <a:bodyPr/>
        <a:lstStyle/>
        <a:p>
          <a:endParaRPr lang="en-US"/>
        </a:p>
      </dgm:t>
    </dgm:pt>
    <dgm:pt modelId="{14CEEC2E-06D4-4CAC-8487-CC51F9E50FCE}" type="sibTrans" cxnId="{27495ADF-77F9-455E-B41C-09DA70D5B12A}">
      <dgm:prSet/>
      <dgm:spPr/>
      <dgm:t>
        <a:bodyPr/>
        <a:lstStyle/>
        <a:p>
          <a:endParaRPr lang="en-US"/>
        </a:p>
      </dgm:t>
    </dgm:pt>
    <dgm:pt modelId="{5B089682-359F-4F7D-A2D8-20B977B14C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Holidays &amp; Working hours</a:t>
          </a:r>
        </a:p>
      </dgm:t>
    </dgm:pt>
    <dgm:pt modelId="{360E7974-87C0-4E49-95CE-40D7E9352C28}" type="parTrans" cxnId="{26C237E0-36EC-4DF8-9547-E29A2A4F1820}">
      <dgm:prSet/>
      <dgm:spPr/>
      <dgm:t>
        <a:bodyPr/>
        <a:lstStyle/>
        <a:p>
          <a:endParaRPr lang="en-US"/>
        </a:p>
      </dgm:t>
    </dgm:pt>
    <dgm:pt modelId="{F2631CDA-0F53-4827-B907-4BE092829E44}" type="sibTrans" cxnId="{26C237E0-36EC-4DF8-9547-E29A2A4F1820}">
      <dgm:prSet/>
      <dgm:spPr/>
      <dgm:t>
        <a:bodyPr/>
        <a:lstStyle/>
        <a:p>
          <a:endParaRPr lang="en-US"/>
        </a:p>
      </dgm:t>
    </dgm:pt>
    <dgm:pt modelId="{1886F45E-69C1-6E41-AE39-577D0FADBD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Decision making</a:t>
          </a:r>
        </a:p>
      </dgm:t>
    </dgm:pt>
    <dgm:pt modelId="{74F09B8B-7A61-4645-B89B-834EB8C2EB01}" type="parTrans" cxnId="{6754147E-E966-4C4C-96F0-545A9E4EE5B3}">
      <dgm:prSet/>
      <dgm:spPr/>
      <dgm:t>
        <a:bodyPr/>
        <a:lstStyle/>
        <a:p>
          <a:endParaRPr lang="en-GB"/>
        </a:p>
      </dgm:t>
    </dgm:pt>
    <dgm:pt modelId="{F8D544D1-06FE-294F-8D0B-46134042CE5A}" type="sibTrans" cxnId="{6754147E-E966-4C4C-96F0-545A9E4EE5B3}">
      <dgm:prSet/>
      <dgm:spPr/>
      <dgm:t>
        <a:bodyPr/>
        <a:lstStyle/>
        <a:p>
          <a:endParaRPr lang="en-GB"/>
        </a:p>
      </dgm:t>
    </dgm:pt>
    <dgm:pt modelId="{53A6E6DB-3691-409A-ADE4-EA94BFE3CD2A}" type="pres">
      <dgm:prSet presAssocID="{15BAA423-072C-47FA-9EF2-31204F55BB36}" presName="root" presStyleCnt="0">
        <dgm:presLayoutVars>
          <dgm:dir/>
          <dgm:resizeHandles val="exact"/>
        </dgm:presLayoutVars>
      </dgm:prSet>
      <dgm:spPr/>
    </dgm:pt>
    <dgm:pt modelId="{10C8433D-9F59-4DC7-994D-2FDA4584DB1D}" type="pres">
      <dgm:prSet presAssocID="{D0443ABA-812B-4BD6-A7F0-11E495D43385}" presName="compNode" presStyleCnt="0"/>
      <dgm:spPr/>
    </dgm:pt>
    <dgm:pt modelId="{A257B964-D8C8-4553-98D8-4583B2C7A591}" type="pres">
      <dgm:prSet presAssocID="{D0443ABA-812B-4BD6-A7F0-11E495D433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2058A851-48E0-439F-AAE6-FAD373E148FE}" type="pres">
      <dgm:prSet presAssocID="{D0443ABA-812B-4BD6-A7F0-11E495D43385}" presName="spaceRect" presStyleCnt="0"/>
      <dgm:spPr/>
    </dgm:pt>
    <dgm:pt modelId="{3BE092EE-071A-4DE7-A223-86E51AB8134E}" type="pres">
      <dgm:prSet presAssocID="{D0443ABA-812B-4BD6-A7F0-11E495D43385}" presName="textRect" presStyleLbl="revTx" presStyleIdx="0" presStyleCnt="5">
        <dgm:presLayoutVars>
          <dgm:chMax val="1"/>
          <dgm:chPref val="1"/>
        </dgm:presLayoutVars>
      </dgm:prSet>
      <dgm:spPr/>
    </dgm:pt>
    <dgm:pt modelId="{F5FA0370-9DD7-4DA7-BE96-391F6F630DD3}" type="pres">
      <dgm:prSet presAssocID="{10CB2552-CB5D-4BAC-8369-219C15F0B511}" presName="sibTrans" presStyleCnt="0"/>
      <dgm:spPr/>
    </dgm:pt>
    <dgm:pt modelId="{CC31C04B-EB31-4FB4-9D08-C151E4C0F712}" type="pres">
      <dgm:prSet presAssocID="{4A2312BA-188E-41D3-957D-6C3F66F194BE}" presName="compNode" presStyleCnt="0"/>
      <dgm:spPr/>
    </dgm:pt>
    <dgm:pt modelId="{E5D76D4C-C636-4ACD-8CC9-DE4D55DBE963}" type="pres">
      <dgm:prSet presAssocID="{4A2312BA-188E-41D3-957D-6C3F66F194B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E1EDF51-1409-4B22-8F12-37C0A6100448}" type="pres">
      <dgm:prSet presAssocID="{4A2312BA-188E-41D3-957D-6C3F66F194BE}" presName="spaceRect" presStyleCnt="0"/>
      <dgm:spPr/>
    </dgm:pt>
    <dgm:pt modelId="{E9A00752-2F31-419B-9EB5-5AAD21F85A71}" type="pres">
      <dgm:prSet presAssocID="{4A2312BA-188E-41D3-957D-6C3F66F194BE}" presName="textRect" presStyleLbl="revTx" presStyleIdx="1" presStyleCnt="5">
        <dgm:presLayoutVars>
          <dgm:chMax val="1"/>
          <dgm:chPref val="1"/>
        </dgm:presLayoutVars>
      </dgm:prSet>
      <dgm:spPr/>
    </dgm:pt>
    <dgm:pt modelId="{D139E258-F697-4797-8CE6-D8E1E9C05E90}" type="pres">
      <dgm:prSet presAssocID="{7E8A7570-B738-41B2-9B0C-B9FD9953F67C}" presName="sibTrans" presStyleCnt="0"/>
      <dgm:spPr/>
    </dgm:pt>
    <dgm:pt modelId="{7A412D55-B156-4E76-9357-D712FAADA3AE}" type="pres">
      <dgm:prSet presAssocID="{18FFD6A3-98ED-44C7-8AB4-970C79E05351}" presName="compNode" presStyleCnt="0"/>
      <dgm:spPr/>
    </dgm:pt>
    <dgm:pt modelId="{7853BCC9-99C8-40DE-BD6E-BD156517EAEF}" type="pres">
      <dgm:prSet presAssocID="{18FFD6A3-98ED-44C7-8AB4-970C79E0535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FF1E7409-23EF-4DD4-BE9A-F807FD397D4C}" type="pres">
      <dgm:prSet presAssocID="{18FFD6A3-98ED-44C7-8AB4-970C79E05351}" presName="spaceRect" presStyleCnt="0"/>
      <dgm:spPr/>
    </dgm:pt>
    <dgm:pt modelId="{07DF6D4D-124D-48BC-A107-10F1ECE01C72}" type="pres">
      <dgm:prSet presAssocID="{18FFD6A3-98ED-44C7-8AB4-970C79E05351}" presName="textRect" presStyleLbl="revTx" presStyleIdx="2" presStyleCnt="5">
        <dgm:presLayoutVars>
          <dgm:chMax val="1"/>
          <dgm:chPref val="1"/>
        </dgm:presLayoutVars>
      </dgm:prSet>
      <dgm:spPr/>
    </dgm:pt>
    <dgm:pt modelId="{DFC34AAE-AAC2-489C-999A-74C886396C51}" type="pres">
      <dgm:prSet presAssocID="{14CEEC2E-06D4-4CAC-8487-CC51F9E50FCE}" presName="sibTrans" presStyleCnt="0"/>
      <dgm:spPr/>
    </dgm:pt>
    <dgm:pt modelId="{A0312049-44F9-AC43-B972-3A36F74618A7}" type="pres">
      <dgm:prSet presAssocID="{1886F45E-69C1-6E41-AE39-577D0FADBD13}" presName="compNode" presStyleCnt="0"/>
      <dgm:spPr/>
    </dgm:pt>
    <dgm:pt modelId="{81A8725F-1334-CA49-A3D4-EBC944AE0D0B}" type="pres">
      <dgm:prSet presAssocID="{1886F45E-69C1-6E41-AE39-577D0FADBD1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 with solid fill"/>
        </a:ext>
      </dgm:extLst>
    </dgm:pt>
    <dgm:pt modelId="{C4671356-0CD9-744D-8416-40C84142028E}" type="pres">
      <dgm:prSet presAssocID="{1886F45E-69C1-6E41-AE39-577D0FADBD13}" presName="spaceRect" presStyleCnt="0"/>
      <dgm:spPr/>
    </dgm:pt>
    <dgm:pt modelId="{23ABC926-F3A4-1E48-AFD0-FA3CA4CB9ACC}" type="pres">
      <dgm:prSet presAssocID="{1886F45E-69C1-6E41-AE39-577D0FADBD13}" presName="textRect" presStyleLbl="revTx" presStyleIdx="3" presStyleCnt="5">
        <dgm:presLayoutVars>
          <dgm:chMax val="1"/>
          <dgm:chPref val="1"/>
        </dgm:presLayoutVars>
      </dgm:prSet>
      <dgm:spPr/>
    </dgm:pt>
    <dgm:pt modelId="{56980E90-BA71-2348-AA4C-4C9FDDA23230}" type="pres">
      <dgm:prSet presAssocID="{F8D544D1-06FE-294F-8D0B-46134042CE5A}" presName="sibTrans" presStyleCnt="0"/>
      <dgm:spPr/>
    </dgm:pt>
    <dgm:pt modelId="{4A615A38-8C50-4C73-8688-2DB8E300AE55}" type="pres">
      <dgm:prSet presAssocID="{5B089682-359F-4F7D-A2D8-20B977B14CAE}" presName="compNode" presStyleCnt="0"/>
      <dgm:spPr/>
    </dgm:pt>
    <dgm:pt modelId="{37C3743B-91EA-4C25-861D-DD83FD56D38C}" type="pres">
      <dgm:prSet presAssocID="{5B089682-359F-4F7D-A2D8-20B977B14C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62C7C4F2-0BEB-400E-85BC-CBAE19F03BD0}" type="pres">
      <dgm:prSet presAssocID="{5B089682-359F-4F7D-A2D8-20B977B14CAE}" presName="spaceRect" presStyleCnt="0"/>
      <dgm:spPr/>
    </dgm:pt>
    <dgm:pt modelId="{789AA384-48F5-48E9-8C94-928657FD90F4}" type="pres">
      <dgm:prSet presAssocID="{5B089682-359F-4F7D-A2D8-20B977B14CA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2D7D935-42CD-48BE-A0FE-8535B9DC0CC6}" type="presOf" srcId="{5B089682-359F-4F7D-A2D8-20B977B14CAE}" destId="{789AA384-48F5-48E9-8C94-928657FD90F4}" srcOrd="0" destOrd="0" presId="urn:microsoft.com/office/officeart/2018/2/layout/IconLabelList"/>
    <dgm:cxn modelId="{96140450-EF52-4103-A116-F9FCD29AF118}" type="presOf" srcId="{15BAA423-072C-47FA-9EF2-31204F55BB36}" destId="{53A6E6DB-3691-409A-ADE4-EA94BFE3CD2A}" srcOrd="0" destOrd="0" presId="urn:microsoft.com/office/officeart/2018/2/layout/IconLabelList"/>
    <dgm:cxn modelId="{972F6566-1AD8-8146-9694-DC9DFA1E7218}" type="presOf" srcId="{1886F45E-69C1-6E41-AE39-577D0FADBD13}" destId="{23ABC926-F3A4-1E48-AFD0-FA3CA4CB9ACC}" srcOrd="0" destOrd="0" presId="urn:microsoft.com/office/officeart/2018/2/layout/IconLabelList"/>
    <dgm:cxn modelId="{30888B7C-2A78-4A09-B6A2-98B4C887548D}" type="presOf" srcId="{D0443ABA-812B-4BD6-A7F0-11E495D43385}" destId="{3BE092EE-071A-4DE7-A223-86E51AB8134E}" srcOrd="0" destOrd="0" presId="urn:microsoft.com/office/officeart/2018/2/layout/IconLabelList"/>
    <dgm:cxn modelId="{6754147E-E966-4C4C-96F0-545A9E4EE5B3}" srcId="{15BAA423-072C-47FA-9EF2-31204F55BB36}" destId="{1886F45E-69C1-6E41-AE39-577D0FADBD13}" srcOrd="3" destOrd="0" parTransId="{74F09B8B-7A61-4645-B89B-834EB8C2EB01}" sibTransId="{F8D544D1-06FE-294F-8D0B-46134042CE5A}"/>
    <dgm:cxn modelId="{12A11284-D434-4D23-8786-27D25EA8A99C}" type="presOf" srcId="{18FFD6A3-98ED-44C7-8AB4-970C79E05351}" destId="{07DF6D4D-124D-48BC-A107-10F1ECE01C72}" srcOrd="0" destOrd="0" presId="urn:microsoft.com/office/officeart/2018/2/layout/IconLabelList"/>
    <dgm:cxn modelId="{92EB1484-E74B-4A51-80E6-A73776DC8867}" srcId="{15BAA423-072C-47FA-9EF2-31204F55BB36}" destId="{D0443ABA-812B-4BD6-A7F0-11E495D43385}" srcOrd="0" destOrd="0" parTransId="{2427B2D9-DBC6-4BDA-A6EF-E7743E3E083D}" sibTransId="{10CB2552-CB5D-4BAC-8369-219C15F0B511}"/>
    <dgm:cxn modelId="{D06A69A3-9A1E-4316-BFF4-18E876018E7A}" type="presOf" srcId="{4A2312BA-188E-41D3-957D-6C3F66F194BE}" destId="{E9A00752-2F31-419B-9EB5-5AAD21F85A71}" srcOrd="0" destOrd="0" presId="urn:microsoft.com/office/officeart/2018/2/layout/IconLabelList"/>
    <dgm:cxn modelId="{27495ADF-77F9-455E-B41C-09DA70D5B12A}" srcId="{15BAA423-072C-47FA-9EF2-31204F55BB36}" destId="{18FFD6A3-98ED-44C7-8AB4-970C79E05351}" srcOrd="2" destOrd="0" parTransId="{6901816C-2048-4022-9B46-E4D90E1E5016}" sibTransId="{14CEEC2E-06D4-4CAC-8487-CC51F9E50FCE}"/>
    <dgm:cxn modelId="{26C237E0-36EC-4DF8-9547-E29A2A4F1820}" srcId="{15BAA423-072C-47FA-9EF2-31204F55BB36}" destId="{5B089682-359F-4F7D-A2D8-20B977B14CAE}" srcOrd="4" destOrd="0" parTransId="{360E7974-87C0-4E49-95CE-40D7E9352C28}" sibTransId="{F2631CDA-0F53-4827-B907-4BE092829E44}"/>
    <dgm:cxn modelId="{F380E8FF-F76E-4DD7-8D4B-5BEF980AB271}" srcId="{15BAA423-072C-47FA-9EF2-31204F55BB36}" destId="{4A2312BA-188E-41D3-957D-6C3F66F194BE}" srcOrd="1" destOrd="0" parTransId="{FE60F725-EF5A-4FBC-8CED-927EC840EBB1}" sibTransId="{7E8A7570-B738-41B2-9B0C-B9FD9953F67C}"/>
    <dgm:cxn modelId="{D6ACB9C5-A1E0-4304-98CC-3AD082C3C39B}" type="presParOf" srcId="{53A6E6DB-3691-409A-ADE4-EA94BFE3CD2A}" destId="{10C8433D-9F59-4DC7-994D-2FDA4584DB1D}" srcOrd="0" destOrd="0" presId="urn:microsoft.com/office/officeart/2018/2/layout/IconLabelList"/>
    <dgm:cxn modelId="{B3CC374C-E452-40B3-A78C-7C574F6A19B4}" type="presParOf" srcId="{10C8433D-9F59-4DC7-994D-2FDA4584DB1D}" destId="{A257B964-D8C8-4553-98D8-4583B2C7A591}" srcOrd="0" destOrd="0" presId="urn:microsoft.com/office/officeart/2018/2/layout/IconLabelList"/>
    <dgm:cxn modelId="{C3EF5118-0140-4E4A-8737-9757D05FBC3E}" type="presParOf" srcId="{10C8433D-9F59-4DC7-994D-2FDA4584DB1D}" destId="{2058A851-48E0-439F-AAE6-FAD373E148FE}" srcOrd="1" destOrd="0" presId="urn:microsoft.com/office/officeart/2018/2/layout/IconLabelList"/>
    <dgm:cxn modelId="{FD8F25D1-5AE0-4146-B228-A47F0F26AEF9}" type="presParOf" srcId="{10C8433D-9F59-4DC7-994D-2FDA4584DB1D}" destId="{3BE092EE-071A-4DE7-A223-86E51AB8134E}" srcOrd="2" destOrd="0" presId="urn:microsoft.com/office/officeart/2018/2/layout/IconLabelList"/>
    <dgm:cxn modelId="{88C0E211-EAAA-456F-8C59-6FAB02647D83}" type="presParOf" srcId="{53A6E6DB-3691-409A-ADE4-EA94BFE3CD2A}" destId="{F5FA0370-9DD7-4DA7-BE96-391F6F630DD3}" srcOrd="1" destOrd="0" presId="urn:microsoft.com/office/officeart/2018/2/layout/IconLabelList"/>
    <dgm:cxn modelId="{8FEDFA35-1233-4A1F-93F3-05C7A43A2270}" type="presParOf" srcId="{53A6E6DB-3691-409A-ADE4-EA94BFE3CD2A}" destId="{CC31C04B-EB31-4FB4-9D08-C151E4C0F712}" srcOrd="2" destOrd="0" presId="urn:microsoft.com/office/officeart/2018/2/layout/IconLabelList"/>
    <dgm:cxn modelId="{A4F8BE51-2A32-44E5-8CE4-CBAD60129B3E}" type="presParOf" srcId="{CC31C04B-EB31-4FB4-9D08-C151E4C0F712}" destId="{E5D76D4C-C636-4ACD-8CC9-DE4D55DBE963}" srcOrd="0" destOrd="0" presId="urn:microsoft.com/office/officeart/2018/2/layout/IconLabelList"/>
    <dgm:cxn modelId="{C22F6014-A764-4364-94A2-B0D4826CFA25}" type="presParOf" srcId="{CC31C04B-EB31-4FB4-9D08-C151E4C0F712}" destId="{FE1EDF51-1409-4B22-8F12-37C0A6100448}" srcOrd="1" destOrd="0" presId="urn:microsoft.com/office/officeart/2018/2/layout/IconLabelList"/>
    <dgm:cxn modelId="{C8EC4923-7F12-48F7-9674-505D01DA80C2}" type="presParOf" srcId="{CC31C04B-EB31-4FB4-9D08-C151E4C0F712}" destId="{E9A00752-2F31-419B-9EB5-5AAD21F85A71}" srcOrd="2" destOrd="0" presId="urn:microsoft.com/office/officeart/2018/2/layout/IconLabelList"/>
    <dgm:cxn modelId="{DD497F0A-5E7D-4DA9-BA1C-52F66572C950}" type="presParOf" srcId="{53A6E6DB-3691-409A-ADE4-EA94BFE3CD2A}" destId="{D139E258-F697-4797-8CE6-D8E1E9C05E90}" srcOrd="3" destOrd="0" presId="urn:microsoft.com/office/officeart/2018/2/layout/IconLabelList"/>
    <dgm:cxn modelId="{BEFEC501-B531-4073-8788-9E059B40DD53}" type="presParOf" srcId="{53A6E6DB-3691-409A-ADE4-EA94BFE3CD2A}" destId="{7A412D55-B156-4E76-9357-D712FAADA3AE}" srcOrd="4" destOrd="0" presId="urn:microsoft.com/office/officeart/2018/2/layout/IconLabelList"/>
    <dgm:cxn modelId="{0C35A339-120A-4FBE-951F-7D044B617E36}" type="presParOf" srcId="{7A412D55-B156-4E76-9357-D712FAADA3AE}" destId="{7853BCC9-99C8-40DE-BD6E-BD156517EAEF}" srcOrd="0" destOrd="0" presId="urn:microsoft.com/office/officeart/2018/2/layout/IconLabelList"/>
    <dgm:cxn modelId="{EE1DAA02-0ABA-4FC8-89E3-339B7C21CA26}" type="presParOf" srcId="{7A412D55-B156-4E76-9357-D712FAADA3AE}" destId="{FF1E7409-23EF-4DD4-BE9A-F807FD397D4C}" srcOrd="1" destOrd="0" presId="urn:microsoft.com/office/officeart/2018/2/layout/IconLabelList"/>
    <dgm:cxn modelId="{ED356E8D-AB41-42EB-8EFC-5961A02839B3}" type="presParOf" srcId="{7A412D55-B156-4E76-9357-D712FAADA3AE}" destId="{07DF6D4D-124D-48BC-A107-10F1ECE01C72}" srcOrd="2" destOrd="0" presId="urn:microsoft.com/office/officeart/2018/2/layout/IconLabelList"/>
    <dgm:cxn modelId="{47973162-57B2-4A10-89F2-D04ECAC82169}" type="presParOf" srcId="{53A6E6DB-3691-409A-ADE4-EA94BFE3CD2A}" destId="{DFC34AAE-AAC2-489C-999A-74C886396C51}" srcOrd="5" destOrd="0" presId="urn:microsoft.com/office/officeart/2018/2/layout/IconLabelList"/>
    <dgm:cxn modelId="{DE8CE462-508F-2B41-B0A4-E2139B001B76}" type="presParOf" srcId="{53A6E6DB-3691-409A-ADE4-EA94BFE3CD2A}" destId="{A0312049-44F9-AC43-B972-3A36F74618A7}" srcOrd="6" destOrd="0" presId="urn:microsoft.com/office/officeart/2018/2/layout/IconLabelList"/>
    <dgm:cxn modelId="{4A526B59-4075-D94A-98A4-2866457C9085}" type="presParOf" srcId="{A0312049-44F9-AC43-B972-3A36F74618A7}" destId="{81A8725F-1334-CA49-A3D4-EBC944AE0D0B}" srcOrd="0" destOrd="0" presId="urn:microsoft.com/office/officeart/2018/2/layout/IconLabelList"/>
    <dgm:cxn modelId="{81CD6556-00E4-CF49-AF7F-76199E77AA7B}" type="presParOf" srcId="{A0312049-44F9-AC43-B972-3A36F74618A7}" destId="{C4671356-0CD9-744D-8416-40C84142028E}" srcOrd="1" destOrd="0" presId="urn:microsoft.com/office/officeart/2018/2/layout/IconLabelList"/>
    <dgm:cxn modelId="{64204F03-0E23-5140-BF49-772175EAF0A8}" type="presParOf" srcId="{A0312049-44F9-AC43-B972-3A36F74618A7}" destId="{23ABC926-F3A4-1E48-AFD0-FA3CA4CB9ACC}" srcOrd="2" destOrd="0" presId="urn:microsoft.com/office/officeart/2018/2/layout/IconLabelList"/>
    <dgm:cxn modelId="{85086C6A-7184-244D-817A-28A96294D399}" type="presParOf" srcId="{53A6E6DB-3691-409A-ADE4-EA94BFE3CD2A}" destId="{56980E90-BA71-2348-AA4C-4C9FDDA23230}" srcOrd="7" destOrd="0" presId="urn:microsoft.com/office/officeart/2018/2/layout/IconLabelList"/>
    <dgm:cxn modelId="{99BDBABF-0D67-4D32-9245-90FEE7FE0C16}" type="presParOf" srcId="{53A6E6DB-3691-409A-ADE4-EA94BFE3CD2A}" destId="{4A615A38-8C50-4C73-8688-2DB8E300AE55}" srcOrd="8" destOrd="0" presId="urn:microsoft.com/office/officeart/2018/2/layout/IconLabelList"/>
    <dgm:cxn modelId="{CE4EBB6E-3DF8-4507-A1B0-D1D17CDB40D4}" type="presParOf" srcId="{4A615A38-8C50-4C73-8688-2DB8E300AE55}" destId="{37C3743B-91EA-4C25-861D-DD83FD56D38C}" srcOrd="0" destOrd="0" presId="urn:microsoft.com/office/officeart/2018/2/layout/IconLabelList"/>
    <dgm:cxn modelId="{A1ED0F83-4252-44AD-B227-B159D0944BAB}" type="presParOf" srcId="{4A615A38-8C50-4C73-8688-2DB8E300AE55}" destId="{62C7C4F2-0BEB-400E-85BC-CBAE19F03BD0}" srcOrd="1" destOrd="0" presId="urn:microsoft.com/office/officeart/2018/2/layout/IconLabelList"/>
    <dgm:cxn modelId="{09324E54-5D21-4E47-A546-0854CCD7B79A}" type="presParOf" srcId="{4A615A38-8C50-4C73-8688-2DB8E300AE55}" destId="{789AA384-48F5-48E9-8C94-928657FD90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922921-1273-4208-86F3-BBAABACFD8B5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82584AA-3672-459C-871D-9C13362DC5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Plan ahead</a:t>
          </a:r>
        </a:p>
      </dgm:t>
    </dgm:pt>
    <dgm:pt modelId="{451BB513-49ED-4B4F-BAEF-E5ABC8C0C620}" type="parTrans" cxnId="{40154AD6-69D9-4122-ACC1-6E12C7E427F0}">
      <dgm:prSet/>
      <dgm:spPr/>
      <dgm:t>
        <a:bodyPr/>
        <a:lstStyle/>
        <a:p>
          <a:endParaRPr lang="en-US"/>
        </a:p>
      </dgm:t>
    </dgm:pt>
    <dgm:pt modelId="{76FB441D-BC54-4B0F-8BA2-A7B53569E9DF}" type="sibTrans" cxnId="{40154AD6-69D9-4122-ACC1-6E12C7E427F0}">
      <dgm:prSet/>
      <dgm:spPr/>
      <dgm:t>
        <a:bodyPr/>
        <a:lstStyle/>
        <a:p>
          <a:endParaRPr lang="en-US"/>
        </a:p>
      </dgm:t>
    </dgm:pt>
    <dgm:pt modelId="{B1D6E929-0D1B-4259-821B-8009CE6E19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Put time on the calendar</a:t>
          </a:r>
        </a:p>
      </dgm:t>
    </dgm:pt>
    <dgm:pt modelId="{4EDCA8F8-6EF5-4688-A6BE-1A447874360D}" type="parTrans" cxnId="{52791961-51AD-4EE3-9DF8-9629F6F1399D}">
      <dgm:prSet/>
      <dgm:spPr/>
      <dgm:t>
        <a:bodyPr/>
        <a:lstStyle/>
        <a:p>
          <a:endParaRPr lang="en-US"/>
        </a:p>
      </dgm:t>
    </dgm:pt>
    <dgm:pt modelId="{2CDF8B06-E21C-4342-BEB1-C58F16A8159F}" type="sibTrans" cxnId="{52791961-51AD-4EE3-9DF8-9629F6F1399D}">
      <dgm:prSet/>
      <dgm:spPr/>
      <dgm:t>
        <a:bodyPr/>
        <a:lstStyle/>
        <a:p>
          <a:endParaRPr lang="en-US"/>
        </a:p>
      </dgm:t>
    </dgm:pt>
    <dgm:pt modelId="{FB41DD13-7798-47A4-987B-538EBE62F6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Leverage written communication</a:t>
          </a:r>
        </a:p>
      </dgm:t>
    </dgm:pt>
    <dgm:pt modelId="{DB29564B-E781-47EB-B589-0FAC9C450C0C}" type="parTrans" cxnId="{6C06BEC8-EF39-480D-B140-E745E3B0E3C3}">
      <dgm:prSet/>
      <dgm:spPr/>
      <dgm:t>
        <a:bodyPr/>
        <a:lstStyle/>
        <a:p>
          <a:endParaRPr lang="en-US"/>
        </a:p>
      </dgm:t>
    </dgm:pt>
    <dgm:pt modelId="{6CD33A79-D4A3-41D1-9364-6E5E4DC4F923}" type="sibTrans" cxnId="{6C06BEC8-EF39-480D-B140-E745E3B0E3C3}">
      <dgm:prSet/>
      <dgm:spPr/>
      <dgm:t>
        <a:bodyPr/>
        <a:lstStyle/>
        <a:p>
          <a:endParaRPr lang="en-US"/>
        </a:p>
      </dgm:t>
    </dgm:pt>
    <dgm:pt modelId="{299AE374-1850-4B31-93E0-8787F82873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your energy</a:t>
          </a:r>
        </a:p>
      </dgm:t>
    </dgm:pt>
    <dgm:pt modelId="{B1D14D9A-D303-4A62-933D-67711A21A9A7}" type="parTrans" cxnId="{1D3F92F3-6966-4974-AA0E-6E030330C7B1}">
      <dgm:prSet/>
      <dgm:spPr/>
      <dgm:t>
        <a:bodyPr/>
        <a:lstStyle/>
        <a:p>
          <a:endParaRPr lang="en-US"/>
        </a:p>
      </dgm:t>
    </dgm:pt>
    <dgm:pt modelId="{31DC7C0A-1CE8-4F4D-B1CA-05DA0A4F773C}" type="sibTrans" cxnId="{1D3F92F3-6966-4974-AA0E-6E030330C7B1}">
      <dgm:prSet/>
      <dgm:spPr/>
      <dgm:t>
        <a:bodyPr/>
        <a:lstStyle/>
        <a:p>
          <a:endParaRPr lang="en-US"/>
        </a:p>
      </dgm:t>
    </dgm:pt>
    <dgm:pt modelId="{73D1DF8F-9D07-4CC8-A46F-811FA4878C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your strength – Listening</a:t>
          </a:r>
        </a:p>
      </dgm:t>
    </dgm:pt>
    <dgm:pt modelId="{DF748D9D-9CCE-434C-B233-A34311D0CF92}" type="parTrans" cxnId="{ED46A698-BD39-48A6-B8F2-4AF9F8FE7143}">
      <dgm:prSet/>
      <dgm:spPr/>
      <dgm:t>
        <a:bodyPr/>
        <a:lstStyle/>
        <a:p>
          <a:endParaRPr lang="en-US"/>
        </a:p>
      </dgm:t>
    </dgm:pt>
    <dgm:pt modelId="{174F0ADE-3BC3-4978-8EB8-74A73DE669ED}" type="sibTrans" cxnId="{ED46A698-BD39-48A6-B8F2-4AF9F8FE7143}">
      <dgm:prSet/>
      <dgm:spPr/>
      <dgm:t>
        <a:bodyPr/>
        <a:lstStyle/>
        <a:p>
          <a:endParaRPr lang="en-US"/>
        </a:p>
      </dgm:t>
    </dgm:pt>
    <dgm:pt modelId="{DFD4DC45-4FA2-43A5-A8BF-826BC768433E}" type="pres">
      <dgm:prSet presAssocID="{77922921-1273-4208-86F3-BBAABACFD8B5}" presName="root" presStyleCnt="0">
        <dgm:presLayoutVars>
          <dgm:dir/>
          <dgm:resizeHandles val="exact"/>
        </dgm:presLayoutVars>
      </dgm:prSet>
      <dgm:spPr/>
    </dgm:pt>
    <dgm:pt modelId="{E619C623-9FF0-4496-96C3-31EB4373CA0B}" type="pres">
      <dgm:prSet presAssocID="{882584AA-3672-459C-871D-9C13362DC5CC}" presName="compNode" presStyleCnt="0"/>
      <dgm:spPr/>
    </dgm:pt>
    <dgm:pt modelId="{906EB3BB-52F0-4B56-87D1-0BA0B380BDB0}" type="pres">
      <dgm:prSet presAssocID="{882584AA-3672-459C-871D-9C13362DC5C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16AD53C-6619-463E-BE07-8EE586ADEC20}" type="pres">
      <dgm:prSet presAssocID="{882584AA-3672-459C-871D-9C13362DC5CC}" presName="spaceRect" presStyleCnt="0"/>
      <dgm:spPr/>
    </dgm:pt>
    <dgm:pt modelId="{780D8D70-98C7-4244-BB34-FB2B287B6778}" type="pres">
      <dgm:prSet presAssocID="{882584AA-3672-459C-871D-9C13362DC5CC}" presName="textRect" presStyleLbl="revTx" presStyleIdx="0" presStyleCnt="5">
        <dgm:presLayoutVars>
          <dgm:chMax val="1"/>
          <dgm:chPref val="1"/>
        </dgm:presLayoutVars>
      </dgm:prSet>
      <dgm:spPr/>
    </dgm:pt>
    <dgm:pt modelId="{3D817B8C-569B-468B-AC87-61E2397FCDBD}" type="pres">
      <dgm:prSet presAssocID="{76FB441D-BC54-4B0F-8BA2-A7B53569E9DF}" presName="sibTrans" presStyleCnt="0"/>
      <dgm:spPr/>
    </dgm:pt>
    <dgm:pt modelId="{157A83D0-E0BB-4C5F-8946-2EFA8A474E3C}" type="pres">
      <dgm:prSet presAssocID="{B1D6E929-0D1B-4259-821B-8009CE6E199D}" presName="compNode" presStyleCnt="0"/>
      <dgm:spPr/>
    </dgm:pt>
    <dgm:pt modelId="{1CF30317-24C8-4943-8F02-F3F5F391523F}" type="pres">
      <dgm:prSet presAssocID="{B1D6E929-0D1B-4259-821B-8009CE6E199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03233845-7AE6-4FCF-82FC-F35A013BF784}" type="pres">
      <dgm:prSet presAssocID="{B1D6E929-0D1B-4259-821B-8009CE6E199D}" presName="spaceRect" presStyleCnt="0"/>
      <dgm:spPr/>
    </dgm:pt>
    <dgm:pt modelId="{BF4589DA-F7C4-4EA6-8E6B-53D15B1BFB79}" type="pres">
      <dgm:prSet presAssocID="{B1D6E929-0D1B-4259-821B-8009CE6E199D}" presName="textRect" presStyleLbl="revTx" presStyleIdx="1" presStyleCnt="5">
        <dgm:presLayoutVars>
          <dgm:chMax val="1"/>
          <dgm:chPref val="1"/>
        </dgm:presLayoutVars>
      </dgm:prSet>
      <dgm:spPr/>
    </dgm:pt>
    <dgm:pt modelId="{CFC21F12-653F-41AD-B1F4-9604C5044A14}" type="pres">
      <dgm:prSet presAssocID="{2CDF8B06-E21C-4342-BEB1-C58F16A8159F}" presName="sibTrans" presStyleCnt="0"/>
      <dgm:spPr/>
    </dgm:pt>
    <dgm:pt modelId="{A3D15638-8E3F-4F02-8E65-E5D191A8DB74}" type="pres">
      <dgm:prSet presAssocID="{73D1DF8F-9D07-4CC8-A46F-811FA4878C09}" presName="compNode" presStyleCnt="0"/>
      <dgm:spPr/>
    </dgm:pt>
    <dgm:pt modelId="{9E82E624-57FF-424F-944A-7DCDCCC37FC6}" type="pres">
      <dgm:prSet presAssocID="{73D1DF8F-9D07-4CC8-A46F-811FA4878C0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5779C1B0-AD86-4CB2-8B77-B9DBDDF726A4}" type="pres">
      <dgm:prSet presAssocID="{73D1DF8F-9D07-4CC8-A46F-811FA4878C09}" presName="spaceRect" presStyleCnt="0"/>
      <dgm:spPr/>
    </dgm:pt>
    <dgm:pt modelId="{76312581-8684-4640-A38C-C9F4370E7AB5}" type="pres">
      <dgm:prSet presAssocID="{73D1DF8F-9D07-4CC8-A46F-811FA4878C09}" presName="textRect" presStyleLbl="revTx" presStyleIdx="2" presStyleCnt="5">
        <dgm:presLayoutVars>
          <dgm:chMax val="1"/>
          <dgm:chPref val="1"/>
        </dgm:presLayoutVars>
      </dgm:prSet>
      <dgm:spPr/>
    </dgm:pt>
    <dgm:pt modelId="{9398265A-87EE-F741-89E7-F7079B46F889}" type="pres">
      <dgm:prSet presAssocID="{174F0ADE-3BC3-4978-8EB8-74A73DE669ED}" presName="sibTrans" presStyleCnt="0"/>
      <dgm:spPr/>
    </dgm:pt>
    <dgm:pt modelId="{F902685D-DBC8-4129-ABBB-1247F4DBB07B}" type="pres">
      <dgm:prSet presAssocID="{FB41DD13-7798-47A4-987B-538EBE62F62B}" presName="compNode" presStyleCnt="0"/>
      <dgm:spPr/>
    </dgm:pt>
    <dgm:pt modelId="{35BF0C14-77EF-4B12-AF75-E828CD203B4D}" type="pres">
      <dgm:prSet presAssocID="{FB41DD13-7798-47A4-987B-538EBE62F62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 with solid fill"/>
        </a:ext>
      </dgm:extLst>
    </dgm:pt>
    <dgm:pt modelId="{84639365-6FF6-400C-8855-8C571D4EFB8B}" type="pres">
      <dgm:prSet presAssocID="{FB41DD13-7798-47A4-987B-538EBE62F62B}" presName="spaceRect" presStyleCnt="0"/>
      <dgm:spPr/>
    </dgm:pt>
    <dgm:pt modelId="{1A9F26A9-8A8E-4A7C-AF42-03D9BE22D995}" type="pres">
      <dgm:prSet presAssocID="{FB41DD13-7798-47A4-987B-538EBE62F62B}" presName="textRect" presStyleLbl="revTx" presStyleIdx="3" presStyleCnt="5">
        <dgm:presLayoutVars>
          <dgm:chMax val="1"/>
          <dgm:chPref val="1"/>
        </dgm:presLayoutVars>
      </dgm:prSet>
      <dgm:spPr/>
    </dgm:pt>
    <dgm:pt modelId="{32538108-4C1E-4214-A603-85574B8C5A7D}" type="pres">
      <dgm:prSet presAssocID="{6CD33A79-D4A3-41D1-9364-6E5E4DC4F923}" presName="sibTrans" presStyleCnt="0"/>
      <dgm:spPr/>
    </dgm:pt>
    <dgm:pt modelId="{47F949F7-283D-40F9-8CA9-366554E912B8}" type="pres">
      <dgm:prSet presAssocID="{299AE374-1850-4B31-93E0-8787F8287372}" presName="compNode" presStyleCnt="0"/>
      <dgm:spPr/>
    </dgm:pt>
    <dgm:pt modelId="{F0A1445E-2A04-4FB2-947F-37D09EB73FC3}" type="pres">
      <dgm:prSet presAssocID="{299AE374-1850-4B31-93E0-8787F82873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 with solid fill"/>
        </a:ext>
      </dgm:extLst>
    </dgm:pt>
    <dgm:pt modelId="{464AF525-DC9C-4CC2-9F52-3C9C5B3D4EB8}" type="pres">
      <dgm:prSet presAssocID="{299AE374-1850-4B31-93E0-8787F8287372}" presName="spaceRect" presStyleCnt="0"/>
      <dgm:spPr/>
    </dgm:pt>
    <dgm:pt modelId="{59F9EEE9-AFD6-4F7C-9CFE-64A9B21B84BD}" type="pres">
      <dgm:prSet presAssocID="{299AE374-1850-4B31-93E0-8787F828737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883F936-948E-FF48-AA26-9F456B585EA7}" type="presOf" srcId="{FB41DD13-7798-47A4-987B-538EBE62F62B}" destId="{1A9F26A9-8A8E-4A7C-AF42-03D9BE22D995}" srcOrd="0" destOrd="0" presId="urn:microsoft.com/office/officeart/2018/2/layout/IconLabelList"/>
    <dgm:cxn modelId="{E054973C-E850-4348-8AC6-2B8945A54E4D}" type="presOf" srcId="{77922921-1273-4208-86F3-BBAABACFD8B5}" destId="{DFD4DC45-4FA2-43A5-A8BF-826BC768433E}" srcOrd="0" destOrd="0" presId="urn:microsoft.com/office/officeart/2018/2/layout/IconLabelList"/>
    <dgm:cxn modelId="{52791961-51AD-4EE3-9DF8-9629F6F1399D}" srcId="{77922921-1273-4208-86F3-BBAABACFD8B5}" destId="{B1D6E929-0D1B-4259-821B-8009CE6E199D}" srcOrd="1" destOrd="0" parTransId="{4EDCA8F8-6EF5-4688-A6BE-1A447874360D}" sibTransId="{2CDF8B06-E21C-4342-BEB1-C58F16A8159F}"/>
    <dgm:cxn modelId="{92CCAD82-42EB-2A4C-80AC-2FB23E02DD70}" type="presOf" srcId="{882584AA-3672-459C-871D-9C13362DC5CC}" destId="{780D8D70-98C7-4244-BB34-FB2B287B6778}" srcOrd="0" destOrd="0" presId="urn:microsoft.com/office/officeart/2018/2/layout/IconLabelList"/>
    <dgm:cxn modelId="{ED46A698-BD39-48A6-B8F2-4AF9F8FE7143}" srcId="{77922921-1273-4208-86F3-BBAABACFD8B5}" destId="{73D1DF8F-9D07-4CC8-A46F-811FA4878C09}" srcOrd="2" destOrd="0" parTransId="{DF748D9D-9CCE-434C-B233-A34311D0CF92}" sibTransId="{174F0ADE-3BC3-4978-8EB8-74A73DE669ED}"/>
    <dgm:cxn modelId="{970611C1-81FC-6440-BFCC-E09C26F0CE85}" type="presOf" srcId="{B1D6E929-0D1B-4259-821B-8009CE6E199D}" destId="{BF4589DA-F7C4-4EA6-8E6B-53D15B1BFB79}" srcOrd="0" destOrd="0" presId="urn:microsoft.com/office/officeart/2018/2/layout/IconLabelList"/>
    <dgm:cxn modelId="{6C06BEC8-EF39-480D-B140-E745E3B0E3C3}" srcId="{77922921-1273-4208-86F3-BBAABACFD8B5}" destId="{FB41DD13-7798-47A4-987B-538EBE62F62B}" srcOrd="3" destOrd="0" parTransId="{DB29564B-E781-47EB-B589-0FAC9C450C0C}" sibTransId="{6CD33A79-D4A3-41D1-9364-6E5E4DC4F923}"/>
    <dgm:cxn modelId="{8E20FEC8-0C4A-FA4B-A0DD-4D278C2DC2AC}" type="presOf" srcId="{299AE374-1850-4B31-93E0-8787F8287372}" destId="{59F9EEE9-AFD6-4F7C-9CFE-64A9B21B84BD}" srcOrd="0" destOrd="0" presId="urn:microsoft.com/office/officeart/2018/2/layout/IconLabelList"/>
    <dgm:cxn modelId="{40154AD6-69D9-4122-ACC1-6E12C7E427F0}" srcId="{77922921-1273-4208-86F3-BBAABACFD8B5}" destId="{882584AA-3672-459C-871D-9C13362DC5CC}" srcOrd="0" destOrd="0" parTransId="{451BB513-49ED-4B4F-BAEF-E5ABC8C0C620}" sibTransId="{76FB441D-BC54-4B0F-8BA2-A7B53569E9DF}"/>
    <dgm:cxn modelId="{D85DE5F2-8E00-A44E-A725-C26397EE896F}" type="presOf" srcId="{73D1DF8F-9D07-4CC8-A46F-811FA4878C09}" destId="{76312581-8684-4640-A38C-C9F4370E7AB5}" srcOrd="0" destOrd="0" presId="urn:microsoft.com/office/officeart/2018/2/layout/IconLabelList"/>
    <dgm:cxn modelId="{1D3F92F3-6966-4974-AA0E-6E030330C7B1}" srcId="{77922921-1273-4208-86F3-BBAABACFD8B5}" destId="{299AE374-1850-4B31-93E0-8787F8287372}" srcOrd="4" destOrd="0" parTransId="{B1D14D9A-D303-4A62-933D-67711A21A9A7}" sibTransId="{31DC7C0A-1CE8-4F4D-B1CA-05DA0A4F773C}"/>
    <dgm:cxn modelId="{9A1F9B06-D820-894E-BC85-1B01EB4FC37D}" type="presParOf" srcId="{DFD4DC45-4FA2-43A5-A8BF-826BC768433E}" destId="{E619C623-9FF0-4496-96C3-31EB4373CA0B}" srcOrd="0" destOrd="0" presId="urn:microsoft.com/office/officeart/2018/2/layout/IconLabelList"/>
    <dgm:cxn modelId="{0C2704A2-1789-544A-B4D6-0889A7A4B977}" type="presParOf" srcId="{E619C623-9FF0-4496-96C3-31EB4373CA0B}" destId="{906EB3BB-52F0-4B56-87D1-0BA0B380BDB0}" srcOrd="0" destOrd="0" presId="urn:microsoft.com/office/officeart/2018/2/layout/IconLabelList"/>
    <dgm:cxn modelId="{BBC41A32-C9A3-CE48-9606-4F1FF279198E}" type="presParOf" srcId="{E619C623-9FF0-4496-96C3-31EB4373CA0B}" destId="{116AD53C-6619-463E-BE07-8EE586ADEC20}" srcOrd="1" destOrd="0" presId="urn:microsoft.com/office/officeart/2018/2/layout/IconLabelList"/>
    <dgm:cxn modelId="{901EBC6B-B379-FE4F-B848-E18675FB10EB}" type="presParOf" srcId="{E619C623-9FF0-4496-96C3-31EB4373CA0B}" destId="{780D8D70-98C7-4244-BB34-FB2B287B6778}" srcOrd="2" destOrd="0" presId="urn:microsoft.com/office/officeart/2018/2/layout/IconLabelList"/>
    <dgm:cxn modelId="{847AA9A3-024D-1E42-84A4-4007B58CB7CC}" type="presParOf" srcId="{DFD4DC45-4FA2-43A5-A8BF-826BC768433E}" destId="{3D817B8C-569B-468B-AC87-61E2397FCDBD}" srcOrd="1" destOrd="0" presId="urn:microsoft.com/office/officeart/2018/2/layout/IconLabelList"/>
    <dgm:cxn modelId="{8C315E64-8D8F-4244-9264-B534BF334C15}" type="presParOf" srcId="{DFD4DC45-4FA2-43A5-A8BF-826BC768433E}" destId="{157A83D0-E0BB-4C5F-8946-2EFA8A474E3C}" srcOrd="2" destOrd="0" presId="urn:microsoft.com/office/officeart/2018/2/layout/IconLabelList"/>
    <dgm:cxn modelId="{F6607D33-DB86-C640-BEDA-6DF6E93C853D}" type="presParOf" srcId="{157A83D0-E0BB-4C5F-8946-2EFA8A474E3C}" destId="{1CF30317-24C8-4943-8F02-F3F5F391523F}" srcOrd="0" destOrd="0" presId="urn:microsoft.com/office/officeart/2018/2/layout/IconLabelList"/>
    <dgm:cxn modelId="{A62EA8D9-92A1-6D4F-B196-B3A4FE3B2B7B}" type="presParOf" srcId="{157A83D0-E0BB-4C5F-8946-2EFA8A474E3C}" destId="{03233845-7AE6-4FCF-82FC-F35A013BF784}" srcOrd="1" destOrd="0" presId="urn:microsoft.com/office/officeart/2018/2/layout/IconLabelList"/>
    <dgm:cxn modelId="{BCE10FEA-F140-1946-BF79-F3E65BCBF326}" type="presParOf" srcId="{157A83D0-E0BB-4C5F-8946-2EFA8A474E3C}" destId="{BF4589DA-F7C4-4EA6-8E6B-53D15B1BFB79}" srcOrd="2" destOrd="0" presId="urn:microsoft.com/office/officeart/2018/2/layout/IconLabelList"/>
    <dgm:cxn modelId="{BF7AF33D-3220-B64B-B2C1-94DEA58FDA3E}" type="presParOf" srcId="{DFD4DC45-4FA2-43A5-A8BF-826BC768433E}" destId="{CFC21F12-653F-41AD-B1F4-9604C5044A14}" srcOrd="3" destOrd="0" presId="urn:microsoft.com/office/officeart/2018/2/layout/IconLabelList"/>
    <dgm:cxn modelId="{997C13E9-BF85-D94E-9874-7811931CA506}" type="presParOf" srcId="{DFD4DC45-4FA2-43A5-A8BF-826BC768433E}" destId="{A3D15638-8E3F-4F02-8E65-E5D191A8DB74}" srcOrd="4" destOrd="0" presId="urn:microsoft.com/office/officeart/2018/2/layout/IconLabelList"/>
    <dgm:cxn modelId="{95CAF3C9-E8C4-2B4F-BB82-B21BF1F86212}" type="presParOf" srcId="{A3D15638-8E3F-4F02-8E65-E5D191A8DB74}" destId="{9E82E624-57FF-424F-944A-7DCDCCC37FC6}" srcOrd="0" destOrd="0" presId="urn:microsoft.com/office/officeart/2018/2/layout/IconLabelList"/>
    <dgm:cxn modelId="{73B7CD75-62C5-4546-9AC0-05854D5501F5}" type="presParOf" srcId="{A3D15638-8E3F-4F02-8E65-E5D191A8DB74}" destId="{5779C1B0-AD86-4CB2-8B77-B9DBDDF726A4}" srcOrd="1" destOrd="0" presId="urn:microsoft.com/office/officeart/2018/2/layout/IconLabelList"/>
    <dgm:cxn modelId="{DBBC4332-3C01-4345-869B-75550AC09D30}" type="presParOf" srcId="{A3D15638-8E3F-4F02-8E65-E5D191A8DB74}" destId="{76312581-8684-4640-A38C-C9F4370E7AB5}" srcOrd="2" destOrd="0" presId="urn:microsoft.com/office/officeart/2018/2/layout/IconLabelList"/>
    <dgm:cxn modelId="{67B18A1B-9D23-6449-996E-C19108895573}" type="presParOf" srcId="{DFD4DC45-4FA2-43A5-A8BF-826BC768433E}" destId="{9398265A-87EE-F741-89E7-F7079B46F889}" srcOrd="5" destOrd="0" presId="urn:microsoft.com/office/officeart/2018/2/layout/IconLabelList"/>
    <dgm:cxn modelId="{12B5A46B-4413-FB4F-A77C-D710141BD74B}" type="presParOf" srcId="{DFD4DC45-4FA2-43A5-A8BF-826BC768433E}" destId="{F902685D-DBC8-4129-ABBB-1247F4DBB07B}" srcOrd="6" destOrd="0" presId="urn:microsoft.com/office/officeart/2018/2/layout/IconLabelList"/>
    <dgm:cxn modelId="{D42A86F7-9E8A-4546-91F0-EC73F8F56E42}" type="presParOf" srcId="{F902685D-DBC8-4129-ABBB-1247F4DBB07B}" destId="{35BF0C14-77EF-4B12-AF75-E828CD203B4D}" srcOrd="0" destOrd="0" presId="urn:microsoft.com/office/officeart/2018/2/layout/IconLabelList"/>
    <dgm:cxn modelId="{12526877-5E04-804B-BF09-F879355E38B1}" type="presParOf" srcId="{F902685D-DBC8-4129-ABBB-1247F4DBB07B}" destId="{84639365-6FF6-400C-8855-8C571D4EFB8B}" srcOrd="1" destOrd="0" presId="urn:microsoft.com/office/officeart/2018/2/layout/IconLabelList"/>
    <dgm:cxn modelId="{DF385359-1988-764B-B362-485D95C677ED}" type="presParOf" srcId="{F902685D-DBC8-4129-ABBB-1247F4DBB07B}" destId="{1A9F26A9-8A8E-4A7C-AF42-03D9BE22D995}" srcOrd="2" destOrd="0" presId="urn:microsoft.com/office/officeart/2018/2/layout/IconLabelList"/>
    <dgm:cxn modelId="{F5677C6C-CD4F-4441-8D62-78F32D32F723}" type="presParOf" srcId="{DFD4DC45-4FA2-43A5-A8BF-826BC768433E}" destId="{32538108-4C1E-4214-A603-85574B8C5A7D}" srcOrd="7" destOrd="0" presId="urn:microsoft.com/office/officeart/2018/2/layout/IconLabelList"/>
    <dgm:cxn modelId="{448B4049-6990-3240-98EB-8198E67875F5}" type="presParOf" srcId="{DFD4DC45-4FA2-43A5-A8BF-826BC768433E}" destId="{47F949F7-283D-40F9-8CA9-366554E912B8}" srcOrd="8" destOrd="0" presId="urn:microsoft.com/office/officeart/2018/2/layout/IconLabelList"/>
    <dgm:cxn modelId="{E24FFF16-8375-E541-86C2-86D90131AB34}" type="presParOf" srcId="{47F949F7-283D-40F9-8CA9-366554E912B8}" destId="{F0A1445E-2A04-4FB2-947F-37D09EB73FC3}" srcOrd="0" destOrd="0" presId="urn:microsoft.com/office/officeart/2018/2/layout/IconLabelList"/>
    <dgm:cxn modelId="{809A60D5-C1E4-EE4C-AFCC-73A616911A7C}" type="presParOf" srcId="{47F949F7-283D-40F9-8CA9-366554E912B8}" destId="{464AF525-DC9C-4CC2-9F52-3C9C5B3D4EB8}" srcOrd="1" destOrd="0" presId="urn:microsoft.com/office/officeart/2018/2/layout/IconLabelList"/>
    <dgm:cxn modelId="{A667BCFE-B024-CA48-AA41-9EF5B0DB377C}" type="presParOf" srcId="{47F949F7-283D-40F9-8CA9-366554E912B8}" destId="{59F9EEE9-AFD6-4F7C-9CFE-64A9B21B84B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1A141-D4A8-4708-8331-FCF7DD551787}">
      <dsp:nvSpPr>
        <dsp:cNvPr id="0" name=""/>
        <dsp:cNvSpPr/>
      </dsp:nvSpPr>
      <dsp:spPr>
        <a:xfrm>
          <a:off x="707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0B7D4-47C8-4B80-A594-F8C74C9AF369}">
      <dsp:nvSpPr>
        <dsp:cNvPr id="0" name=""/>
        <dsp:cNvSpPr/>
      </dsp:nvSpPr>
      <dsp:spPr>
        <a:xfrm>
          <a:off x="9414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E8166-4C84-45E3-A3A9-24574EA2703C}">
      <dsp:nvSpPr>
        <dsp:cNvPr id="0" name=""/>
        <dsp:cNvSpPr/>
      </dsp:nvSpPr>
      <dsp:spPr>
        <a:xfrm>
          <a:off x="356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Identify</a:t>
          </a:r>
        </a:p>
      </dsp:txBody>
      <dsp:txXfrm>
        <a:off x="356400" y="2622980"/>
        <a:ext cx="1800000" cy="720000"/>
      </dsp:txXfrm>
    </dsp:sp>
    <dsp:sp modelId="{BCFE129E-3DD8-455C-82F0-3EC6B0A90022}">
      <dsp:nvSpPr>
        <dsp:cNvPr id="0" name=""/>
        <dsp:cNvSpPr/>
      </dsp:nvSpPr>
      <dsp:spPr>
        <a:xfrm>
          <a:off x="2822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46B1C-DDFD-4420-9522-7DBA1361B0E7}">
      <dsp:nvSpPr>
        <dsp:cNvPr id="0" name=""/>
        <dsp:cNvSpPr/>
      </dsp:nvSpPr>
      <dsp:spPr>
        <a:xfrm>
          <a:off x="30564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4F526-80DF-4FFA-A328-E81941A5FDDF}">
      <dsp:nvSpPr>
        <dsp:cNvPr id="0" name=""/>
        <dsp:cNvSpPr/>
      </dsp:nvSpPr>
      <dsp:spPr>
        <a:xfrm>
          <a:off x="2471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Define success criteria</a:t>
          </a:r>
        </a:p>
      </dsp:txBody>
      <dsp:txXfrm>
        <a:off x="2471400" y="2622980"/>
        <a:ext cx="1800000" cy="720000"/>
      </dsp:txXfrm>
    </dsp:sp>
    <dsp:sp modelId="{FA9B7CBE-CB0A-4926-894A-81E24521679D}">
      <dsp:nvSpPr>
        <dsp:cNvPr id="0" name=""/>
        <dsp:cNvSpPr/>
      </dsp:nvSpPr>
      <dsp:spPr>
        <a:xfrm>
          <a:off x="4937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C24367-C1C5-491E-A0AD-F738E7A94B04}">
      <dsp:nvSpPr>
        <dsp:cNvPr id="0" name=""/>
        <dsp:cNvSpPr/>
      </dsp:nvSpPr>
      <dsp:spPr>
        <a:xfrm>
          <a:off x="51714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801E6-FB01-4429-8804-624C440B8024}">
      <dsp:nvSpPr>
        <dsp:cNvPr id="0" name=""/>
        <dsp:cNvSpPr/>
      </dsp:nvSpPr>
      <dsp:spPr>
        <a:xfrm>
          <a:off x="4586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Train &amp; onboard</a:t>
          </a:r>
        </a:p>
      </dsp:txBody>
      <dsp:txXfrm>
        <a:off x="4586400" y="2622980"/>
        <a:ext cx="1800000" cy="720000"/>
      </dsp:txXfrm>
    </dsp:sp>
    <dsp:sp modelId="{DAA36C21-9F9B-41C4-B882-F0CBC83E4D67}">
      <dsp:nvSpPr>
        <dsp:cNvPr id="0" name=""/>
        <dsp:cNvSpPr/>
      </dsp:nvSpPr>
      <dsp:spPr>
        <a:xfrm>
          <a:off x="7052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58906-85C2-48F0-9021-30C0D2C43262}">
      <dsp:nvSpPr>
        <dsp:cNvPr id="0" name=""/>
        <dsp:cNvSpPr/>
      </dsp:nvSpPr>
      <dsp:spPr>
        <a:xfrm>
          <a:off x="72864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6D982-8D05-4C82-BC81-ECA47C6F91A2}">
      <dsp:nvSpPr>
        <dsp:cNvPr id="0" name=""/>
        <dsp:cNvSpPr/>
      </dsp:nvSpPr>
      <dsp:spPr>
        <a:xfrm>
          <a:off x="6701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Periodic touchpoints</a:t>
          </a:r>
        </a:p>
      </dsp:txBody>
      <dsp:txXfrm>
        <a:off x="6701400" y="2622980"/>
        <a:ext cx="1800000" cy="720000"/>
      </dsp:txXfrm>
    </dsp:sp>
    <dsp:sp modelId="{5561973B-2FFB-4CC3-8818-3DD390A4FC17}">
      <dsp:nvSpPr>
        <dsp:cNvPr id="0" name=""/>
        <dsp:cNvSpPr/>
      </dsp:nvSpPr>
      <dsp:spPr>
        <a:xfrm>
          <a:off x="9167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0A182-FD59-4A1B-AFAB-6B9CF39CA5FB}">
      <dsp:nvSpPr>
        <dsp:cNvPr id="0" name=""/>
        <dsp:cNvSpPr/>
      </dsp:nvSpPr>
      <dsp:spPr>
        <a:xfrm>
          <a:off x="9401399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6EA52-B467-4DEE-B9E1-FE825E0987D8}">
      <dsp:nvSpPr>
        <dsp:cNvPr id="0" name=""/>
        <dsp:cNvSpPr/>
      </dsp:nvSpPr>
      <dsp:spPr>
        <a:xfrm>
          <a:off x="8816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Feedback templates</a:t>
          </a:r>
        </a:p>
      </dsp:txBody>
      <dsp:txXfrm>
        <a:off x="8816400" y="262298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4C0F4-4131-F748-B5B1-2C43C1211949}">
      <dsp:nvSpPr>
        <dsp:cNvPr id="0" name=""/>
        <dsp:cNvSpPr/>
      </dsp:nvSpPr>
      <dsp:spPr>
        <a:xfrm>
          <a:off x="3214" y="1413087"/>
          <a:ext cx="2295286" cy="1457507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837700-2E21-5045-8134-4407BFFE679D}">
      <dsp:nvSpPr>
        <dsp:cNvPr id="0" name=""/>
        <dsp:cNvSpPr/>
      </dsp:nvSpPr>
      <dsp:spPr>
        <a:xfrm>
          <a:off x="258246" y="1655367"/>
          <a:ext cx="2295286" cy="1457507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>
              <a:latin typeface="Avenir Book" panose="02000503020000020003" pitchFamily="2" charset="0"/>
            </a:rPr>
            <a:t>Get feedback</a:t>
          </a:r>
          <a:endParaRPr lang="en-US" sz="2400" kern="1200" dirty="0">
            <a:latin typeface="Avenir Book" panose="02000503020000020003" pitchFamily="2" charset="0"/>
          </a:endParaRPr>
        </a:p>
      </dsp:txBody>
      <dsp:txXfrm>
        <a:off x="300935" y="1698056"/>
        <a:ext cx="2209908" cy="1372129"/>
      </dsp:txXfrm>
    </dsp:sp>
    <dsp:sp modelId="{5A07E341-6C03-DD49-9BB4-CFEFC6DC0DFE}">
      <dsp:nvSpPr>
        <dsp:cNvPr id="0" name=""/>
        <dsp:cNvSpPr/>
      </dsp:nvSpPr>
      <dsp:spPr>
        <a:xfrm>
          <a:off x="2808565" y="1413087"/>
          <a:ext cx="2295286" cy="1457507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102E6A7-E823-1D46-BFC2-A31446C4DE3A}">
      <dsp:nvSpPr>
        <dsp:cNvPr id="0" name=""/>
        <dsp:cNvSpPr/>
      </dsp:nvSpPr>
      <dsp:spPr>
        <a:xfrm>
          <a:off x="3063597" y="1655367"/>
          <a:ext cx="2295286" cy="1457507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>
              <a:latin typeface="Avenir Book" panose="02000503020000020003" pitchFamily="2" charset="0"/>
            </a:rPr>
            <a:t>Build excitement</a:t>
          </a:r>
          <a:endParaRPr lang="en-US" sz="2400" kern="1200" dirty="0">
            <a:latin typeface="Avenir Book" panose="02000503020000020003" pitchFamily="2" charset="0"/>
          </a:endParaRPr>
        </a:p>
      </dsp:txBody>
      <dsp:txXfrm>
        <a:off x="3106286" y="1698056"/>
        <a:ext cx="2209908" cy="1372129"/>
      </dsp:txXfrm>
    </dsp:sp>
    <dsp:sp modelId="{949DA15D-F9A5-5B48-AE0E-315A7D91103A}">
      <dsp:nvSpPr>
        <dsp:cNvPr id="0" name=""/>
        <dsp:cNvSpPr/>
      </dsp:nvSpPr>
      <dsp:spPr>
        <a:xfrm>
          <a:off x="5613915" y="1413087"/>
          <a:ext cx="2295286" cy="1457507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9F81AE-9D9E-CA47-B89E-B3D3A7EDEBC1}">
      <dsp:nvSpPr>
        <dsp:cNvPr id="0" name=""/>
        <dsp:cNvSpPr/>
      </dsp:nvSpPr>
      <dsp:spPr>
        <a:xfrm>
          <a:off x="5868947" y="1655367"/>
          <a:ext cx="2295286" cy="1457507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>
              <a:latin typeface="Avenir Book" panose="02000503020000020003" pitchFamily="2" charset="0"/>
            </a:rPr>
            <a:t>Set context</a:t>
          </a:r>
          <a:endParaRPr lang="en-US" sz="2400" kern="1200">
            <a:latin typeface="Avenir Book" panose="02000503020000020003" pitchFamily="2" charset="0"/>
          </a:endParaRPr>
        </a:p>
      </dsp:txBody>
      <dsp:txXfrm>
        <a:off x="5911636" y="1698056"/>
        <a:ext cx="2209908" cy="1372129"/>
      </dsp:txXfrm>
    </dsp:sp>
    <dsp:sp modelId="{803A6A72-8EB8-E44E-B613-B77822F2C44D}">
      <dsp:nvSpPr>
        <dsp:cNvPr id="0" name=""/>
        <dsp:cNvSpPr/>
      </dsp:nvSpPr>
      <dsp:spPr>
        <a:xfrm>
          <a:off x="8419266" y="1413087"/>
          <a:ext cx="2295286" cy="1457507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ADA6EF-4088-E340-B9DD-D668DA63C07E}">
      <dsp:nvSpPr>
        <dsp:cNvPr id="0" name=""/>
        <dsp:cNvSpPr/>
      </dsp:nvSpPr>
      <dsp:spPr>
        <a:xfrm>
          <a:off x="8674298" y="1655367"/>
          <a:ext cx="2295286" cy="1457507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>
              <a:latin typeface="Avenir Book" panose="02000503020000020003" pitchFamily="2" charset="0"/>
            </a:rPr>
            <a:t>Show &amp; tell</a:t>
          </a:r>
          <a:endParaRPr lang="en-US" sz="2400" kern="1200" dirty="0">
            <a:latin typeface="Avenir Book" panose="02000503020000020003" pitchFamily="2" charset="0"/>
          </a:endParaRPr>
        </a:p>
      </dsp:txBody>
      <dsp:txXfrm>
        <a:off x="8716987" y="1698056"/>
        <a:ext cx="2209908" cy="13721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F48E5-C511-1D40-9493-2E24A26F0E29}">
      <dsp:nvSpPr>
        <dsp:cNvPr id="0" name=""/>
        <dsp:cNvSpPr/>
      </dsp:nvSpPr>
      <dsp:spPr>
        <a:xfrm>
          <a:off x="0" y="4664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Clarifying</a:t>
          </a:r>
        </a:p>
      </dsp:txBody>
      <dsp:txXfrm>
        <a:off x="32784" y="79425"/>
        <a:ext cx="6750099" cy="606012"/>
      </dsp:txXfrm>
    </dsp:sp>
    <dsp:sp modelId="{FF68B6AC-DC2A-5C42-B324-B7E7EA868C57}">
      <dsp:nvSpPr>
        <dsp:cNvPr id="0" name=""/>
        <dsp:cNvSpPr/>
      </dsp:nvSpPr>
      <dsp:spPr>
        <a:xfrm>
          <a:off x="0" y="82046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Avoiding Interruptions</a:t>
          </a:r>
        </a:p>
      </dsp:txBody>
      <dsp:txXfrm>
        <a:off x="32784" y="853245"/>
        <a:ext cx="6750099" cy="606012"/>
      </dsp:txXfrm>
    </dsp:sp>
    <dsp:sp modelId="{DF0B06BB-9B65-974B-9A78-9AC247641B36}">
      <dsp:nvSpPr>
        <dsp:cNvPr id="0" name=""/>
        <dsp:cNvSpPr/>
      </dsp:nvSpPr>
      <dsp:spPr>
        <a:xfrm>
          <a:off x="0" y="155108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Using verbal affirmations</a:t>
          </a:r>
        </a:p>
      </dsp:txBody>
      <dsp:txXfrm>
        <a:off x="32784" y="1583865"/>
        <a:ext cx="6750099" cy="606012"/>
      </dsp:txXfrm>
    </dsp:sp>
    <dsp:sp modelId="{E1B64997-9372-E548-9BC2-92275DE81EF7}">
      <dsp:nvSpPr>
        <dsp:cNvPr id="0" name=""/>
        <dsp:cNvSpPr/>
      </dsp:nvSpPr>
      <dsp:spPr>
        <a:xfrm>
          <a:off x="0" y="230330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Body language</a:t>
          </a:r>
        </a:p>
      </dsp:txBody>
      <dsp:txXfrm>
        <a:off x="32784" y="2336085"/>
        <a:ext cx="6750099" cy="606012"/>
      </dsp:txXfrm>
    </dsp:sp>
    <dsp:sp modelId="{FD693A14-2855-B644-A318-0B586020E72B}">
      <dsp:nvSpPr>
        <dsp:cNvPr id="0" name=""/>
        <dsp:cNvSpPr/>
      </dsp:nvSpPr>
      <dsp:spPr>
        <a:xfrm>
          <a:off x="0" y="305552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Paraphrasing</a:t>
          </a:r>
        </a:p>
      </dsp:txBody>
      <dsp:txXfrm>
        <a:off x="32784" y="3088305"/>
        <a:ext cx="6750099" cy="606012"/>
      </dsp:txXfrm>
    </dsp:sp>
    <dsp:sp modelId="{23BA9ACC-FED6-E445-AA4B-8479F30BD913}">
      <dsp:nvSpPr>
        <dsp:cNvPr id="0" name=""/>
        <dsp:cNvSpPr/>
      </dsp:nvSpPr>
      <dsp:spPr>
        <a:xfrm>
          <a:off x="0" y="380774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Summarizing</a:t>
          </a:r>
        </a:p>
      </dsp:txBody>
      <dsp:txXfrm>
        <a:off x="32784" y="3840525"/>
        <a:ext cx="6750099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A5293-A112-4849-B1C4-F983D56529C3}">
      <dsp:nvSpPr>
        <dsp:cNvPr id="0" name=""/>
        <dsp:cNvSpPr/>
      </dsp:nvSpPr>
      <dsp:spPr>
        <a:xfrm>
          <a:off x="85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B8ECE-50B8-43FB-A924-6B767DAE43E9}">
      <dsp:nvSpPr>
        <dsp:cNvPr id="0" name=""/>
        <dsp:cNvSpPr/>
      </dsp:nvSpPr>
      <dsp:spPr>
        <a:xfrm>
          <a:off x="35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Pre-judgement</a:t>
          </a:r>
        </a:p>
      </dsp:txBody>
      <dsp:txXfrm>
        <a:off x="356400" y="2443760"/>
        <a:ext cx="1800000" cy="720000"/>
      </dsp:txXfrm>
    </dsp:sp>
    <dsp:sp modelId="{76E6E522-1764-4A9B-86B0-CD25F2B50A8B}">
      <dsp:nvSpPr>
        <dsp:cNvPr id="0" name=""/>
        <dsp:cNvSpPr/>
      </dsp:nvSpPr>
      <dsp:spPr>
        <a:xfrm>
          <a:off x="296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9ED4E-E3E5-46CE-9966-6C07FFF5DF55}">
      <dsp:nvSpPr>
        <dsp:cNvPr id="0" name=""/>
        <dsp:cNvSpPr/>
      </dsp:nvSpPr>
      <dsp:spPr>
        <a:xfrm>
          <a:off x="247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Distractions</a:t>
          </a:r>
        </a:p>
      </dsp:txBody>
      <dsp:txXfrm>
        <a:off x="2471400" y="2443760"/>
        <a:ext cx="1800000" cy="720000"/>
      </dsp:txXfrm>
    </dsp:sp>
    <dsp:sp modelId="{511FA1A9-F576-4484-923E-8E2905196A36}">
      <dsp:nvSpPr>
        <dsp:cNvPr id="0" name=""/>
        <dsp:cNvSpPr/>
      </dsp:nvSpPr>
      <dsp:spPr>
        <a:xfrm>
          <a:off x="508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35DAA-896E-4E8D-95DC-35F435ECBF83}">
      <dsp:nvSpPr>
        <dsp:cNvPr id="0" name=""/>
        <dsp:cNvSpPr/>
      </dsp:nvSpPr>
      <dsp:spPr>
        <a:xfrm>
          <a:off x="458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Rehearsing a response</a:t>
          </a:r>
        </a:p>
      </dsp:txBody>
      <dsp:txXfrm>
        <a:off x="4586400" y="2443760"/>
        <a:ext cx="1800000" cy="720000"/>
      </dsp:txXfrm>
    </dsp:sp>
    <dsp:sp modelId="{7031C9CB-519D-4334-9712-869A60B3EF83}">
      <dsp:nvSpPr>
        <dsp:cNvPr id="0" name=""/>
        <dsp:cNvSpPr/>
      </dsp:nvSpPr>
      <dsp:spPr>
        <a:xfrm>
          <a:off x="719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78387-26D0-4FD5-9C8D-FF5A7DB9AF8B}">
      <dsp:nvSpPr>
        <dsp:cNvPr id="0" name=""/>
        <dsp:cNvSpPr/>
      </dsp:nvSpPr>
      <dsp:spPr>
        <a:xfrm>
          <a:off x="670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Information Overload</a:t>
          </a:r>
        </a:p>
      </dsp:txBody>
      <dsp:txXfrm>
        <a:off x="6701400" y="2443760"/>
        <a:ext cx="1800000" cy="720000"/>
      </dsp:txXfrm>
    </dsp:sp>
    <dsp:sp modelId="{7389475B-EB7E-4D2A-BC7C-ADB795BE4493}">
      <dsp:nvSpPr>
        <dsp:cNvPr id="0" name=""/>
        <dsp:cNvSpPr/>
      </dsp:nvSpPr>
      <dsp:spPr>
        <a:xfrm>
          <a:off x="93113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74AD4-555F-4FDE-8BD3-61B5E97F1BE7}">
      <dsp:nvSpPr>
        <dsp:cNvPr id="0" name=""/>
        <dsp:cNvSpPr/>
      </dsp:nvSpPr>
      <dsp:spPr>
        <a:xfrm>
          <a:off x="881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Emotional Interference</a:t>
          </a:r>
        </a:p>
      </dsp:txBody>
      <dsp:txXfrm>
        <a:off x="8816400" y="2443760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4A776-FAB0-4FBC-BE87-F25B28410663}">
      <dsp:nvSpPr>
        <dsp:cNvPr id="0" name=""/>
        <dsp:cNvSpPr/>
      </dsp:nvSpPr>
      <dsp:spPr>
        <a:xfrm>
          <a:off x="959850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BCC02-77CD-421D-AE09-D78FF12C2791}">
      <dsp:nvSpPr>
        <dsp:cNvPr id="0" name=""/>
        <dsp:cNvSpPr/>
      </dsp:nvSpPr>
      <dsp:spPr>
        <a:xfrm>
          <a:off x="70706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Words</a:t>
          </a:r>
        </a:p>
      </dsp:txBody>
      <dsp:txXfrm>
        <a:off x="70706" y="2822462"/>
        <a:ext cx="3233249" cy="720000"/>
      </dsp:txXfrm>
    </dsp:sp>
    <dsp:sp modelId="{1A56938E-CEA2-4987-94B1-2932C61FFC66}">
      <dsp:nvSpPr>
        <dsp:cNvPr id="0" name=""/>
        <dsp:cNvSpPr/>
      </dsp:nvSpPr>
      <dsp:spPr>
        <a:xfrm>
          <a:off x="4758918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1A5A0-492A-4683-B41B-6BF766302192}">
      <dsp:nvSpPr>
        <dsp:cNvPr id="0" name=""/>
        <dsp:cNvSpPr/>
      </dsp:nvSpPr>
      <dsp:spPr>
        <a:xfrm>
          <a:off x="3869775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Tone</a:t>
          </a:r>
        </a:p>
      </dsp:txBody>
      <dsp:txXfrm>
        <a:off x="3869775" y="2822462"/>
        <a:ext cx="3233249" cy="720000"/>
      </dsp:txXfrm>
    </dsp:sp>
    <dsp:sp modelId="{CAC487F4-6BCF-46A3-A727-FF68A5EE9E00}">
      <dsp:nvSpPr>
        <dsp:cNvPr id="0" name=""/>
        <dsp:cNvSpPr/>
      </dsp:nvSpPr>
      <dsp:spPr>
        <a:xfrm>
          <a:off x="8557987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4D389B-DD95-445D-AEC9-1CAA8829BB51}">
      <dsp:nvSpPr>
        <dsp:cNvPr id="0" name=""/>
        <dsp:cNvSpPr/>
      </dsp:nvSpPr>
      <dsp:spPr>
        <a:xfrm>
          <a:off x="7668843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Body Language</a:t>
          </a:r>
        </a:p>
      </dsp:txBody>
      <dsp:txXfrm>
        <a:off x="7668843" y="2822462"/>
        <a:ext cx="3233249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3909A-A140-46C4-8DC4-A6EE7453E82F}">
      <dsp:nvSpPr>
        <dsp:cNvPr id="0" name=""/>
        <dsp:cNvSpPr/>
      </dsp:nvSpPr>
      <dsp:spPr>
        <a:xfrm>
          <a:off x="85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79443-79EE-4696-9D20-059AD897B2DF}">
      <dsp:nvSpPr>
        <dsp:cNvPr id="0" name=""/>
        <dsp:cNvSpPr/>
      </dsp:nvSpPr>
      <dsp:spPr>
        <a:xfrm>
          <a:off x="35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Cultural Norms</a:t>
          </a:r>
        </a:p>
      </dsp:txBody>
      <dsp:txXfrm>
        <a:off x="356400" y="2443760"/>
        <a:ext cx="1800000" cy="720000"/>
      </dsp:txXfrm>
    </dsp:sp>
    <dsp:sp modelId="{E649DB7A-002A-4409-9EDB-0B9B1A3D7F5F}">
      <dsp:nvSpPr>
        <dsp:cNvPr id="0" name=""/>
        <dsp:cNvSpPr/>
      </dsp:nvSpPr>
      <dsp:spPr>
        <a:xfrm>
          <a:off x="296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ED423-AF73-4999-80E0-D2307BB5A389}">
      <dsp:nvSpPr>
        <dsp:cNvPr id="0" name=""/>
        <dsp:cNvSpPr/>
      </dsp:nvSpPr>
      <dsp:spPr>
        <a:xfrm>
          <a:off x="247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Formality Levels</a:t>
          </a:r>
        </a:p>
      </dsp:txBody>
      <dsp:txXfrm>
        <a:off x="2471400" y="2443760"/>
        <a:ext cx="1800000" cy="720000"/>
      </dsp:txXfrm>
    </dsp:sp>
    <dsp:sp modelId="{BA86995B-4B98-47AA-BB7A-BD214D30D806}">
      <dsp:nvSpPr>
        <dsp:cNvPr id="0" name=""/>
        <dsp:cNvSpPr/>
      </dsp:nvSpPr>
      <dsp:spPr>
        <a:xfrm>
          <a:off x="508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F7C1F-F2C1-4706-9476-A80675E430F8}">
      <dsp:nvSpPr>
        <dsp:cNvPr id="0" name=""/>
        <dsp:cNvSpPr/>
      </dsp:nvSpPr>
      <dsp:spPr>
        <a:xfrm>
          <a:off x="458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Simple language</a:t>
          </a:r>
        </a:p>
      </dsp:txBody>
      <dsp:txXfrm>
        <a:off x="4586400" y="2443760"/>
        <a:ext cx="1800000" cy="720000"/>
      </dsp:txXfrm>
    </dsp:sp>
    <dsp:sp modelId="{6BD60D9D-D37E-48D8-A697-568594A56946}">
      <dsp:nvSpPr>
        <dsp:cNvPr id="0" name=""/>
        <dsp:cNvSpPr/>
      </dsp:nvSpPr>
      <dsp:spPr>
        <a:xfrm>
          <a:off x="719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B3414-B1EB-4E93-9C22-23DAF22C40A6}">
      <dsp:nvSpPr>
        <dsp:cNvPr id="0" name=""/>
        <dsp:cNvSpPr/>
      </dsp:nvSpPr>
      <dsp:spPr>
        <a:xfrm>
          <a:off x="670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Speak Slow &amp; Clear</a:t>
          </a:r>
        </a:p>
      </dsp:txBody>
      <dsp:txXfrm>
        <a:off x="6701400" y="2443760"/>
        <a:ext cx="1800000" cy="720000"/>
      </dsp:txXfrm>
    </dsp:sp>
    <dsp:sp modelId="{1F1226C7-B346-46F2-8135-0346740FB3E9}">
      <dsp:nvSpPr>
        <dsp:cNvPr id="0" name=""/>
        <dsp:cNvSpPr/>
      </dsp:nvSpPr>
      <dsp:spPr>
        <a:xfrm>
          <a:off x="93113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20778-A234-48ED-99A9-EC69C2001205}">
      <dsp:nvSpPr>
        <dsp:cNvPr id="0" name=""/>
        <dsp:cNvSpPr/>
      </dsp:nvSpPr>
      <dsp:spPr>
        <a:xfrm>
          <a:off x="881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Patience</a:t>
          </a:r>
        </a:p>
      </dsp:txBody>
      <dsp:txXfrm>
        <a:off x="8816400" y="2443760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57B964-D8C8-4553-98D8-4583B2C7A591}">
      <dsp:nvSpPr>
        <dsp:cNvPr id="0" name=""/>
        <dsp:cNvSpPr/>
      </dsp:nvSpPr>
      <dsp:spPr>
        <a:xfrm>
          <a:off x="85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092EE-071A-4DE7-A223-86E51AB8134E}">
      <dsp:nvSpPr>
        <dsp:cNvPr id="0" name=""/>
        <dsp:cNvSpPr/>
      </dsp:nvSpPr>
      <dsp:spPr>
        <a:xfrm>
          <a:off x="35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Plan Meetings</a:t>
          </a:r>
        </a:p>
      </dsp:txBody>
      <dsp:txXfrm>
        <a:off x="356400" y="2443760"/>
        <a:ext cx="1800000" cy="720000"/>
      </dsp:txXfrm>
    </dsp:sp>
    <dsp:sp modelId="{E5D76D4C-C636-4ACD-8CC9-DE4D55DBE963}">
      <dsp:nvSpPr>
        <dsp:cNvPr id="0" name=""/>
        <dsp:cNvSpPr/>
      </dsp:nvSpPr>
      <dsp:spPr>
        <a:xfrm>
          <a:off x="296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00752-2F31-419B-9EB5-5AAD21F85A71}">
      <dsp:nvSpPr>
        <dsp:cNvPr id="0" name=""/>
        <dsp:cNvSpPr/>
      </dsp:nvSpPr>
      <dsp:spPr>
        <a:xfrm>
          <a:off x="247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Rotate Meetings</a:t>
          </a:r>
        </a:p>
      </dsp:txBody>
      <dsp:txXfrm>
        <a:off x="2471400" y="2443760"/>
        <a:ext cx="1800000" cy="720000"/>
      </dsp:txXfrm>
    </dsp:sp>
    <dsp:sp modelId="{7853BCC9-99C8-40DE-BD6E-BD156517EAEF}">
      <dsp:nvSpPr>
        <dsp:cNvPr id="0" name=""/>
        <dsp:cNvSpPr/>
      </dsp:nvSpPr>
      <dsp:spPr>
        <a:xfrm>
          <a:off x="508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F6D4D-124D-48BC-A107-10F1ECE01C72}">
      <dsp:nvSpPr>
        <dsp:cNvPr id="0" name=""/>
        <dsp:cNvSpPr/>
      </dsp:nvSpPr>
      <dsp:spPr>
        <a:xfrm>
          <a:off x="458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Asynchronous Tools</a:t>
          </a:r>
        </a:p>
      </dsp:txBody>
      <dsp:txXfrm>
        <a:off x="4586400" y="2443760"/>
        <a:ext cx="1800000" cy="720000"/>
      </dsp:txXfrm>
    </dsp:sp>
    <dsp:sp modelId="{81A8725F-1334-CA49-A3D4-EBC944AE0D0B}">
      <dsp:nvSpPr>
        <dsp:cNvPr id="0" name=""/>
        <dsp:cNvSpPr/>
      </dsp:nvSpPr>
      <dsp:spPr>
        <a:xfrm>
          <a:off x="719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BC926-F3A4-1E48-AFD0-FA3CA4CB9ACC}">
      <dsp:nvSpPr>
        <dsp:cNvPr id="0" name=""/>
        <dsp:cNvSpPr/>
      </dsp:nvSpPr>
      <dsp:spPr>
        <a:xfrm>
          <a:off x="670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Decision making</a:t>
          </a:r>
        </a:p>
      </dsp:txBody>
      <dsp:txXfrm>
        <a:off x="6701400" y="2443760"/>
        <a:ext cx="1800000" cy="720000"/>
      </dsp:txXfrm>
    </dsp:sp>
    <dsp:sp modelId="{37C3743B-91EA-4C25-861D-DD83FD56D38C}">
      <dsp:nvSpPr>
        <dsp:cNvPr id="0" name=""/>
        <dsp:cNvSpPr/>
      </dsp:nvSpPr>
      <dsp:spPr>
        <a:xfrm>
          <a:off x="93113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AA384-48F5-48E9-8C94-928657FD90F4}">
      <dsp:nvSpPr>
        <dsp:cNvPr id="0" name=""/>
        <dsp:cNvSpPr/>
      </dsp:nvSpPr>
      <dsp:spPr>
        <a:xfrm>
          <a:off x="881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Holidays &amp; Working hours</a:t>
          </a:r>
        </a:p>
      </dsp:txBody>
      <dsp:txXfrm>
        <a:off x="8816400" y="2443760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EB3BB-52F0-4B56-87D1-0BA0B380BDB0}">
      <dsp:nvSpPr>
        <dsp:cNvPr id="0" name=""/>
        <dsp:cNvSpPr/>
      </dsp:nvSpPr>
      <dsp:spPr>
        <a:xfrm>
          <a:off x="85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D8D70-98C7-4244-BB34-FB2B287B6778}">
      <dsp:nvSpPr>
        <dsp:cNvPr id="0" name=""/>
        <dsp:cNvSpPr/>
      </dsp:nvSpPr>
      <dsp:spPr>
        <a:xfrm>
          <a:off x="35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Plan ahead</a:t>
          </a:r>
        </a:p>
      </dsp:txBody>
      <dsp:txXfrm>
        <a:off x="356400" y="2443760"/>
        <a:ext cx="1800000" cy="720000"/>
      </dsp:txXfrm>
    </dsp:sp>
    <dsp:sp modelId="{1CF30317-24C8-4943-8F02-F3F5F391523F}">
      <dsp:nvSpPr>
        <dsp:cNvPr id="0" name=""/>
        <dsp:cNvSpPr/>
      </dsp:nvSpPr>
      <dsp:spPr>
        <a:xfrm>
          <a:off x="296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589DA-F7C4-4EA6-8E6B-53D15B1BFB79}">
      <dsp:nvSpPr>
        <dsp:cNvPr id="0" name=""/>
        <dsp:cNvSpPr/>
      </dsp:nvSpPr>
      <dsp:spPr>
        <a:xfrm>
          <a:off x="247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Put time on the calendar</a:t>
          </a:r>
        </a:p>
      </dsp:txBody>
      <dsp:txXfrm>
        <a:off x="2471400" y="2443760"/>
        <a:ext cx="1800000" cy="720000"/>
      </dsp:txXfrm>
    </dsp:sp>
    <dsp:sp modelId="{9E82E624-57FF-424F-944A-7DCDCCC37FC6}">
      <dsp:nvSpPr>
        <dsp:cNvPr id="0" name=""/>
        <dsp:cNvSpPr/>
      </dsp:nvSpPr>
      <dsp:spPr>
        <a:xfrm>
          <a:off x="508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12581-8684-4640-A38C-C9F4370E7AB5}">
      <dsp:nvSpPr>
        <dsp:cNvPr id="0" name=""/>
        <dsp:cNvSpPr/>
      </dsp:nvSpPr>
      <dsp:spPr>
        <a:xfrm>
          <a:off x="458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 your strength – Listening</a:t>
          </a:r>
        </a:p>
      </dsp:txBody>
      <dsp:txXfrm>
        <a:off x="4586400" y="2443760"/>
        <a:ext cx="1800000" cy="720000"/>
      </dsp:txXfrm>
    </dsp:sp>
    <dsp:sp modelId="{35BF0C14-77EF-4B12-AF75-E828CD203B4D}">
      <dsp:nvSpPr>
        <dsp:cNvPr id="0" name=""/>
        <dsp:cNvSpPr/>
      </dsp:nvSpPr>
      <dsp:spPr>
        <a:xfrm>
          <a:off x="719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F26A9-8A8E-4A7C-AF42-03D9BE22D995}">
      <dsp:nvSpPr>
        <dsp:cNvPr id="0" name=""/>
        <dsp:cNvSpPr/>
      </dsp:nvSpPr>
      <dsp:spPr>
        <a:xfrm>
          <a:off x="670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Leverage written communication</a:t>
          </a:r>
        </a:p>
      </dsp:txBody>
      <dsp:txXfrm>
        <a:off x="6701400" y="2443760"/>
        <a:ext cx="1800000" cy="720000"/>
      </dsp:txXfrm>
    </dsp:sp>
    <dsp:sp modelId="{F0A1445E-2A04-4FB2-947F-37D09EB73FC3}">
      <dsp:nvSpPr>
        <dsp:cNvPr id="0" name=""/>
        <dsp:cNvSpPr/>
      </dsp:nvSpPr>
      <dsp:spPr>
        <a:xfrm>
          <a:off x="93113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9EEE9-AFD6-4F7C-9CFE-64A9B21B84BD}">
      <dsp:nvSpPr>
        <dsp:cNvPr id="0" name=""/>
        <dsp:cNvSpPr/>
      </dsp:nvSpPr>
      <dsp:spPr>
        <a:xfrm>
          <a:off x="881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Manage your energy</a:t>
          </a:r>
        </a:p>
      </dsp:txBody>
      <dsp:txXfrm>
        <a:off x="8816400" y="244376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16888-5FFD-474F-AD57-4AC70FF07A82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07901-BB8B-7E4D-8FB9-39CBADF6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6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Expansion from saturated US market to European market. Working together with existing US customers to target their EU operations. Win-Win - They get familiar proven product in EU, we get to grow our business. The countries to focus on decided in partnership with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97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Expansion from Fortune 200 to Fortune 2000. Needed a sales team to reach the increased number of target customers and associated sales cycle. Partnered with an external agency to reach the customers. </a:t>
            </a:r>
          </a:p>
          <a:p>
            <a:r>
              <a:rPr lang="en-US" dirty="0"/>
              <a:t>Exclusivity contract with the partner for the 1</a:t>
            </a:r>
            <a:r>
              <a:rPr lang="en-US" baseline="30000" dirty="0"/>
              <a:t>st</a:t>
            </a:r>
            <a:r>
              <a:rPr lang="en-US" dirty="0"/>
              <a:t> year to help the partner gain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2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6F4C1-B371-63BC-CEA1-3E0443DF7351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7A518-0EB7-F6A5-CEB3-3B509AC9F7A8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1967A4-7E5A-F9A9-CB35-C6C7F1CEE1E5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F13C5-8798-2C25-4493-3457A7D06054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99400A4-1CB2-9051-CB0E-0A1B5CE9DD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46F3B2-7F21-0CA8-1824-C6727EDD31FE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BDD20-7142-9744-80A4-18FD33D5EAE8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1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F90EC-0745-7E9F-0510-D5AB37F5CC98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16D80-0F45-2768-B84C-AC30A4B99677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0BEF9-78F1-22EC-BFE3-DBF2B053C5F2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01178-96C5-59E4-B790-C8A7236881AA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F960195-B344-C921-7B59-B7C42D7257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4082D-27B9-C1E8-CCB6-21398E95F666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183E4-8393-1E07-66C5-8E174C81C819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6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78A451AA-0746-B1D4-1762-48DF10B2EB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E029DE-4E3A-4A12-A23F-4A453DA997DD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FE8D8F83-F4A7-FD02-B4A2-F2C8EC6D39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7E6AC2-3D5E-B0FB-1D8E-59C132065437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BD2B7-5D34-50DC-7126-303F90B23D27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95F5F-CBB2-90AD-B9E2-0DE72D2B1C96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3DD41-7D1E-2B1C-73A1-4C7C026A03FE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A837E-AE1D-1B14-93D0-EDA849DFE0C2}"/>
              </a:ext>
            </a:extLst>
          </p:cNvPr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02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787DF-7FDC-71A0-68F1-391AA083D685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AC9E22D-67FE-9FD6-B152-4D4A39E881E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4A15DE-75A2-3E13-CA96-399103A6D3F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6D7328-9101-702C-3349-9ECF74D00899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DFCFD-B7A4-9358-B321-820A79289448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3BCDBF7F-ADDC-70AC-450F-9C268E4FE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646D5C53-61DF-6F65-8E8D-935FC72C3D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826D55-5050-1A58-84B2-387533C157D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791F12-0FF1-6829-3771-BD8F023BF0E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7C7F28-7FC2-D627-9757-DB8C5284732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3B449E19-05FE-0EC2-489B-1F9F40CD380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2BC1F6-CB3B-794E-CB2E-1491BCE5BC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484643-2902-C35C-112C-56F24DA8447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2C65AB-C337-CB37-D234-BE4462CD0F2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93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B3F9B1F-867C-EC25-0C04-DB341C3E5F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7A459421-2319-E18E-EFA6-41A53A206A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EDBF78-B510-27AC-969C-A42521734A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7C862E-1198-9607-4F16-D61277ABD57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FC8239-77C9-521C-5942-9865AFAAB1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ED499DC2-04A4-2B05-E7FE-B30CE0FD644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870F2C-C7D2-5CA1-6D1F-D360994DA04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C78396-65A4-2E74-0A3A-30697DD513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966ACC-7FE5-FC35-B0A9-7E723A7ED3B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A110F75-1685-2FF1-C3E3-4A01AF2977B4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9962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E38AC30A-EA15-268D-27F6-1554AC1D06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37A389-B5AE-2E8B-1C0E-67F4079FECF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1E054C-4184-FC52-6081-7815548C18A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76A227-11C9-7D0D-1A61-2C3E52822E6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6815CEEC-35E2-8CC7-661F-41BD08614E6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F3A05D-6094-E546-768A-E69BB41C42F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2624F4-3652-6C87-A1DC-123572BF378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B87FA4-EB11-A94C-B040-40A5068BFD8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BFD271EC-1594-E23F-77BD-19DE714DB0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8F2954-7E81-F252-859C-C1BAC280CA70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245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BB64361-28A6-DFFF-E85E-714AF889F0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8F244C-6559-87E4-FCB4-587302A3AB3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605ECF-A3BC-5186-45CE-8CA88DA38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806DCE-9255-F2E2-902D-27146983D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29692ECC-3B99-B3F3-A43B-7DA00B08E06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A5879F-260A-DD85-69E6-B59FDD95524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1CD090-47A2-FDF6-614E-34C8D3CD22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2E2A2-DD41-B565-9C98-301EE42DBD3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FC1AB2B4-BB04-CE2C-DDDC-60B8A2168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E2D532-445A-49EE-4D92-3CC2A530EA12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62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101471E5-BA9C-C404-CBB4-AB8466FE69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16240B-57B5-7899-1FBC-317BCC508FC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C7265D-AF23-E09C-4B6B-EFED422AEF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6AA464-01AD-8E7B-F609-CB6858979D6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BC0A8C0F-11B7-7231-0B8F-1E9174B58CC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89E48C-2487-7C1E-7211-34A33D0BCEE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8DD2ED-8790-9D15-B882-0DD897F68DE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B57335-2D3E-C585-DB31-B6F6F93B186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115798C1-2851-82D5-D939-2D22D1FEE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C0FF02-25BA-EC3D-C44C-782E6B250BA7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1"/>
            <a:ext cx="6815667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1"/>
            <a:ext cx="4011084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922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5B26752-DA46-A6CC-66EF-6F22B07023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393414-BE56-CF1D-6B99-CA65116798F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3161D9-0953-8CB4-06FD-977DF76B5F4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7CF8AD-13CB-9D3F-F983-F830F9552AA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7FACA5D-0DD0-B85B-ED1C-80232C4A7D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CEFB37-B16E-85AC-06DC-22D9C9F5928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C191B-467E-2E4B-0A0B-BBE0CC15B4A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5F7DE3-1EB0-D097-0627-684453DFB87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66A2DFAF-A763-6B62-E51F-B74570A353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63C766-5AA1-A6E0-154D-9ED04E0F1ED6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278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7F7025BE-84FC-15EE-133A-3ED99C39A6C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C3CA4F-89EB-99CB-F01E-6827DD2BA40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EDA2C0-B690-E0A0-3C30-2BF7FD65121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7F4623-0C5F-67CE-33E0-B7E85A4508A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D2F224D4-5606-AA3C-AEDD-32E4FCCF0D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1D382F-3510-0BB8-060F-28D4FC11E22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D8859DB-148C-C9D6-5711-60F191E764D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41F88A-372C-E3A4-6169-A279EB45F31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5A3621BA-83EF-7939-D721-1B3D2DF8AF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8E6DAD-56AD-D400-3E80-0FD896897269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701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E37EDBC-3E48-D6CA-CFEA-9C2E47D1C44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7538509" y="2560109"/>
            <a:ext cx="5181600" cy="61383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B1D34B-7918-FBCA-9776-78201E819A17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10D5D9-AC32-C9D5-0995-40AD463F89C9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B6F306-BC41-3C67-1C3D-0F6D39A396E2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A78E8126-DCE3-B8CE-3755-97F5DB6E6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10583" y="381001"/>
            <a:ext cx="922868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EA246A-A909-E0AD-1AC8-82AA7CF61726}"/>
              </a:ext>
            </a:extLst>
          </p:cNvPr>
          <p:cNvSpPr txBox="1"/>
          <p:nvPr userDrawn="1"/>
        </p:nvSpPr>
        <p:spPr>
          <a:xfrm rot="5400000">
            <a:off x="-2748491" y="3808884"/>
            <a:ext cx="58674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056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CF204-B4DA-19F8-A95C-600E736E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76A98CF-2FD4-3001-9D9E-D7F37EEC1E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1DF7-7FE3-7456-9AB8-42ACF4AE5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0303EFB-86DE-D646-A688-A4DEC0E087B5}" type="datetimeFigureOut">
              <a:rPr lang="en-US"/>
              <a:pPr>
                <a:defRPr/>
              </a:pPr>
              <a:t>9/14/25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5557-86AA-54E4-D77C-3148B531F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BE07-73D3-50BE-02A5-B17FFB8A5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1E1709-732B-D83F-467D-D2FDB123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Communication, Estimation &amp; Negotiation</a:t>
            </a:r>
          </a:p>
        </p:txBody>
      </p:sp>
      <p:sp>
        <p:nvSpPr>
          <p:cNvPr id="13315" name="Content Placeholder 5">
            <a:extLst>
              <a:ext uri="{FF2B5EF4-FFF2-40B4-BE49-F238E27FC236}">
                <a16:creationId xmlns:a16="http://schemas.microsoft.com/office/drawing/2014/main" id="{9B2DAEF6-6F9A-B62B-285D-D897E19EEA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Rahul Mohandas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F6331-FA13-C3D2-E2AC-DE29B104FF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S1-25_SEZG509 Communication, Estimation &amp; Negotiation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Session #8 – Sunday, 14 Sept 2025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Rahul Mohandas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B453-D13F-00D5-24EA-19710831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483CC-3ED4-99C5-B03B-F7687C062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r>
              <a:rPr lang="en-US" dirty="0"/>
              <a:t>Estimation: Value Estimation</a:t>
            </a:r>
          </a:p>
          <a:p>
            <a:pPr lvl="0">
              <a:buFontTx/>
              <a:buChar char="-"/>
            </a:pPr>
            <a:r>
              <a:rPr lang="en-US" dirty="0"/>
              <a:t>The need for estimation</a:t>
            </a:r>
          </a:p>
          <a:p>
            <a:pPr lvl="0">
              <a:buFontTx/>
              <a:buChar char="-"/>
            </a:pPr>
            <a:r>
              <a:rPr lang="en-US" dirty="0"/>
              <a:t>Dimensions of value</a:t>
            </a:r>
          </a:p>
          <a:p>
            <a:pPr lvl="0">
              <a:buFontTx/>
              <a:buChar char="-"/>
            </a:pPr>
            <a:r>
              <a:rPr lang="en-US" dirty="0"/>
              <a:t>Market estimates – TAM/ SAM/ SOM</a:t>
            </a:r>
          </a:p>
          <a:p>
            <a:pPr lvl="0">
              <a:buFontTx/>
              <a:buChar char="-"/>
            </a:pPr>
            <a:r>
              <a:rPr lang="en-US" dirty="0"/>
              <a:t>Value estimation risks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1782-D3C3-F299-E41E-B99AE01600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Discussion Topics – Week 7</a:t>
            </a:r>
          </a:p>
        </p:txBody>
      </p:sp>
    </p:spTree>
    <p:extLst>
      <p:ext uri="{BB962C8B-B14F-4D97-AF65-F5344CB8AC3E}">
        <p14:creationId xmlns:p14="http://schemas.microsoft.com/office/powerpoint/2010/main" val="132130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45C545-55AD-768D-DD2E-390EB683B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Stakeholder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for Stakeholder Engagement to be Agile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Your Audience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Categorizing stakeholders on Interest &amp; Influence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Making time to engage with 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Internal &amp; External stakeholders</a:t>
            </a:r>
          </a:p>
          <a:p>
            <a:endParaRPr lang="en-US" dirty="0"/>
          </a:p>
          <a:p>
            <a:pPr marL="11113" indent="-11113" algn="ctr"/>
            <a:endParaRPr lang="en-US" dirty="0"/>
          </a:p>
          <a:p>
            <a:pPr marL="11113" indent="-11113" algn="ctr"/>
            <a:r>
              <a:rPr lang="en-US" b="1" dirty="0">
                <a:solidFill>
                  <a:schemeClr val="accent1"/>
                </a:solidFill>
              </a:rPr>
              <a:t>Make time to understand the needs and pains of your stakeholders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CC25C-BA5B-5B3C-FF13-D071176408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Module 1 – Summary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9C035F9-208E-C2EF-AEB5-4C09D93CABF1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807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9D6176-989F-E4A8-08CC-1D3383FC0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do you need a Customer Advisory Board –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advise </a:t>
            </a:r>
            <a:r>
              <a:rPr lang="en-US" b="1" u="sng" dirty="0"/>
              <a:t>you</a:t>
            </a:r>
            <a:r>
              <a:rPr lang="en-US" dirty="0"/>
              <a:t> on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should be part of it?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Key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Based on nature of relationship with you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Based on nature of relationship among themselves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often should you meet?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Quarterly (more often if needed)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should be the Agenda?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Validate findings/ approach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Validate roadmap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Identify blind spots/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B02A1-5486-8D15-1315-1D041D8760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Customer Advisory Board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EE5CFE-9ABC-739A-5A1F-FD638B419DAB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763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Europe with solid fill">
            <a:extLst>
              <a:ext uri="{FF2B5EF4-FFF2-40B4-BE49-F238E27FC236}">
                <a16:creationId xmlns:a16="http://schemas.microsoft.com/office/drawing/2014/main" id="{76A90AD6-4FCB-FF11-C381-2F7DCA42E3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7800" y="2108200"/>
            <a:ext cx="2946400" cy="2946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CBF46-30FE-9009-B483-B6989EA2B3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Expansion into Europe based on customer input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28C91-A0FA-DEAD-7188-79B8515E2D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CAB Driven Strategy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C946E9-1446-0C7B-E85D-B657FA3155A3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6676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FBCAA0-3B60-E77C-382B-707382B408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Mid Market Expansion</a:t>
            </a:r>
          </a:p>
        </p:txBody>
      </p:sp>
      <p:pic>
        <p:nvPicPr>
          <p:cNvPr id="6" name="Content Placeholder 5" descr="Travel with solid fill">
            <a:extLst>
              <a:ext uri="{FF2B5EF4-FFF2-40B4-BE49-F238E27FC236}">
                <a16:creationId xmlns:a16="http://schemas.microsoft.com/office/drawing/2014/main" id="{9B4DBC78-1B8A-659B-465D-9E7D53E63A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0" y="2324100"/>
            <a:ext cx="2514600" cy="25146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DB12D-C829-8842-57FF-D09D5EFE13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Partner Driven Strategy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8E25314-31D2-86A8-7491-7E678EA9CC66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8503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AEE069A5-E5E0-2C0A-AA13-1EE1AF0A55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6400" y="1493838"/>
          <a:ext cx="109728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550B4A-E547-E54D-E55E-B4C2EA6E41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Beta programs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D0C0D1-062E-23F3-42F0-48C09D430962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7826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6D7F1BEB-82F8-7A93-FA2B-7764B666B8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6400" y="1493838"/>
          <a:ext cx="109728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47F479-9A74-9F6E-6117-5BB133E0B3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Progress Demos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A677C0-DE06-961A-D960-3A8DB3023FD0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107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2F0947-38CD-AFBB-5C9D-F98D9354C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 lvl="0"/>
            <a:r>
              <a:rPr lang="en-US" dirty="0"/>
              <a:t>Communication Tips</a:t>
            </a:r>
          </a:p>
          <a:p>
            <a:pPr>
              <a:buFontTx/>
              <a:buChar char="-"/>
            </a:pPr>
            <a:r>
              <a:rPr lang="en-US" dirty="0"/>
              <a:t>Active listening</a:t>
            </a:r>
          </a:p>
          <a:p>
            <a:pPr>
              <a:buFontTx/>
              <a:buChar char="-"/>
            </a:pPr>
            <a:r>
              <a:rPr lang="en-US" dirty="0"/>
              <a:t>PREP Framework</a:t>
            </a:r>
          </a:p>
          <a:p>
            <a:pPr lvl="0">
              <a:buFontTx/>
              <a:buChar char="-"/>
            </a:pPr>
            <a:r>
              <a:rPr lang="en-US" dirty="0"/>
              <a:t>Modes of communication</a:t>
            </a:r>
          </a:p>
          <a:p>
            <a:pPr>
              <a:buFontTx/>
              <a:buChar char="-"/>
            </a:pPr>
            <a:r>
              <a:rPr lang="en-US" dirty="0"/>
              <a:t>Working across cultures and time zones </a:t>
            </a:r>
          </a:p>
          <a:p>
            <a:pPr>
              <a:buFontTx/>
              <a:buChar char="-"/>
            </a:pPr>
            <a:r>
              <a:rPr lang="en-US" dirty="0"/>
              <a:t>Communication tips for introverts</a:t>
            </a:r>
          </a:p>
          <a:p>
            <a:pPr>
              <a:buFontTx/>
              <a:buChar char="-"/>
            </a:pPr>
            <a:r>
              <a:rPr lang="en-US" dirty="0"/>
              <a:t>Context switching through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D33FD-3191-0852-9F17-FF0ECFA1DF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Discussion Topics – Week 8</a:t>
            </a:r>
          </a:p>
        </p:txBody>
      </p:sp>
    </p:spTree>
    <p:extLst>
      <p:ext uri="{BB962C8B-B14F-4D97-AF65-F5344CB8AC3E}">
        <p14:creationId xmlns:p14="http://schemas.microsoft.com/office/powerpoint/2010/main" val="143998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616E3B-B612-DF20-0092-46B9C8AB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Active listening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is a communication technique that involves fully concentrating, understanding, responding, and remembering what is being said. </a:t>
            </a:r>
          </a:p>
          <a:p>
            <a:pPr algn="ctr"/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It goes beyond just hearing words, requiring the listener to be engaged with the speaker both verbally and non-verbally. </a:t>
            </a:r>
          </a:p>
          <a:p>
            <a:pPr algn="ctr"/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Active listening is crucial in building trust, fostering effective communication, and avoiding misunderstandings.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6FBEB-9EE1-CF63-48F8-055E389129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Active Listening</a:t>
            </a:r>
          </a:p>
        </p:txBody>
      </p:sp>
    </p:spTree>
    <p:extLst>
      <p:ext uri="{BB962C8B-B14F-4D97-AF65-F5344CB8AC3E}">
        <p14:creationId xmlns:p14="http://schemas.microsoft.com/office/powerpoint/2010/main" val="261480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AD0C2-CA24-EB56-A61C-CEA6C37E45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Techniques for Active Listening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33416464-4480-D86F-B896-194CEC641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951790"/>
              </p:ext>
            </p:extLst>
          </p:nvPr>
        </p:nvGraphicFramePr>
        <p:xfrm>
          <a:off x="4766733" y="1600201"/>
          <a:ext cx="6815667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phic 7" descr="Headphones with solid fill">
            <a:extLst>
              <a:ext uri="{FF2B5EF4-FFF2-40B4-BE49-F238E27FC236}">
                <a16:creationId xmlns:a16="http://schemas.microsoft.com/office/drawing/2014/main" id="{E5AB81A9-C9D1-68D0-9274-849084AAC9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1600201"/>
            <a:ext cx="4011084" cy="401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6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06F5D-81DE-BA44-3042-D83A5052BB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Do You See?</a:t>
            </a:r>
          </a:p>
        </p:txBody>
      </p:sp>
      <p:pic>
        <p:nvPicPr>
          <p:cNvPr id="1026" name="Picture 2" descr="Trump slams Trudeau's post summit remarks as 'very dishonest &amp; weak'">
            <a:extLst>
              <a:ext uri="{FF2B5EF4-FFF2-40B4-BE49-F238E27FC236}">
                <a16:creationId xmlns:a16="http://schemas.microsoft.com/office/drawing/2014/main" id="{9DC3F273-2A64-B52D-C7D7-8FC13F982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447800"/>
            <a:ext cx="8089900" cy="497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830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8413E-9928-58CB-727D-94620A61BE2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Barriers to Active Listening</a:t>
            </a:r>
          </a:p>
        </p:txBody>
      </p:sp>
      <p:graphicFrame>
        <p:nvGraphicFramePr>
          <p:cNvPr id="8" name="Content Placeholder 1">
            <a:extLst>
              <a:ext uri="{FF2B5EF4-FFF2-40B4-BE49-F238E27FC236}">
                <a16:creationId xmlns:a16="http://schemas.microsoft.com/office/drawing/2014/main" id="{3BE8D8FC-F2FB-DEBA-A342-D2EE35303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312862"/>
              </p:ext>
            </p:extLst>
          </p:nvPr>
        </p:nvGraphicFramePr>
        <p:xfrm>
          <a:off x="4064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325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14AA13-BD43-E1EE-8B39-98DD975299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39900" y="1676400"/>
          <a:ext cx="8712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245">
                  <a:extLst>
                    <a:ext uri="{9D8B030D-6E8A-4147-A177-3AD203B41FA5}">
                      <a16:colId xmlns:a16="http://schemas.microsoft.com/office/drawing/2014/main" val="760859310"/>
                    </a:ext>
                  </a:extLst>
                </a:gridCol>
                <a:gridCol w="7221955">
                  <a:extLst>
                    <a:ext uri="{9D8B030D-6E8A-4147-A177-3AD203B41FA5}">
                      <a16:colId xmlns:a16="http://schemas.microsoft.com/office/drawing/2014/main" val="2966644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5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Implementing Slack in our team will significantly boost productivity.</a:t>
                      </a:r>
                      <a:endParaRPr lang="en-US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012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because Slack streamlines communication, reduces the need for long email chains, and allows for real-time collaboration.</a:t>
                      </a:r>
                      <a:endParaRPr lang="en-US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4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example, in our marketing team, we reduced internal email volume by 40% after switching to Slack, allowing the team to focus more on campaign execution.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6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Therefore, adopting Slack will help us work more efficiently and improve overall team productivity.</a:t>
                      </a:r>
                      <a:endParaRPr lang="en-US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36575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7F6C-6056-6554-7204-C65D678FBD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PREP Framework – Example </a:t>
            </a:r>
          </a:p>
        </p:txBody>
      </p:sp>
    </p:spTree>
    <p:extLst>
      <p:ext uri="{BB962C8B-B14F-4D97-AF65-F5344CB8AC3E}">
        <p14:creationId xmlns:p14="http://schemas.microsoft.com/office/powerpoint/2010/main" val="3627164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6194-188E-E41B-EC3F-8B724B74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9604A4-D097-ED74-BE4C-7EFB85725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39900" y="1676400"/>
          <a:ext cx="87122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245">
                  <a:extLst>
                    <a:ext uri="{9D8B030D-6E8A-4147-A177-3AD203B41FA5}">
                      <a16:colId xmlns:a16="http://schemas.microsoft.com/office/drawing/2014/main" val="760859310"/>
                    </a:ext>
                  </a:extLst>
                </a:gridCol>
                <a:gridCol w="7221955">
                  <a:extLst>
                    <a:ext uri="{9D8B030D-6E8A-4147-A177-3AD203B41FA5}">
                      <a16:colId xmlns:a16="http://schemas.microsoft.com/office/drawing/2014/main" val="2966644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5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believe Google Ads is the most effective online advertising platform for small businesses.</a:t>
                      </a:r>
                      <a:endParaRPr lang="en-US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012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because Google Ads allows businesses to target specific audiences based on demographics, search intent, and behavior, ensuring ads are shown to the most relevant users.</a:t>
                      </a:r>
                      <a:endParaRPr lang="en-US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4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instance, a local bakery used Google Ads to target people searching for ‘fresh bread near me,’ and saw a 30% increase in foot traffic within a month.</a:t>
                      </a:r>
                      <a:endParaRPr lang="en-US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6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So, for small businesses looking to increase local visibility, Google Ads is an incredibly effective tool.</a:t>
                      </a:r>
                      <a:endParaRPr lang="en-US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36575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1116-C433-1603-CEE4-33D1BA91A6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PREP Framework – Example </a:t>
            </a:r>
          </a:p>
        </p:txBody>
      </p:sp>
    </p:spTree>
    <p:extLst>
      <p:ext uri="{BB962C8B-B14F-4D97-AF65-F5344CB8AC3E}">
        <p14:creationId xmlns:p14="http://schemas.microsoft.com/office/powerpoint/2010/main" val="2751467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3B5D0D-E7E5-7F09-48B8-D7DE7806B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5W 1H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Who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When</a:t>
            </a:r>
          </a:p>
          <a:p>
            <a:pPr marL="0" indent="0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EACCC-5C27-5C2A-1F8E-728DA40D1C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When You Think Of Reason</a:t>
            </a:r>
          </a:p>
        </p:txBody>
      </p:sp>
    </p:spTree>
    <p:extLst>
      <p:ext uri="{BB962C8B-B14F-4D97-AF65-F5344CB8AC3E}">
        <p14:creationId xmlns:p14="http://schemas.microsoft.com/office/powerpoint/2010/main" val="2903606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3B8B97-EE3B-70BD-BF58-9DC80E5B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the Benefits &amp; Limitations of</a:t>
            </a:r>
          </a:p>
          <a:p>
            <a:endParaRPr lang="en-US" dirty="0"/>
          </a:p>
          <a:p>
            <a:r>
              <a:rPr lang="en-US" dirty="0"/>
              <a:t>Room 1	Email</a:t>
            </a:r>
          </a:p>
          <a:p>
            <a:r>
              <a:rPr lang="en-US" dirty="0"/>
              <a:t>Room 2	Slack/ Teams Channel</a:t>
            </a:r>
          </a:p>
          <a:p>
            <a:r>
              <a:rPr lang="en-US" dirty="0"/>
              <a:t>Room 3 	Instant Message – Teams/ </a:t>
            </a:r>
            <a:r>
              <a:rPr lang="en-US" dirty="0" err="1"/>
              <a:t>Whatsapp</a:t>
            </a:r>
            <a:endParaRPr lang="en-US" dirty="0"/>
          </a:p>
          <a:p>
            <a:r>
              <a:rPr lang="en-US" dirty="0"/>
              <a:t>Room 4	Audio only meeting</a:t>
            </a:r>
          </a:p>
          <a:p>
            <a:r>
              <a:rPr lang="en-US" dirty="0"/>
              <a:t>Room 5	Video meeting</a:t>
            </a:r>
          </a:p>
          <a:p>
            <a:r>
              <a:rPr lang="en-US" dirty="0"/>
              <a:t>Room 6	In person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B129E-7B28-40F4-142C-9F96D9FC963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Breakout Room</a:t>
            </a:r>
          </a:p>
        </p:txBody>
      </p:sp>
    </p:spTree>
    <p:extLst>
      <p:ext uri="{BB962C8B-B14F-4D97-AF65-F5344CB8AC3E}">
        <p14:creationId xmlns:p14="http://schemas.microsoft.com/office/powerpoint/2010/main" val="2914268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649F19-A338-C12A-842B-F41B2C1A6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602C6-F3D5-67BB-713E-A9ECDE32DE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Debrief</a:t>
            </a:r>
          </a:p>
        </p:txBody>
      </p:sp>
    </p:spTree>
    <p:extLst>
      <p:ext uri="{BB962C8B-B14F-4D97-AF65-F5344CB8AC3E}">
        <p14:creationId xmlns:p14="http://schemas.microsoft.com/office/powerpoint/2010/main" val="1516620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1299E-CA81-6B32-B94F-BAC1E3F4D9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 Key Elements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371CAEE8-B4F1-464A-2BEC-6FE8B39A1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107700"/>
              </p:ext>
            </p:extLst>
          </p:nvPr>
        </p:nvGraphicFramePr>
        <p:xfrm>
          <a:off x="4064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6925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72AF33-9DCB-20AE-5A73-7D1DB8B8A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556946"/>
              </p:ext>
            </p:extLst>
          </p:nvPr>
        </p:nvGraphicFramePr>
        <p:xfrm>
          <a:off x="406400" y="1493838"/>
          <a:ext cx="10972797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43782205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222796210"/>
                    </a:ext>
                  </a:extLst>
                </a:gridCol>
                <a:gridCol w="4902197">
                  <a:extLst>
                    <a:ext uri="{9D8B030D-6E8A-4147-A177-3AD203B41FA5}">
                      <a16:colId xmlns:a16="http://schemas.microsoft.com/office/drawing/2014/main" val="220088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7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Asynchronous</a:t>
                      </a:r>
                    </a:p>
                    <a:p>
                      <a:r>
                        <a:rPr lang="en-US" dirty="0"/>
                        <a:t>Documentation</a:t>
                      </a:r>
                    </a:p>
                    <a:p>
                      <a:r>
                        <a:rPr lang="en-US" dirty="0"/>
                        <a:t>Detail</a:t>
                      </a:r>
                    </a:p>
                    <a:p>
                      <a:r>
                        <a:rPr lang="en-US" dirty="0"/>
                        <a:t>Wide reach- multiple recipients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Delayed response</a:t>
                      </a:r>
                    </a:p>
                    <a:p>
                      <a:r>
                        <a:rPr lang="en-US" dirty="0"/>
                        <a:t>Miscommunication</a:t>
                      </a:r>
                    </a:p>
                    <a:p>
                      <a:r>
                        <a:rPr lang="en-US" dirty="0"/>
                        <a:t>Overload</a:t>
                      </a:r>
                    </a:p>
                    <a:p>
                      <a:r>
                        <a:rPr lang="en-US" dirty="0"/>
                        <a:t>Formal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398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Instant Message</a:t>
                      </a:r>
                    </a:p>
                    <a:p>
                      <a:r>
                        <a:rPr lang="en-US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</a:p>
                    <a:p>
                      <a:r>
                        <a:rPr lang="en-US" dirty="0"/>
                        <a:t>Informal</a:t>
                      </a:r>
                    </a:p>
                    <a:p>
                      <a:r>
                        <a:rPr lang="en-US" dirty="0"/>
                        <a:t>Convenient</a:t>
                      </a:r>
                    </a:p>
                    <a:p>
                      <a:r>
                        <a:rPr lang="en-US" dirty="0"/>
                        <a:t>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Interruptive</a:t>
                      </a:r>
                    </a:p>
                    <a:p>
                      <a:r>
                        <a:rPr lang="en-US" dirty="0"/>
                        <a:t>Lack of depth</a:t>
                      </a:r>
                    </a:p>
                    <a:p>
                      <a:r>
                        <a:rPr lang="en-US" dirty="0"/>
                        <a:t>Limited record-keeping</a:t>
                      </a:r>
                    </a:p>
                    <a:p>
                      <a:r>
                        <a:rPr lang="en-US" dirty="0"/>
                        <a:t>Expectation of immediate response</a:t>
                      </a:r>
                    </a:p>
                    <a:p>
                      <a:r>
                        <a:rPr lang="en-US" dirty="0"/>
                        <a:t>Miscommunication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5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Slack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Collaboration-focused</a:t>
                      </a:r>
                    </a:p>
                    <a:p>
                      <a:r>
                        <a:rPr lang="en-US" dirty="0"/>
                        <a:t>Organized by topic</a:t>
                      </a:r>
                    </a:p>
                    <a:p>
                      <a:r>
                        <a:rPr lang="en-US" dirty="0"/>
                        <a:t>Real-time interaction</a:t>
                      </a:r>
                    </a:p>
                    <a:p>
                      <a:r>
                        <a:rPr lang="en-US" dirty="0"/>
                        <a:t>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Overwhelming</a:t>
                      </a:r>
                    </a:p>
                    <a:p>
                      <a:r>
                        <a:rPr lang="en-US" dirty="0"/>
                        <a:t>Less structured</a:t>
                      </a:r>
                    </a:p>
                    <a:p>
                      <a:r>
                        <a:rPr lang="en-US" dirty="0"/>
                        <a:t>Expectation for real-time responses</a:t>
                      </a:r>
                    </a:p>
                    <a:p>
                      <a:r>
                        <a:rPr lang="en-US" dirty="0"/>
                        <a:t>Notification fatigue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78230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9EA7A-CA54-2644-6B1C-A4BA159345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Email/ IM/ Channel</a:t>
            </a:r>
          </a:p>
        </p:txBody>
      </p:sp>
    </p:spTree>
    <p:extLst>
      <p:ext uri="{BB962C8B-B14F-4D97-AF65-F5344CB8AC3E}">
        <p14:creationId xmlns:p14="http://schemas.microsoft.com/office/powerpoint/2010/main" val="499953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45C6-6B1E-AC9A-47DC-D368921C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F33853-FFA7-E495-1C9D-F485126656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523228"/>
              </p:ext>
            </p:extLst>
          </p:nvPr>
        </p:nvGraphicFramePr>
        <p:xfrm>
          <a:off x="406400" y="1493838"/>
          <a:ext cx="10972797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43782205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222796210"/>
                    </a:ext>
                  </a:extLst>
                </a:gridCol>
                <a:gridCol w="4902197">
                  <a:extLst>
                    <a:ext uri="{9D8B030D-6E8A-4147-A177-3AD203B41FA5}">
                      <a16:colId xmlns:a16="http://schemas.microsoft.com/office/drawing/2014/main" val="220088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7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Audio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time clarifications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Tone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Efficient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Personal touch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visual cues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Interruptive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written record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Technical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398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Video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Face-to-face interaction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Engagement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Screen share &amp; Collaboration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Relationship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Time-consuming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Technical challenges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Fatigue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Scheduling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5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In-Person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Personal connection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engagement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Collaborative environment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Immediate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Time-consuming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Logistical challenges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Costly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Difficult to document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78230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5D41C-9543-C5CB-043D-B47C8C8F60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Audio/ Video/ In-Person</a:t>
            </a:r>
          </a:p>
        </p:txBody>
      </p:sp>
    </p:spTree>
    <p:extLst>
      <p:ext uri="{BB962C8B-B14F-4D97-AF65-F5344CB8AC3E}">
        <p14:creationId xmlns:p14="http://schemas.microsoft.com/office/powerpoint/2010/main" val="2694446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22334-19BD-1AAE-45A6-6162DA2E94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pic>
        <p:nvPicPr>
          <p:cNvPr id="5" name="Graphic 4" descr="Email with solid fill">
            <a:extLst>
              <a:ext uri="{FF2B5EF4-FFF2-40B4-BE49-F238E27FC236}">
                <a16:creationId xmlns:a16="http://schemas.microsoft.com/office/drawing/2014/main" id="{2F884EEA-C940-835E-7AD6-C3466FD19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0307" y="2102224"/>
            <a:ext cx="1251790" cy="1251790"/>
          </a:xfrm>
          <a:prstGeom prst="rect">
            <a:avLst/>
          </a:prstGeom>
        </p:spPr>
      </p:pic>
      <p:pic>
        <p:nvPicPr>
          <p:cNvPr id="7" name="Graphic 6" descr="Online meeting with solid fill">
            <a:extLst>
              <a:ext uri="{FF2B5EF4-FFF2-40B4-BE49-F238E27FC236}">
                <a16:creationId xmlns:a16="http://schemas.microsoft.com/office/drawing/2014/main" id="{9ACD5C5B-1275-1558-2918-7F75ACB66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9904" y="2102224"/>
            <a:ext cx="1251790" cy="1251790"/>
          </a:xfrm>
          <a:prstGeom prst="rect">
            <a:avLst/>
          </a:prstGeom>
        </p:spPr>
      </p:pic>
      <p:pic>
        <p:nvPicPr>
          <p:cNvPr id="9" name="Graphic 8" descr="Boardroom with solid fill">
            <a:extLst>
              <a:ext uri="{FF2B5EF4-FFF2-40B4-BE49-F238E27FC236}">
                <a16:creationId xmlns:a16="http://schemas.microsoft.com/office/drawing/2014/main" id="{656FC0EC-BF72-502B-B88B-EF362FD534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9904" y="3625010"/>
            <a:ext cx="1251790" cy="1251790"/>
          </a:xfrm>
          <a:prstGeom prst="rect">
            <a:avLst/>
          </a:prstGeom>
        </p:spPr>
      </p:pic>
      <p:pic>
        <p:nvPicPr>
          <p:cNvPr id="11" name="Graphic 10" descr="Call centre with solid fill">
            <a:extLst>
              <a:ext uri="{FF2B5EF4-FFF2-40B4-BE49-F238E27FC236}">
                <a16:creationId xmlns:a16="http://schemas.microsoft.com/office/drawing/2014/main" id="{96556F89-7539-6AC2-7717-0842E23E7B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40307" y="3625010"/>
            <a:ext cx="1251790" cy="12517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88D3F2-A2F2-B04B-1265-1A756EF64D3D}"/>
              </a:ext>
            </a:extLst>
          </p:cNvPr>
          <p:cNvSpPr txBox="1"/>
          <p:nvPr/>
        </p:nvSpPr>
        <p:spPr>
          <a:xfrm>
            <a:off x="3049121" y="5498068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/>
              <a:t>Use </a:t>
            </a:r>
            <a:r>
              <a:rPr lang="en-US" sz="2400" dirty="0"/>
              <a:t>the Right Medium for the Situation</a:t>
            </a:r>
          </a:p>
        </p:txBody>
      </p:sp>
    </p:spTree>
    <p:extLst>
      <p:ext uri="{BB962C8B-B14F-4D97-AF65-F5344CB8AC3E}">
        <p14:creationId xmlns:p14="http://schemas.microsoft.com/office/powerpoint/2010/main" val="1653139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E7CD-9DE7-3E7A-4C79-E12BE6CB4C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Working Across Cultures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FA222712-7726-6418-F1AF-7C3740C77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002057"/>
              </p:ext>
            </p:extLst>
          </p:nvPr>
        </p:nvGraphicFramePr>
        <p:xfrm>
          <a:off x="609600" y="15240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1709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3A90-44CD-A1FB-5506-DDF98973FD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Working Across Time Zones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2B2B2EBC-A2F7-0F18-FDE8-95B845EA4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3342044"/>
              </p:ext>
            </p:extLst>
          </p:nvPr>
        </p:nvGraphicFramePr>
        <p:xfrm>
          <a:off x="6096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514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04BA1-5A4D-BED2-ECC2-DD3F1A9E09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Tips For Introverts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96A7095C-7C0F-B476-52E8-BE666F2664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239134"/>
              </p:ext>
            </p:extLst>
          </p:nvPr>
        </p:nvGraphicFramePr>
        <p:xfrm>
          <a:off x="6096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9155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69CF4-CA58-D7A7-6E2F-F5D716F6B0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Calendar</a:t>
            </a:r>
          </a:p>
          <a:p>
            <a:pPr>
              <a:spcAft>
                <a:spcPts val="600"/>
              </a:spcAft>
            </a:pPr>
            <a:r>
              <a:rPr lang="en-US" dirty="0"/>
              <a:t>Plan ahead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546C9C-9015-42B9-7AA5-A4CC6D6335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Context Switching Through The Day</a:t>
            </a:r>
          </a:p>
        </p:txBody>
      </p:sp>
      <p:sp>
        <p:nvSpPr>
          <p:cNvPr id="9" name="Content Placeholder 8" descr="Playbook with solid fill">
            <a:extLst>
              <a:ext uri="{FF2B5EF4-FFF2-40B4-BE49-F238E27FC236}">
                <a16:creationId xmlns:a16="http://schemas.microsoft.com/office/drawing/2014/main" id="{29982D9F-86A2-2A53-83E4-D31DEC9CBCC5}"/>
              </a:ext>
            </a:extLst>
          </p:cNvPr>
          <p:cNvSpPr>
            <a:spLocks noGrp="1" noChangeAspect="1"/>
          </p:cNvSpPr>
          <p:nvPr>
            <p:ph sz="half" idx="1"/>
          </p:nvPr>
        </p:nvSpPr>
        <p:spPr>
          <a:xfrm>
            <a:off x="609600" y="1805782"/>
            <a:ext cx="4114800" cy="41148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193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0B0534-BA84-21E9-550E-C7A53920A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/>
              <a:t>Your Task</a:t>
            </a:r>
          </a:p>
          <a:p>
            <a:r>
              <a:rPr lang="en-US" sz="1600" dirty="0"/>
              <a:t>Put yourself in the shoes of Raj and prepare to navigate this situation. 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/>
              <a:t>You have been doing the course on Communication, Estimation &amp; Negotiation. Use the relevant tools and frameworks that you have seen during the course. 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/>
              <a:t>Answer the following questions as Raj.</a:t>
            </a:r>
          </a:p>
          <a:p>
            <a:r>
              <a:rPr lang="en-US" sz="1600" b="1" dirty="0"/>
              <a:t> </a:t>
            </a:r>
          </a:p>
          <a:p>
            <a:r>
              <a:rPr lang="en-US" sz="1600" b="1" dirty="0"/>
              <a:t>Important – Grading Policy :</a:t>
            </a:r>
          </a:p>
          <a:p>
            <a:r>
              <a:rPr lang="en-US" sz="1600" dirty="0"/>
              <a:t>For each question, </a:t>
            </a:r>
            <a:r>
              <a:rPr lang="en-US" sz="1600" b="1" dirty="0"/>
              <a:t>up to 3% of the marks will be withheld by default</a:t>
            </a:r>
            <a:r>
              <a:rPr lang="en-US" sz="1600" dirty="0"/>
              <a:t>. This will be awarded based on </a:t>
            </a:r>
            <a:r>
              <a:rPr lang="en-US" sz="1600" b="1" u="sng" dirty="0"/>
              <a:t>CRISPNESS</a:t>
            </a:r>
            <a:r>
              <a:rPr lang="en-US" sz="1600" dirty="0"/>
              <a:t>:</a:t>
            </a:r>
          </a:p>
          <a:p>
            <a:pPr lvl="0"/>
            <a:r>
              <a:rPr lang="en-US" sz="1600" b="1" dirty="0"/>
              <a:t>Clear and concise</a:t>
            </a:r>
            <a:r>
              <a:rPr lang="en-US" sz="1600" dirty="0"/>
              <a:t> - no fluff, only essentials</a:t>
            </a:r>
          </a:p>
          <a:p>
            <a:pPr lvl="0"/>
            <a:r>
              <a:rPr lang="en-US" sz="1600" b="1" dirty="0"/>
              <a:t>Bullet points</a:t>
            </a:r>
            <a:r>
              <a:rPr lang="en-US" sz="1600" dirty="0"/>
              <a:t> - not long paragraphs</a:t>
            </a:r>
          </a:p>
          <a:p>
            <a:pPr lvl="0"/>
            <a:r>
              <a:rPr lang="en-US" sz="1600" b="1" dirty="0"/>
              <a:t>Well-articulated</a:t>
            </a:r>
            <a:r>
              <a:rPr lang="en-US" sz="1600" dirty="0"/>
              <a:t> - logical, crisp, and professional</a:t>
            </a:r>
          </a:p>
          <a:p>
            <a:pPr lvl="0"/>
            <a:r>
              <a:rPr lang="en-US" sz="1600" b="1" dirty="0"/>
              <a:t>Structured and neat</a:t>
            </a:r>
            <a:r>
              <a:rPr lang="en-US" sz="1600" dirty="0"/>
              <a:t> - easy to follow</a:t>
            </a:r>
          </a:p>
          <a:p>
            <a:pPr lvl="0"/>
            <a:r>
              <a:rPr lang="en-US" sz="1600" b="1" dirty="0"/>
              <a:t>Legible – if handwritten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B146B-6EA2-9A68-4377-02586ECA1B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Mid Term</a:t>
            </a:r>
          </a:p>
        </p:txBody>
      </p:sp>
    </p:spTree>
    <p:extLst>
      <p:ext uri="{BB962C8B-B14F-4D97-AF65-F5344CB8AC3E}">
        <p14:creationId xmlns:p14="http://schemas.microsoft.com/office/powerpoint/2010/main" val="2968622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945051E4-7DF1-B8D8-8CED-FBB80F8B8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20" b="24035"/>
          <a:stretch/>
        </p:blipFill>
        <p:spPr>
          <a:xfrm>
            <a:off x="406400" y="1493838"/>
            <a:ext cx="10972800" cy="45259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FEBE-E629-CB0D-C790-59E04B28EF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Questions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1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7" ma:contentTypeDescription="Create a new document." ma:contentTypeScope="" ma:versionID="524f645c567f48f68415b738ed3c3e5a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ad7003b6bdea35659c5076b91058063b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D36793-ADA9-422D-A4DE-8486ABAFB4F3}"/>
</file>

<file path=customXml/itemProps2.xml><?xml version="1.0" encoding="utf-8"?>
<ds:datastoreItem xmlns:ds="http://schemas.openxmlformats.org/officeDocument/2006/customXml" ds:itemID="{CEC9482F-6C9F-4904-96FB-7361FD270B6F}"/>
</file>

<file path=customXml/itemProps3.xml><?xml version="1.0" encoding="utf-8"?>
<ds:datastoreItem xmlns:ds="http://schemas.openxmlformats.org/officeDocument/2006/customXml" ds:itemID="{BF1A0AC2-CC37-4A13-9CD9-9DC2A43488D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13282</TotalTime>
  <Words>1000</Words>
  <Application>Microsoft Macintosh PowerPoint</Application>
  <PresentationFormat>Widescreen</PresentationFormat>
  <Paragraphs>241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-webkit-standard</vt:lpstr>
      <vt:lpstr>Aptos</vt:lpstr>
      <vt:lpstr>Arial</vt:lpstr>
      <vt:lpstr>Avenir Book</vt:lpstr>
      <vt:lpstr>Office Theme</vt:lpstr>
      <vt:lpstr>Communication, Estimation &amp; Negotiation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Rahul Mohandas (RMd)</cp:lastModifiedBy>
  <cp:revision>116</cp:revision>
  <dcterms:created xsi:type="dcterms:W3CDTF">2011-09-14T09:42:05Z</dcterms:created>
  <dcterms:modified xsi:type="dcterms:W3CDTF">2025-09-14T02:51:29Z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