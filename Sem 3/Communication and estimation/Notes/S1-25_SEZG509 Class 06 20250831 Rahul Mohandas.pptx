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60" r:id="rId2"/>
    <p:sldId id="257" r:id="rId3"/>
    <p:sldId id="4191" r:id="rId4"/>
    <p:sldId id="4170" r:id="rId5"/>
    <p:sldId id="4221" r:id="rId6"/>
    <p:sldId id="4230" r:id="rId7"/>
    <p:sldId id="4228" r:id="rId8"/>
    <p:sldId id="4231" r:id="rId9"/>
    <p:sldId id="4232" r:id="rId10"/>
    <p:sldId id="4227" r:id="rId11"/>
    <p:sldId id="4198" r:id="rId12"/>
    <p:sldId id="4199" r:id="rId13"/>
    <p:sldId id="4229" r:id="rId14"/>
    <p:sldId id="4222" r:id="rId15"/>
    <p:sldId id="4194" r:id="rId16"/>
    <p:sldId id="4193" r:id="rId17"/>
    <p:sldId id="4197" r:id="rId18"/>
    <p:sldId id="4200" r:id="rId19"/>
    <p:sldId id="4233" r:id="rId20"/>
    <p:sldId id="4195" r:id="rId21"/>
    <p:sldId id="4196" r:id="rId22"/>
    <p:sldId id="4219" r:id="rId23"/>
    <p:sldId id="4192" r:id="rId24"/>
    <p:sldId id="4225" r:id="rId25"/>
    <p:sldId id="4224" r:id="rId26"/>
    <p:sldId id="4223" r:id="rId27"/>
    <p:sldId id="265" r:id="rId28"/>
    <p:sldId id="264" r:id="rId29"/>
    <p:sldId id="4201" r:id="rId30"/>
    <p:sldId id="4234" r:id="rId31"/>
    <p:sldId id="4217" r:id="rId32"/>
    <p:sldId id="4174" r:id="rId33"/>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25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FC6EE6-5280-244D-A95E-8E571FA14F3D}" v="49" dt="2025-08-31T02:23:31.0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797"/>
    <p:restoredTop sz="67192"/>
  </p:normalViewPr>
  <p:slideViewPr>
    <p:cSldViewPr showGuides="1">
      <p:cViewPr varScale="1">
        <p:scale>
          <a:sx n="78" d="100"/>
          <a:sy n="78" d="100"/>
        </p:scale>
        <p:origin x="952" y="184"/>
      </p:cViewPr>
      <p:guideLst>
        <p:guide orient="horz" pos="2256"/>
        <p:guide pos="384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43"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ul Mohandas (RMd)" userId="cdc53f0a-00cb-4490-8a90-22675af5e74d" providerId="ADAL" clId="{33B18583-BD48-3A4A-89F4-FBA63A3F9197}"/>
    <pc:docChg chg="undo custSel addSld delSld modSld sldOrd">
      <pc:chgData name="Rahul Mohandas (RMd)" userId="cdc53f0a-00cb-4490-8a90-22675af5e74d" providerId="ADAL" clId="{33B18583-BD48-3A4A-89F4-FBA63A3F9197}" dt="2024-09-01T13:28:29.034" v="4186" actId="2696"/>
      <pc:docMkLst>
        <pc:docMk/>
      </pc:docMkLst>
      <pc:sldChg chg="modSp mod">
        <pc:chgData name="Rahul Mohandas (RMd)" userId="cdc53f0a-00cb-4490-8a90-22675af5e74d" providerId="ADAL" clId="{33B18583-BD48-3A4A-89F4-FBA63A3F9197}" dt="2024-08-31T11:44:57.660" v="7" actId="20577"/>
        <pc:sldMkLst>
          <pc:docMk/>
          <pc:sldMk cId="0" sldId="257"/>
        </pc:sldMkLst>
      </pc:sldChg>
      <pc:sldChg chg="del">
        <pc:chgData name="Rahul Mohandas (RMd)" userId="cdc53f0a-00cb-4490-8a90-22675af5e74d" providerId="ADAL" clId="{33B18583-BD48-3A4A-89F4-FBA63A3F9197}" dt="2024-08-24T16:16:18.530" v="0" actId="2696"/>
        <pc:sldMkLst>
          <pc:docMk/>
          <pc:sldMk cId="4097913531" sldId="4101"/>
        </pc:sldMkLst>
      </pc:sldChg>
      <pc:sldChg chg="del">
        <pc:chgData name="Rahul Mohandas (RMd)" userId="cdc53f0a-00cb-4490-8a90-22675af5e74d" providerId="ADAL" clId="{33B18583-BD48-3A4A-89F4-FBA63A3F9197}" dt="2024-08-24T16:16:18.530" v="0" actId="2696"/>
        <pc:sldMkLst>
          <pc:docMk/>
          <pc:sldMk cId="3109908966" sldId="4102"/>
        </pc:sldMkLst>
      </pc:sldChg>
      <pc:sldChg chg="del">
        <pc:chgData name="Rahul Mohandas (RMd)" userId="cdc53f0a-00cb-4490-8a90-22675af5e74d" providerId="ADAL" clId="{33B18583-BD48-3A4A-89F4-FBA63A3F9197}" dt="2024-08-24T16:16:18.530" v="0" actId="2696"/>
        <pc:sldMkLst>
          <pc:docMk/>
          <pc:sldMk cId="610765707" sldId="4103"/>
        </pc:sldMkLst>
      </pc:sldChg>
      <pc:sldChg chg="del">
        <pc:chgData name="Rahul Mohandas (RMd)" userId="cdc53f0a-00cb-4490-8a90-22675af5e74d" providerId="ADAL" clId="{33B18583-BD48-3A4A-89F4-FBA63A3F9197}" dt="2024-08-24T16:16:18.530" v="0" actId="2696"/>
        <pc:sldMkLst>
          <pc:docMk/>
          <pc:sldMk cId="670112012" sldId="4105"/>
        </pc:sldMkLst>
      </pc:sldChg>
      <pc:sldChg chg="del">
        <pc:chgData name="Rahul Mohandas (RMd)" userId="cdc53f0a-00cb-4490-8a90-22675af5e74d" providerId="ADAL" clId="{33B18583-BD48-3A4A-89F4-FBA63A3F9197}" dt="2024-08-24T16:16:18.530" v="0" actId="2696"/>
        <pc:sldMkLst>
          <pc:docMk/>
          <pc:sldMk cId="2850148947" sldId="4147"/>
        </pc:sldMkLst>
      </pc:sldChg>
      <pc:sldChg chg="modSp add mod">
        <pc:chgData name="Rahul Mohandas (RMd)" userId="cdc53f0a-00cb-4490-8a90-22675af5e74d" providerId="ADAL" clId="{33B18583-BD48-3A4A-89F4-FBA63A3F9197}" dt="2024-08-31T12:08:52.956" v="411" actId="20577"/>
        <pc:sldMkLst>
          <pc:docMk/>
          <pc:sldMk cId="3832112072" sldId="4170"/>
        </pc:sldMkLst>
      </pc:sldChg>
      <pc:sldChg chg="add">
        <pc:chgData name="Rahul Mohandas (RMd)" userId="cdc53f0a-00cb-4490-8a90-22675af5e74d" providerId="ADAL" clId="{33B18583-BD48-3A4A-89F4-FBA63A3F9197}" dt="2024-08-31T11:45:13.740" v="8"/>
        <pc:sldMkLst>
          <pc:docMk/>
          <pc:sldMk cId="1863019508" sldId="4191"/>
        </pc:sldMkLst>
      </pc:sldChg>
      <pc:sldChg chg="addSp delSp modSp new mod modClrScheme chgLayout modNotesTx">
        <pc:chgData name="Rahul Mohandas (RMd)" userId="cdc53f0a-00cb-4490-8a90-22675af5e74d" providerId="ADAL" clId="{33B18583-BD48-3A4A-89F4-FBA63A3F9197}" dt="2024-09-01T13:22:28.155" v="3791" actId="20577"/>
        <pc:sldMkLst>
          <pc:docMk/>
          <pc:sldMk cId="1607859717" sldId="4192"/>
        </pc:sldMkLst>
      </pc:sldChg>
      <pc:sldChg chg="addSp modSp new mod modClrScheme chgLayout">
        <pc:chgData name="Rahul Mohandas (RMd)" userId="cdc53f0a-00cb-4490-8a90-22675af5e74d" providerId="ADAL" clId="{33B18583-BD48-3A4A-89F4-FBA63A3F9197}" dt="2024-09-01T05:49:27.083" v="1381" actId="20577"/>
        <pc:sldMkLst>
          <pc:docMk/>
          <pc:sldMk cId="1106237882" sldId="4193"/>
        </pc:sldMkLst>
      </pc:sldChg>
      <pc:sldChg chg="addSp delSp modSp new mod ord modClrScheme chgLayout">
        <pc:chgData name="Rahul Mohandas (RMd)" userId="cdc53f0a-00cb-4490-8a90-22675af5e74d" providerId="ADAL" clId="{33B18583-BD48-3A4A-89F4-FBA63A3F9197}" dt="2024-09-01T13:22:49.975" v="3801" actId="404"/>
        <pc:sldMkLst>
          <pc:docMk/>
          <pc:sldMk cId="1541232329" sldId="4194"/>
        </pc:sldMkLst>
      </pc:sldChg>
      <pc:sldChg chg="addSp delSp modSp new mod modClrScheme chgLayout modNotesTx">
        <pc:chgData name="Rahul Mohandas (RMd)" userId="cdc53f0a-00cb-4490-8a90-22675af5e74d" providerId="ADAL" clId="{33B18583-BD48-3A4A-89F4-FBA63A3F9197}" dt="2024-09-01T13:16:19.581" v="3486" actId="20577"/>
        <pc:sldMkLst>
          <pc:docMk/>
          <pc:sldMk cId="2507466782" sldId="4195"/>
        </pc:sldMkLst>
      </pc:sldChg>
      <pc:sldChg chg="addSp delSp modSp new mod modClrScheme chgLayout">
        <pc:chgData name="Rahul Mohandas (RMd)" userId="cdc53f0a-00cb-4490-8a90-22675af5e74d" providerId="ADAL" clId="{33B18583-BD48-3A4A-89F4-FBA63A3F9197}" dt="2024-09-01T05:52:36.077" v="1434" actId="1037"/>
        <pc:sldMkLst>
          <pc:docMk/>
          <pc:sldMk cId="1918004366" sldId="4196"/>
        </pc:sldMkLst>
      </pc:sldChg>
      <pc:sldChg chg="addSp modSp new mod modClrScheme chgLayout">
        <pc:chgData name="Rahul Mohandas (RMd)" userId="cdc53f0a-00cb-4490-8a90-22675af5e74d" providerId="ADAL" clId="{33B18583-BD48-3A4A-89F4-FBA63A3F9197}" dt="2024-09-01T05:49:14.668" v="1371" actId="20577"/>
        <pc:sldMkLst>
          <pc:docMk/>
          <pc:sldMk cId="1357951568" sldId="4197"/>
        </pc:sldMkLst>
      </pc:sldChg>
      <pc:sldChg chg="modSp new mod ord modNotesTx">
        <pc:chgData name="Rahul Mohandas (RMd)" userId="cdc53f0a-00cb-4490-8a90-22675af5e74d" providerId="ADAL" clId="{33B18583-BD48-3A4A-89F4-FBA63A3F9197}" dt="2024-09-01T12:58:51.755" v="2582" actId="12"/>
        <pc:sldMkLst>
          <pc:docMk/>
          <pc:sldMk cId="1117999722" sldId="4198"/>
        </pc:sldMkLst>
      </pc:sldChg>
      <pc:sldChg chg="modSp new mod modNotesTx">
        <pc:chgData name="Rahul Mohandas (RMd)" userId="cdc53f0a-00cb-4490-8a90-22675af5e74d" providerId="ADAL" clId="{33B18583-BD48-3A4A-89F4-FBA63A3F9197}" dt="2024-09-01T12:59:54.421" v="2702" actId="20577"/>
        <pc:sldMkLst>
          <pc:docMk/>
          <pc:sldMk cId="484839034" sldId="4199"/>
        </pc:sldMkLst>
      </pc:sldChg>
      <pc:sldChg chg="modSp new mod">
        <pc:chgData name="Rahul Mohandas (RMd)" userId="cdc53f0a-00cb-4490-8a90-22675af5e74d" providerId="ADAL" clId="{33B18583-BD48-3A4A-89F4-FBA63A3F9197}" dt="2024-09-01T13:25:02.412" v="3976" actId="20577"/>
        <pc:sldMkLst>
          <pc:docMk/>
          <pc:sldMk cId="1558365412" sldId="4200"/>
        </pc:sldMkLst>
      </pc:sldChg>
      <pc:sldChg chg="modSp new mod">
        <pc:chgData name="Rahul Mohandas (RMd)" userId="cdc53f0a-00cb-4490-8a90-22675af5e74d" providerId="ADAL" clId="{33B18583-BD48-3A4A-89F4-FBA63A3F9197}" dt="2024-09-01T05:28:54.284" v="895" actId="113"/>
        <pc:sldMkLst>
          <pc:docMk/>
          <pc:sldMk cId="1908076403" sldId="4201"/>
        </pc:sldMkLst>
      </pc:sldChg>
      <pc:sldChg chg="new del">
        <pc:chgData name="Rahul Mohandas (RMd)" userId="cdc53f0a-00cb-4490-8a90-22675af5e74d" providerId="ADAL" clId="{33B18583-BD48-3A4A-89F4-FBA63A3F9197}" dt="2024-09-01T13:28:29.034" v="4186" actId="2696"/>
        <pc:sldMkLst>
          <pc:docMk/>
          <pc:sldMk cId="120478877" sldId="4202"/>
        </pc:sldMkLst>
      </pc:sldChg>
      <pc:sldChg chg="del">
        <pc:chgData name="Rahul Mohandas (RMd)" userId="cdc53f0a-00cb-4490-8a90-22675af5e74d" providerId="ADAL" clId="{33B18583-BD48-3A4A-89F4-FBA63A3F9197}" dt="2024-08-24T16:16:18.530" v="0" actId="2696"/>
        <pc:sldMkLst>
          <pc:docMk/>
          <pc:sldMk cId="2395964172" sldId="4204"/>
        </pc:sldMkLst>
      </pc:sldChg>
      <pc:sldChg chg="del">
        <pc:chgData name="Rahul Mohandas (RMd)" userId="cdc53f0a-00cb-4490-8a90-22675af5e74d" providerId="ADAL" clId="{33B18583-BD48-3A4A-89F4-FBA63A3F9197}" dt="2024-08-24T16:16:18.530" v="0" actId="2696"/>
        <pc:sldMkLst>
          <pc:docMk/>
          <pc:sldMk cId="195159601" sldId="4215"/>
        </pc:sldMkLst>
      </pc:sldChg>
      <pc:sldChg chg="add">
        <pc:chgData name="Rahul Mohandas (RMd)" userId="cdc53f0a-00cb-4490-8a90-22675af5e74d" providerId="ADAL" clId="{33B18583-BD48-3A4A-89F4-FBA63A3F9197}" dt="2024-09-01T05:21:19.592" v="844"/>
        <pc:sldMkLst>
          <pc:docMk/>
          <pc:sldMk cId="2142588143" sldId="4217"/>
        </pc:sldMkLst>
      </pc:sldChg>
      <pc:sldChg chg="modSp add del mod">
        <pc:chgData name="Rahul Mohandas (RMd)" userId="cdc53f0a-00cb-4490-8a90-22675af5e74d" providerId="ADAL" clId="{33B18583-BD48-3A4A-89F4-FBA63A3F9197}" dt="2024-09-01T06:14:12.312" v="1947" actId="2696"/>
        <pc:sldMkLst>
          <pc:docMk/>
          <pc:sldMk cId="3996500199" sldId="4218"/>
        </pc:sldMkLst>
      </pc:sldChg>
      <pc:sldChg chg="addSp delSp modSp new mod modClrScheme chgLayout">
        <pc:chgData name="Rahul Mohandas (RMd)" userId="cdc53f0a-00cb-4490-8a90-22675af5e74d" providerId="ADAL" clId="{33B18583-BD48-3A4A-89F4-FBA63A3F9197}" dt="2024-09-01T06:15:16.551" v="1986" actId="20577"/>
        <pc:sldMkLst>
          <pc:docMk/>
          <pc:sldMk cId="2231604144" sldId="4219"/>
        </pc:sldMkLst>
      </pc:sldChg>
      <pc:sldChg chg="modSp new del mod">
        <pc:chgData name="Rahul Mohandas (RMd)" userId="cdc53f0a-00cb-4490-8a90-22675af5e74d" providerId="ADAL" clId="{33B18583-BD48-3A4A-89F4-FBA63A3F9197}" dt="2024-09-01T06:08:03.524" v="1603" actId="2696"/>
        <pc:sldMkLst>
          <pc:docMk/>
          <pc:sldMk cId="453101439" sldId="4220"/>
        </pc:sldMkLst>
      </pc:sldChg>
      <pc:sldChg chg="new del">
        <pc:chgData name="Rahul Mohandas (RMd)" userId="cdc53f0a-00cb-4490-8a90-22675af5e74d" providerId="ADAL" clId="{33B18583-BD48-3A4A-89F4-FBA63A3F9197}" dt="2024-09-01T06:09:12.676" v="1808" actId="2696"/>
        <pc:sldMkLst>
          <pc:docMk/>
          <pc:sldMk cId="3686608539" sldId="4220"/>
        </pc:sldMkLst>
      </pc:sldChg>
      <pc:sldChg chg="addSp delSp modSp new mod ord modClrScheme chgLayout">
        <pc:chgData name="Rahul Mohandas (RMd)" userId="cdc53f0a-00cb-4490-8a90-22675af5e74d" providerId="ADAL" clId="{33B18583-BD48-3A4A-89F4-FBA63A3F9197}" dt="2024-09-01T06:13:42.572" v="1918" actId="20578"/>
        <pc:sldMkLst>
          <pc:docMk/>
          <pc:sldMk cId="1420539506" sldId="4221"/>
        </pc:sldMkLst>
      </pc:sldChg>
      <pc:sldChg chg="addSp delSp modSp new mod ord modClrScheme chgLayout">
        <pc:chgData name="Rahul Mohandas (RMd)" userId="cdc53f0a-00cb-4490-8a90-22675af5e74d" providerId="ADAL" clId="{33B18583-BD48-3A4A-89F4-FBA63A3F9197}" dt="2024-09-01T06:27:39.852" v="2432" actId="1076"/>
        <pc:sldMkLst>
          <pc:docMk/>
          <pc:sldMk cId="2894385142" sldId="4222"/>
        </pc:sldMkLst>
      </pc:sldChg>
      <pc:sldChg chg="addSp delSp modSp new mod modClrScheme chgLayout modNotesTx">
        <pc:chgData name="Rahul Mohandas (RMd)" userId="cdc53f0a-00cb-4490-8a90-22675af5e74d" providerId="ADAL" clId="{33B18583-BD48-3A4A-89F4-FBA63A3F9197}" dt="2024-09-01T13:01:38.050" v="3037" actId="5793"/>
        <pc:sldMkLst>
          <pc:docMk/>
          <pc:sldMk cId="3798656223" sldId="4223"/>
        </pc:sldMkLst>
      </pc:sldChg>
      <pc:sldChg chg="addSp delSp modSp new mod modNotesTx">
        <pc:chgData name="Rahul Mohandas (RMd)" userId="cdc53f0a-00cb-4490-8a90-22675af5e74d" providerId="ADAL" clId="{33B18583-BD48-3A4A-89F4-FBA63A3F9197}" dt="2024-09-01T13:12:47.710" v="3367" actId="20577"/>
        <pc:sldMkLst>
          <pc:docMk/>
          <pc:sldMk cId="389070791" sldId="4224"/>
        </pc:sldMkLst>
      </pc:sldChg>
      <pc:sldChg chg="modSp new mod">
        <pc:chgData name="Rahul Mohandas (RMd)" userId="cdc53f0a-00cb-4490-8a90-22675af5e74d" providerId="ADAL" clId="{33B18583-BD48-3A4A-89F4-FBA63A3F9197}" dt="2024-09-01T13:27:21.562" v="4185" actId="20577"/>
        <pc:sldMkLst>
          <pc:docMk/>
          <pc:sldMk cId="3817639080" sldId="4225"/>
        </pc:sldMkLst>
      </pc:sldChg>
    </pc:docChg>
  </pc:docChgLst>
  <pc:docChgLst>
    <pc:chgData name="Rahul Mohandas (RMd)" userId="cdc53f0a-00cb-4490-8a90-22675af5e74d" providerId="ADAL" clId="{21AB9609-0E46-024F-B765-1B28F98334AB}"/>
    <pc:docChg chg="addSld modSld">
      <pc:chgData name="Rahul Mohandas (RMd)" userId="cdc53f0a-00cb-4490-8a90-22675af5e74d" providerId="ADAL" clId="{21AB9609-0E46-024F-B765-1B28F98334AB}" dt="2025-02-20T12:57:48.787" v="13" actId="20577"/>
      <pc:docMkLst>
        <pc:docMk/>
      </pc:docMkLst>
      <pc:sldChg chg="modSp new mod">
        <pc:chgData name="Rahul Mohandas (RMd)" userId="cdc53f0a-00cb-4490-8a90-22675af5e74d" providerId="ADAL" clId="{21AB9609-0E46-024F-B765-1B28F98334AB}" dt="2025-02-20T12:57:48.787" v="13" actId="20577"/>
        <pc:sldMkLst>
          <pc:docMk/>
          <pc:sldMk cId="3131993629" sldId="4226"/>
        </pc:sldMkLst>
      </pc:sldChg>
    </pc:docChg>
  </pc:docChgLst>
  <pc:docChgLst>
    <pc:chgData name="Rahul Mohandas (RMd)" userId="cdc53f0a-00cb-4490-8a90-22675af5e74d" providerId="ADAL" clId="{71393BF7-82BE-F84C-86BD-2456EA286FE7}"/>
    <pc:docChg chg="custSel addSld delSld modSld sldOrd">
      <pc:chgData name="Rahul Mohandas (RMd)" userId="cdc53f0a-00cb-4490-8a90-22675af5e74d" providerId="ADAL" clId="{71393BF7-82BE-F84C-86BD-2456EA286FE7}" dt="2025-02-23T12:19:22.426" v="425" actId="5793"/>
      <pc:docMkLst>
        <pc:docMk/>
      </pc:docMkLst>
      <pc:sldChg chg="modSp mod">
        <pc:chgData name="Rahul Mohandas (RMd)" userId="cdc53f0a-00cb-4490-8a90-22675af5e74d" providerId="ADAL" clId="{71393BF7-82BE-F84C-86BD-2456EA286FE7}" dt="2025-02-23T06:35:33.808" v="11" actId="20577"/>
        <pc:sldMkLst>
          <pc:docMk/>
          <pc:sldMk cId="0" sldId="257"/>
        </pc:sldMkLst>
      </pc:sldChg>
      <pc:sldChg chg="addSp delSp modSp add mod ord modClrScheme chgLayout">
        <pc:chgData name="Rahul Mohandas (RMd)" userId="cdc53f0a-00cb-4490-8a90-22675af5e74d" providerId="ADAL" clId="{71393BF7-82BE-F84C-86BD-2456EA286FE7}" dt="2025-02-23T12:14:44.459" v="209" actId="478"/>
        <pc:sldMkLst>
          <pc:docMk/>
          <pc:sldMk cId="1240107526" sldId="264"/>
        </pc:sldMkLst>
      </pc:sldChg>
      <pc:sldChg chg="addSp delSp modSp add mod modClrScheme chgLayout">
        <pc:chgData name="Rahul Mohandas (RMd)" userId="cdc53f0a-00cb-4490-8a90-22675af5e74d" providerId="ADAL" clId="{71393BF7-82BE-F84C-86BD-2456EA286FE7}" dt="2025-02-23T07:56:30.534" v="90"/>
        <pc:sldMkLst>
          <pc:docMk/>
          <pc:sldMk cId="3517826896" sldId="265"/>
        </pc:sldMkLst>
      </pc:sldChg>
      <pc:sldChg chg="addSp modSp">
        <pc:chgData name="Rahul Mohandas (RMd)" userId="cdc53f0a-00cb-4490-8a90-22675af5e74d" providerId="ADAL" clId="{71393BF7-82BE-F84C-86BD-2456EA286FE7}" dt="2025-02-23T07:56:49.424" v="108"/>
        <pc:sldMkLst>
          <pc:docMk/>
          <pc:sldMk cId="3832112072" sldId="4170"/>
        </pc:sldMkLst>
      </pc:sldChg>
      <pc:sldChg chg="addSp modSp mod">
        <pc:chgData name="Rahul Mohandas (RMd)" userId="cdc53f0a-00cb-4490-8a90-22675af5e74d" providerId="ADAL" clId="{71393BF7-82BE-F84C-86BD-2456EA286FE7}" dt="2025-02-23T07:56:51.134" v="109"/>
        <pc:sldMkLst>
          <pc:docMk/>
          <pc:sldMk cId="1863019508" sldId="4191"/>
        </pc:sldMkLst>
      </pc:sldChg>
      <pc:sldChg chg="addSp modSp">
        <pc:chgData name="Rahul Mohandas (RMd)" userId="cdc53f0a-00cb-4490-8a90-22675af5e74d" providerId="ADAL" clId="{71393BF7-82BE-F84C-86BD-2456EA286FE7}" dt="2025-02-23T07:56:37.510" v="97"/>
        <pc:sldMkLst>
          <pc:docMk/>
          <pc:sldMk cId="1607859717" sldId="4192"/>
        </pc:sldMkLst>
      </pc:sldChg>
      <pc:sldChg chg="addSp modSp">
        <pc:chgData name="Rahul Mohandas (RMd)" userId="cdc53f0a-00cb-4490-8a90-22675af5e74d" providerId="ADAL" clId="{71393BF7-82BE-F84C-86BD-2456EA286FE7}" dt="2025-02-23T07:56:34.570" v="94"/>
        <pc:sldMkLst>
          <pc:docMk/>
          <pc:sldMk cId="1106237882" sldId="4193"/>
        </pc:sldMkLst>
      </pc:sldChg>
      <pc:sldChg chg="addSp modSp mod">
        <pc:chgData name="Rahul Mohandas (RMd)" userId="cdc53f0a-00cb-4490-8a90-22675af5e74d" providerId="ADAL" clId="{71393BF7-82BE-F84C-86BD-2456EA286FE7}" dt="2025-02-23T12:16:43.261" v="286" actId="207"/>
        <pc:sldMkLst>
          <pc:docMk/>
          <pc:sldMk cId="1541232329" sldId="4194"/>
        </pc:sldMkLst>
      </pc:sldChg>
      <pc:sldChg chg="addSp modSp">
        <pc:chgData name="Rahul Mohandas (RMd)" userId="cdc53f0a-00cb-4490-8a90-22675af5e74d" providerId="ADAL" clId="{71393BF7-82BE-F84C-86BD-2456EA286FE7}" dt="2025-02-23T07:56:40.445" v="100"/>
        <pc:sldMkLst>
          <pc:docMk/>
          <pc:sldMk cId="2507466782" sldId="4195"/>
        </pc:sldMkLst>
      </pc:sldChg>
      <pc:sldChg chg="addSp modSp">
        <pc:chgData name="Rahul Mohandas (RMd)" userId="cdc53f0a-00cb-4490-8a90-22675af5e74d" providerId="ADAL" clId="{71393BF7-82BE-F84C-86BD-2456EA286FE7}" dt="2025-02-23T07:56:39.470" v="99"/>
        <pc:sldMkLst>
          <pc:docMk/>
          <pc:sldMk cId="1918004366" sldId="4196"/>
        </pc:sldMkLst>
      </pc:sldChg>
      <pc:sldChg chg="addSp modSp mod">
        <pc:chgData name="Rahul Mohandas (RMd)" userId="cdc53f0a-00cb-4490-8a90-22675af5e74d" providerId="ADAL" clId="{71393BF7-82BE-F84C-86BD-2456EA286FE7}" dt="2025-02-23T12:17:14.341" v="343" actId="20577"/>
        <pc:sldMkLst>
          <pc:docMk/>
          <pc:sldMk cId="1357951568" sldId="4197"/>
        </pc:sldMkLst>
      </pc:sldChg>
      <pc:sldChg chg="addSp modSp">
        <pc:chgData name="Rahul Mohandas (RMd)" userId="cdc53f0a-00cb-4490-8a90-22675af5e74d" providerId="ADAL" clId="{71393BF7-82BE-F84C-86BD-2456EA286FE7}" dt="2025-02-23T07:56:44.572" v="104"/>
        <pc:sldMkLst>
          <pc:docMk/>
          <pc:sldMk cId="1117999722" sldId="4198"/>
        </pc:sldMkLst>
      </pc:sldChg>
      <pc:sldChg chg="addSp modSp mod">
        <pc:chgData name="Rahul Mohandas (RMd)" userId="cdc53f0a-00cb-4490-8a90-22675af5e74d" providerId="ADAL" clId="{71393BF7-82BE-F84C-86BD-2456EA286FE7}" dt="2025-02-23T12:19:22.426" v="425" actId="5793"/>
        <pc:sldMkLst>
          <pc:docMk/>
          <pc:sldMk cId="484839034" sldId="4199"/>
        </pc:sldMkLst>
      </pc:sldChg>
      <pc:sldChg chg="addSp modSp">
        <pc:chgData name="Rahul Mohandas (RMd)" userId="cdc53f0a-00cb-4490-8a90-22675af5e74d" providerId="ADAL" clId="{71393BF7-82BE-F84C-86BD-2456EA286FE7}" dt="2025-02-23T07:56:32.437" v="92"/>
        <pc:sldMkLst>
          <pc:docMk/>
          <pc:sldMk cId="1558365412" sldId="4200"/>
        </pc:sldMkLst>
      </pc:sldChg>
      <pc:sldChg chg="addSp modSp">
        <pc:chgData name="Rahul Mohandas (RMd)" userId="cdc53f0a-00cb-4490-8a90-22675af5e74d" providerId="ADAL" clId="{71393BF7-82BE-F84C-86BD-2456EA286FE7}" dt="2025-02-23T07:56:28.043" v="88"/>
        <pc:sldMkLst>
          <pc:docMk/>
          <pc:sldMk cId="1908076403" sldId="4201"/>
        </pc:sldMkLst>
      </pc:sldChg>
      <pc:sldChg chg="addSp modSp">
        <pc:chgData name="Rahul Mohandas (RMd)" userId="cdc53f0a-00cb-4490-8a90-22675af5e74d" providerId="ADAL" clId="{71393BF7-82BE-F84C-86BD-2456EA286FE7}" dt="2025-02-23T07:56:26.345" v="87"/>
        <pc:sldMkLst>
          <pc:docMk/>
          <pc:sldMk cId="2142588143" sldId="4217"/>
        </pc:sldMkLst>
      </pc:sldChg>
      <pc:sldChg chg="addSp modSp">
        <pc:chgData name="Rahul Mohandas (RMd)" userId="cdc53f0a-00cb-4490-8a90-22675af5e74d" providerId="ADAL" clId="{71393BF7-82BE-F84C-86BD-2456EA286FE7}" dt="2025-02-23T07:56:38.482" v="98"/>
        <pc:sldMkLst>
          <pc:docMk/>
          <pc:sldMk cId="2231604144" sldId="4219"/>
        </pc:sldMkLst>
      </pc:sldChg>
      <pc:sldChg chg="addSp modSp modNotesTx">
        <pc:chgData name="Rahul Mohandas (RMd)" userId="cdc53f0a-00cb-4490-8a90-22675af5e74d" providerId="ADAL" clId="{71393BF7-82BE-F84C-86BD-2456EA286FE7}" dt="2025-02-23T07:56:47.963" v="107"/>
        <pc:sldMkLst>
          <pc:docMk/>
          <pc:sldMk cId="1420539506" sldId="4221"/>
        </pc:sldMkLst>
      </pc:sldChg>
      <pc:sldChg chg="addSp modSp">
        <pc:chgData name="Rahul Mohandas (RMd)" userId="cdc53f0a-00cb-4490-8a90-22675af5e74d" providerId="ADAL" clId="{71393BF7-82BE-F84C-86BD-2456EA286FE7}" dt="2025-02-23T07:56:36.545" v="96"/>
        <pc:sldMkLst>
          <pc:docMk/>
          <pc:sldMk cId="2894385142" sldId="4222"/>
        </pc:sldMkLst>
      </pc:sldChg>
      <pc:sldChg chg="addSp modSp">
        <pc:chgData name="Rahul Mohandas (RMd)" userId="cdc53f0a-00cb-4490-8a90-22675af5e74d" providerId="ADAL" clId="{71393BF7-82BE-F84C-86BD-2456EA286FE7}" dt="2025-02-23T07:56:42.427" v="102"/>
        <pc:sldMkLst>
          <pc:docMk/>
          <pc:sldMk cId="3798656223" sldId="4223"/>
        </pc:sldMkLst>
      </pc:sldChg>
      <pc:sldChg chg="addSp modSp">
        <pc:chgData name="Rahul Mohandas (RMd)" userId="cdc53f0a-00cb-4490-8a90-22675af5e74d" providerId="ADAL" clId="{71393BF7-82BE-F84C-86BD-2456EA286FE7}" dt="2025-02-23T07:56:41.422" v="101"/>
        <pc:sldMkLst>
          <pc:docMk/>
          <pc:sldMk cId="389070791" sldId="4224"/>
        </pc:sldMkLst>
      </pc:sldChg>
      <pc:sldChg chg="addSp modSp mod">
        <pc:chgData name="Rahul Mohandas (RMd)" userId="cdc53f0a-00cb-4490-8a90-22675af5e74d" providerId="ADAL" clId="{71393BF7-82BE-F84C-86BD-2456EA286FE7}" dt="2025-02-23T12:14:11.443" v="203" actId="115"/>
        <pc:sldMkLst>
          <pc:docMk/>
          <pc:sldMk cId="3817639080" sldId="4225"/>
        </pc:sldMkLst>
      </pc:sldChg>
      <pc:sldChg chg="del">
        <pc:chgData name="Rahul Mohandas (RMd)" userId="cdc53f0a-00cb-4490-8a90-22675af5e74d" providerId="ADAL" clId="{71393BF7-82BE-F84C-86BD-2456EA286FE7}" dt="2025-02-23T06:51:20.876" v="86" actId="2696"/>
        <pc:sldMkLst>
          <pc:docMk/>
          <pc:sldMk cId="3131993629" sldId="4226"/>
        </pc:sldMkLst>
      </pc:sldChg>
      <pc:sldChg chg="addSp modSp new mod ord modNotesTx">
        <pc:chgData name="Rahul Mohandas (RMd)" userId="cdc53f0a-00cb-4490-8a90-22675af5e74d" providerId="ADAL" clId="{71393BF7-82BE-F84C-86BD-2456EA286FE7}" dt="2025-02-23T07:56:45.902" v="105"/>
        <pc:sldMkLst>
          <pc:docMk/>
          <pc:sldMk cId="2402092548" sldId="4227"/>
        </pc:sldMkLst>
      </pc:sldChg>
      <pc:sldChg chg="addSp modSp new mod ord modNotesTx">
        <pc:chgData name="Rahul Mohandas (RMd)" userId="cdc53f0a-00cb-4490-8a90-22675af5e74d" providerId="ADAL" clId="{71393BF7-82BE-F84C-86BD-2456EA286FE7}" dt="2025-02-23T07:56:46.891" v="106"/>
        <pc:sldMkLst>
          <pc:docMk/>
          <pc:sldMk cId="995364751" sldId="4228"/>
        </pc:sldMkLst>
      </pc:sldChg>
      <pc:sldChg chg="modSp add mod">
        <pc:chgData name="Rahul Mohandas (RMd)" userId="cdc53f0a-00cb-4490-8a90-22675af5e74d" providerId="ADAL" clId="{71393BF7-82BE-F84C-86BD-2456EA286FE7}" dt="2025-02-23T12:19:16.474" v="420" actId="20577"/>
        <pc:sldMkLst>
          <pc:docMk/>
          <pc:sldMk cId="4133333547" sldId="4229"/>
        </pc:sldMkLst>
      </pc:sldChg>
    </pc:docChg>
  </pc:docChgLst>
  <pc:docChgLst>
    <pc:chgData name="Rahul Mohandas (RMd)" userId="cdc53f0a-00cb-4490-8a90-22675af5e74d" providerId="ADAL" clId="{6AA79A98-E4AA-53FC-BDD8-C9EE79B97AEC}"/>
    <pc:docChg chg="custSel addSld delSld modSld sldOrd">
      <pc:chgData name="Rahul Mohandas (RMd)" userId="cdc53f0a-00cb-4490-8a90-22675af5e74d" providerId="ADAL" clId="{6AA79A98-E4AA-53FC-BDD8-C9EE79B97AEC}" dt="2025-08-31T02:25:59.351" v="424" actId="20577"/>
      <pc:docMkLst>
        <pc:docMk/>
      </pc:docMkLst>
      <pc:sldChg chg="modSp mod">
        <pc:chgData name="Rahul Mohandas (RMd)" userId="cdc53f0a-00cb-4490-8a90-22675af5e74d" providerId="ADAL" clId="{6AA79A98-E4AA-53FC-BDD8-C9EE79B97AEC}" dt="2025-08-30T13:32:47.553" v="16" actId="20577"/>
        <pc:sldMkLst>
          <pc:docMk/>
          <pc:sldMk cId="0" sldId="257"/>
        </pc:sldMkLst>
        <pc:spChg chg="mod">
          <ac:chgData name="Rahul Mohandas (RMd)" userId="cdc53f0a-00cb-4490-8a90-22675af5e74d" providerId="ADAL" clId="{6AA79A98-E4AA-53FC-BDD8-C9EE79B97AEC}" dt="2025-08-30T13:32:47.553" v="16" actId="20577"/>
          <ac:spMkLst>
            <pc:docMk/>
            <pc:sldMk cId="0" sldId="257"/>
            <ac:spMk id="2" creationId="{056F6331-FA13-C3D2-E2AC-DE29B104FF03}"/>
          </ac:spMkLst>
        </pc:spChg>
      </pc:sldChg>
      <pc:sldChg chg="del">
        <pc:chgData name="Rahul Mohandas (RMd)" userId="cdc53f0a-00cb-4490-8a90-22675af5e74d" providerId="ADAL" clId="{6AA79A98-E4AA-53FC-BDD8-C9EE79B97AEC}" dt="2025-08-30T14:33:06.555" v="276" actId="2696"/>
        <pc:sldMkLst>
          <pc:docMk/>
          <pc:sldMk cId="1607859717" sldId="4192"/>
        </pc:sldMkLst>
      </pc:sldChg>
      <pc:sldChg chg="add">
        <pc:chgData name="Rahul Mohandas (RMd)" userId="cdc53f0a-00cb-4490-8a90-22675af5e74d" providerId="ADAL" clId="{6AA79A98-E4AA-53FC-BDD8-C9EE79B97AEC}" dt="2025-08-30T14:33:14.739" v="277"/>
        <pc:sldMkLst>
          <pc:docMk/>
          <pc:sldMk cId="2407711702" sldId="4192"/>
        </pc:sldMkLst>
      </pc:sldChg>
      <pc:sldChg chg="modSp mod">
        <pc:chgData name="Rahul Mohandas (RMd)" userId="cdc53f0a-00cb-4490-8a90-22675af5e74d" providerId="ADAL" clId="{6AA79A98-E4AA-53FC-BDD8-C9EE79B97AEC}" dt="2025-08-31T02:25:59.351" v="424" actId="20577"/>
        <pc:sldMkLst>
          <pc:docMk/>
          <pc:sldMk cId="1106237882" sldId="4193"/>
        </pc:sldMkLst>
        <pc:spChg chg="mod">
          <ac:chgData name="Rahul Mohandas (RMd)" userId="cdc53f0a-00cb-4490-8a90-22675af5e74d" providerId="ADAL" clId="{6AA79A98-E4AA-53FC-BDD8-C9EE79B97AEC}" dt="2025-08-31T02:25:59.351" v="424" actId="20577"/>
          <ac:spMkLst>
            <pc:docMk/>
            <pc:sldMk cId="1106237882" sldId="4193"/>
            <ac:spMk id="3" creationId="{137DC698-BD12-8690-E251-C281F690DE8A}"/>
          </ac:spMkLst>
        </pc:spChg>
      </pc:sldChg>
      <pc:sldChg chg="add">
        <pc:chgData name="Rahul Mohandas (RMd)" userId="cdc53f0a-00cb-4490-8a90-22675af5e74d" providerId="ADAL" clId="{6AA79A98-E4AA-53FC-BDD8-C9EE79B97AEC}" dt="2025-08-30T14:33:14.739" v="277"/>
        <pc:sldMkLst>
          <pc:docMk/>
          <pc:sldMk cId="1167628368" sldId="4195"/>
        </pc:sldMkLst>
      </pc:sldChg>
      <pc:sldChg chg="del">
        <pc:chgData name="Rahul Mohandas (RMd)" userId="cdc53f0a-00cb-4490-8a90-22675af5e74d" providerId="ADAL" clId="{6AA79A98-E4AA-53FC-BDD8-C9EE79B97AEC}" dt="2025-08-30T14:33:06.555" v="276" actId="2696"/>
        <pc:sldMkLst>
          <pc:docMk/>
          <pc:sldMk cId="2507466782" sldId="4195"/>
        </pc:sldMkLst>
      </pc:sldChg>
      <pc:sldChg chg="add">
        <pc:chgData name="Rahul Mohandas (RMd)" userId="cdc53f0a-00cb-4490-8a90-22675af5e74d" providerId="ADAL" clId="{6AA79A98-E4AA-53FC-BDD8-C9EE79B97AEC}" dt="2025-08-30T14:33:14.739" v="277"/>
        <pc:sldMkLst>
          <pc:docMk/>
          <pc:sldMk cId="941515227" sldId="4196"/>
        </pc:sldMkLst>
      </pc:sldChg>
      <pc:sldChg chg="del">
        <pc:chgData name="Rahul Mohandas (RMd)" userId="cdc53f0a-00cb-4490-8a90-22675af5e74d" providerId="ADAL" clId="{6AA79A98-E4AA-53FC-BDD8-C9EE79B97AEC}" dt="2025-08-30T14:33:06.555" v="276" actId="2696"/>
        <pc:sldMkLst>
          <pc:docMk/>
          <pc:sldMk cId="1918004366" sldId="4196"/>
        </pc:sldMkLst>
      </pc:sldChg>
      <pc:sldChg chg="ord">
        <pc:chgData name="Rahul Mohandas (RMd)" userId="cdc53f0a-00cb-4490-8a90-22675af5e74d" providerId="ADAL" clId="{6AA79A98-E4AA-53FC-BDD8-C9EE79B97AEC}" dt="2025-08-30T14:17:21.653" v="262" actId="20578"/>
        <pc:sldMkLst>
          <pc:docMk/>
          <pc:sldMk cId="1558365412" sldId="4200"/>
        </pc:sldMkLst>
      </pc:sldChg>
      <pc:sldChg chg="del">
        <pc:chgData name="Rahul Mohandas (RMd)" userId="cdc53f0a-00cb-4490-8a90-22675af5e74d" providerId="ADAL" clId="{6AA79A98-E4AA-53FC-BDD8-C9EE79B97AEC}" dt="2025-08-30T14:33:06.555" v="276" actId="2696"/>
        <pc:sldMkLst>
          <pc:docMk/>
          <pc:sldMk cId="2231604144" sldId="4219"/>
        </pc:sldMkLst>
      </pc:sldChg>
      <pc:sldChg chg="add">
        <pc:chgData name="Rahul Mohandas (RMd)" userId="cdc53f0a-00cb-4490-8a90-22675af5e74d" providerId="ADAL" clId="{6AA79A98-E4AA-53FC-BDD8-C9EE79B97AEC}" dt="2025-08-30T14:33:14.739" v="277"/>
        <pc:sldMkLst>
          <pc:docMk/>
          <pc:sldMk cId="3188925132" sldId="4219"/>
        </pc:sldMkLst>
      </pc:sldChg>
      <pc:sldChg chg="modSp add mod">
        <pc:chgData name="Rahul Mohandas (RMd)" userId="cdc53f0a-00cb-4490-8a90-22675af5e74d" providerId="ADAL" clId="{6AA79A98-E4AA-53FC-BDD8-C9EE79B97AEC}" dt="2025-08-30T14:39:16.772" v="360" actId="20577"/>
        <pc:sldMkLst>
          <pc:docMk/>
          <pc:sldMk cId="1018503799" sldId="4223"/>
        </pc:sldMkLst>
        <pc:spChg chg="mod">
          <ac:chgData name="Rahul Mohandas (RMd)" userId="cdc53f0a-00cb-4490-8a90-22675af5e74d" providerId="ADAL" clId="{6AA79A98-E4AA-53FC-BDD8-C9EE79B97AEC}" dt="2025-08-30T14:39:16.772" v="360" actId="20577"/>
          <ac:spMkLst>
            <pc:docMk/>
            <pc:sldMk cId="1018503799" sldId="4223"/>
            <ac:spMk id="4" creationId="{3D3DB12D-C829-8842-57FF-D09D5EFE1331}"/>
          </ac:spMkLst>
        </pc:spChg>
      </pc:sldChg>
      <pc:sldChg chg="del">
        <pc:chgData name="Rahul Mohandas (RMd)" userId="cdc53f0a-00cb-4490-8a90-22675af5e74d" providerId="ADAL" clId="{6AA79A98-E4AA-53FC-BDD8-C9EE79B97AEC}" dt="2025-08-30T14:38:43.566" v="300" actId="2696"/>
        <pc:sldMkLst>
          <pc:docMk/>
          <pc:sldMk cId="3798656223" sldId="4223"/>
        </pc:sldMkLst>
      </pc:sldChg>
      <pc:sldChg chg="del">
        <pc:chgData name="Rahul Mohandas (RMd)" userId="cdc53f0a-00cb-4490-8a90-22675af5e74d" providerId="ADAL" clId="{6AA79A98-E4AA-53FC-BDD8-C9EE79B97AEC}" dt="2025-08-30T14:38:43.566" v="300" actId="2696"/>
        <pc:sldMkLst>
          <pc:docMk/>
          <pc:sldMk cId="389070791" sldId="4224"/>
        </pc:sldMkLst>
      </pc:sldChg>
      <pc:sldChg chg="modSp add mod ord">
        <pc:chgData name="Rahul Mohandas (RMd)" userId="cdc53f0a-00cb-4490-8a90-22675af5e74d" providerId="ADAL" clId="{6AA79A98-E4AA-53FC-BDD8-C9EE79B97AEC}" dt="2025-08-30T14:39:26.668" v="361" actId="20578"/>
        <pc:sldMkLst>
          <pc:docMk/>
          <pc:sldMk cId="4066764753" sldId="4224"/>
        </pc:sldMkLst>
        <pc:spChg chg="mod">
          <ac:chgData name="Rahul Mohandas (RMd)" userId="cdc53f0a-00cb-4490-8a90-22675af5e74d" providerId="ADAL" clId="{6AA79A98-E4AA-53FC-BDD8-C9EE79B97AEC}" dt="2025-08-30T14:39:10.918" v="352" actId="20577"/>
          <ac:spMkLst>
            <pc:docMk/>
            <pc:sldMk cId="4066764753" sldId="4224"/>
            <ac:spMk id="4" creationId="{54928C91-A0FA-DEAD-7188-79B8515E2DCE}"/>
          </ac:spMkLst>
        </pc:spChg>
      </pc:sldChg>
      <pc:sldChg chg="addSp modSp new mod ord modNotesTx">
        <pc:chgData name="Rahul Mohandas (RMd)" userId="cdc53f0a-00cb-4490-8a90-22675af5e74d" providerId="ADAL" clId="{6AA79A98-E4AA-53FC-BDD8-C9EE79B97AEC}" dt="2025-08-30T13:44:03.146" v="44" actId="20577"/>
        <pc:sldMkLst>
          <pc:docMk/>
          <pc:sldMk cId="2700931250" sldId="4230"/>
        </pc:sldMkLst>
        <pc:spChg chg="mod">
          <ac:chgData name="Rahul Mohandas (RMd)" userId="cdc53f0a-00cb-4490-8a90-22675af5e74d" providerId="ADAL" clId="{6AA79A98-E4AA-53FC-BDD8-C9EE79B97AEC}" dt="2025-08-30T13:43:11.506" v="36" actId="14100"/>
          <ac:spMkLst>
            <pc:docMk/>
            <pc:sldMk cId="2700931250" sldId="4230"/>
            <ac:spMk id="2" creationId="{9A6DB1BC-8093-5225-143A-00F341DD5797}"/>
          </ac:spMkLst>
        </pc:spChg>
        <pc:picChg chg="add mod">
          <ac:chgData name="Rahul Mohandas (RMd)" userId="cdc53f0a-00cb-4490-8a90-22675af5e74d" providerId="ADAL" clId="{6AA79A98-E4AA-53FC-BDD8-C9EE79B97AEC}" dt="2025-08-30T13:43:23.487" v="41" actId="1076"/>
          <ac:picMkLst>
            <pc:docMk/>
            <pc:sldMk cId="2700931250" sldId="4230"/>
            <ac:picMk id="1026" creationId="{1AB5F2FA-2ED5-F34A-A9AB-6D10ABE35A77}"/>
          </ac:picMkLst>
        </pc:picChg>
      </pc:sldChg>
      <pc:sldChg chg="addSp modSp new mod modNotesTx">
        <pc:chgData name="Rahul Mohandas (RMd)" userId="cdc53f0a-00cb-4490-8a90-22675af5e74d" providerId="ADAL" clId="{6AA79A98-E4AA-53FC-BDD8-C9EE79B97AEC}" dt="2025-08-30T13:50:03.533" v="94" actId="1076"/>
        <pc:sldMkLst>
          <pc:docMk/>
          <pc:sldMk cId="3910941911" sldId="4231"/>
        </pc:sldMkLst>
        <pc:spChg chg="mod">
          <ac:chgData name="Rahul Mohandas (RMd)" userId="cdc53f0a-00cb-4490-8a90-22675af5e74d" providerId="ADAL" clId="{6AA79A98-E4AA-53FC-BDD8-C9EE79B97AEC}" dt="2025-08-30T13:44:21.785" v="59" actId="20577"/>
          <ac:spMkLst>
            <pc:docMk/>
            <pc:sldMk cId="3910941911" sldId="4231"/>
            <ac:spMk id="2" creationId="{41A04448-71A4-86D4-CF9B-8F6382C2CCA8}"/>
          </ac:spMkLst>
        </pc:spChg>
        <pc:spChg chg="add mod">
          <ac:chgData name="Rahul Mohandas (RMd)" userId="cdc53f0a-00cb-4490-8a90-22675af5e74d" providerId="ADAL" clId="{6AA79A98-E4AA-53FC-BDD8-C9EE79B97AEC}" dt="2025-08-30T13:45:17.089" v="85" actId="20577"/>
          <ac:spMkLst>
            <pc:docMk/>
            <pc:sldMk cId="3910941911" sldId="4231"/>
            <ac:spMk id="4" creationId="{66DB4BD5-3716-53DD-89CA-540C9E3DF06D}"/>
          </ac:spMkLst>
        </pc:spChg>
        <pc:picChg chg="add mod">
          <ac:chgData name="Rahul Mohandas (RMd)" userId="cdc53f0a-00cb-4490-8a90-22675af5e74d" providerId="ADAL" clId="{6AA79A98-E4AA-53FC-BDD8-C9EE79B97AEC}" dt="2025-08-30T13:50:03.533" v="94" actId="1076"/>
          <ac:picMkLst>
            <pc:docMk/>
            <pc:sldMk cId="3910941911" sldId="4231"/>
            <ac:picMk id="2050" creationId="{36AC7E73-146D-5350-F48B-508DC76A253A}"/>
          </ac:picMkLst>
        </pc:picChg>
      </pc:sldChg>
      <pc:sldChg chg="addSp delSp modSp add modNotesTx">
        <pc:chgData name="Rahul Mohandas (RMd)" userId="cdc53f0a-00cb-4490-8a90-22675af5e74d" providerId="ADAL" clId="{6AA79A98-E4AA-53FC-BDD8-C9EE79B97AEC}" dt="2025-08-30T13:52:38.898" v="102" actId="1076"/>
        <pc:sldMkLst>
          <pc:docMk/>
          <pc:sldMk cId="53917221" sldId="4232"/>
        </pc:sldMkLst>
        <pc:picChg chg="add del mod">
          <ac:chgData name="Rahul Mohandas (RMd)" userId="cdc53f0a-00cb-4490-8a90-22675af5e74d" providerId="ADAL" clId="{6AA79A98-E4AA-53FC-BDD8-C9EE79B97AEC}" dt="2025-08-30T13:52:31.996" v="98" actId="478"/>
          <ac:picMkLst>
            <pc:docMk/>
            <pc:sldMk cId="53917221" sldId="4232"/>
            <ac:picMk id="3074" creationId="{24C51ED8-E070-FA8A-E012-9C68EF6F249F}"/>
          </ac:picMkLst>
        </pc:picChg>
        <pc:picChg chg="add mod">
          <ac:chgData name="Rahul Mohandas (RMd)" userId="cdc53f0a-00cb-4490-8a90-22675af5e74d" providerId="ADAL" clId="{6AA79A98-E4AA-53FC-BDD8-C9EE79B97AEC}" dt="2025-08-30T13:52:38.898" v="102" actId="1076"/>
          <ac:picMkLst>
            <pc:docMk/>
            <pc:sldMk cId="53917221" sldId="4232"/>
            <ac:picMk id="3076" creationId="{CEFB9016-CC93-74FC-3D39-C9C7F84345AE}"/>
          </ac:picMkLst>
        </pc:picChg>
      </pc:sldChg>
      <pc:sldChg chg="addSp modSp add mod modClrScheme chgLayout">
        <pc:chgData name="Rahul Mohandas (RMd)" userId="cdc53f0a-00cb-4490-8a90-22675af5e74d" providerId="ADAL" clId="{6AA79A98-E4AA-53FC-BDD8-C9EE79B97AEC}" dt="2025-08-31T02:22:07.603" v="387" actId="207"/>
        <pc:sldMkLst>
          <pc:docMk/>
          <pc:sldMk cId="2445135094" sldId="4233"/>
        </pc:sldMkLst>
        <pc:spChg chg="mod">
          <ac:chgData name="Rahul Mohandas (RMd)" userId="cdc53f0a-00cb-4490-8a90-22675af5e74d" providerId="ADAL" clId="{6AA79A98-E4AA-53FC-BDD8-C9EE79B97AEC}" dt="2025-08-31T02:21:59.548" v="385" actId="26606"/>
          <ac:spMkLst>
            <pc:docMk/>
            <pc:sldMk cId="2445135094" sldId="4233"/>
            <ac:spMk id="2" creationId="{6A14E1A9-C930-63AB-AFBD-0E5BFB1F03DC}"/>
          </ac:spMkLst>
        </pc:spChg>
        <pc:spChg chg="mod ord">
          <ac:chgData name="Rahul Mohandas (RMd)" userId="cdc53f0a-00cb-4490-8a90-22675af5e74d" providerId="ADAL" clId="{6AA79A98-E4AA-53FC-BDD8-C9EE79B97AEC}" dt="2025-08-31T02:21:59.548" v="385" actId="26606"/>
          <ac:spMkLst>
            <pc:docMk/>
            <pc:sldMk cId="2445135094" sldId="4233"/>
            <ac:spMk id="3" creationId="{665FBCFA-A29E-6F87-4361-A82F3564392A}"/>
          </ac:spMkLst>
        </pc:spChg>
        <pc:picChg chg="add mod">
          <ac:chgData name="Rahul Mohandas (RMd)" userId="cdc53f0a-00cb-4490-8a90-22675af5e74d" providerId="ADAL" clId="{6AA79A98-E4AA-53FC-BDD8-C9EE79B97AEC}" dt="2025-08-31T02:22:07.603" v="387" actId="207"/>
          <ac:picMkLst>
            <pc:docMk/>
            <pc:sldMk cId="2445135094" sldId="4233"/>
            <ac:picMk id="5" creationId="{DFA3CC29-4166-D05B-7679-EEE0E0817F85}"/>
          </ac:picMkLst>
        </pc:picChg>
      </pc:sldChg>
      <pc:sldChg chg="addSp delSp modSp new del mod chgLayout">
        <pc:chgData name="Rahul Mohandas (RMd)" userId="cdc53f0a-00cb-4490-8a90-22675af5e74d" providerId="ADAL" clId="{6AA79A98-E4AA-53FC-BDD8-C9EE79B97AEC}" dt="2025-08-30T14:16:49.829" v="260" actId="2696"/>
        <pc:sldMkLst>
          <pc:docMk/>
          <pc:sldMk cId="2732260423" sldId="4233"/>
        </pc:sldMkLst>
        <pc:spChg chg="mod ord">
          <ac:chgData name="Rahul Mohandas (RMd)" userId="cdc53f0a-00cb-4490-8a90-22675af5e74d" providerId="ADAL" clId="{6AA79A98-E4AA-53FC-BDD8-C9EE79B97AEC}" dt="2025-08-30T14:16:30.899" v="259" actId="20577"/>
          <ac:spMkLst>
            <pc:docMk/>
            <pc:sldMk cId="2732260423" sldId="4233"/>
            <ac:spMk id="2" creationId="{6A14E1A9-C930-63AB-AFBD-0E5BFB1F03DC}"/>
          </ac:spMkLst>
        </pc:spChg>
        <pc:spChg chg="mod ord">
          <ac:chgData name="Rahul Mohandas (RMd)" userId="cdc53f0a-00cb-4490-8a90-22675af5e74d" providerId="ADAL" clId="{6AA79A98-E4AA-53FC-BDD8-C9EE79B97AEC}" dt="2025-08-30T14:15:10.383" v="148" actId="20577"/>
          <ac:spMkLst>
            <pc:docMk/>
            <pc:sldMk cId="2732260423" sldId="4233"/>
            <ac:spMk id="3" creationId="{665FBCFA-A29E-6F87-4361-A82F3564392A}"/>
          </ac:spMkLst>
        </pc:spChg>
        <pc:spChg chg="add del mod">
          <ac:chgData name="Rahul Mohandas (RMd)" userId="cdc53f0a-00cb-4490-8a90-22675af5e74d" providerId="ADAL" clId="{6AA79A98-E4AA-53FC-BDD8-C9EE79B97AEC}" dt="2025-08-30T14:15:00.069" v="130" actId="6264"/>
          <ac:spMkLst>
            <pc:docMk/>
            <pc:sldMk cId="2732260423" sldId="4233"/>
            <ac:spMk id="4" creationId="{96D1C6D6-F824-5AEC-F47A-A433A093AA64}"/>
          </ac:spMkLst>
        </pc:spChg>
        <pc:spChg chg="add del mod">
          <ac:chgData name="Rahul Mohandas (RMd)" userId="cdc53f0a-00cb-4490-8a90-22675af5e74d" providerId="ADAL" clId="{6AA79A98-E4AA-53FC-BDD8-C9EE79B97AEC}" dt="2025-08-30T14:15:00.069" v="130" actId="6264"/>
          <ac:spMkLst>
            <pc:docMk/>
            <pc:sldMk cId="2732260423" sldId="4233"/>
            <ac:spMk id="5" creationId="{9165153E-8E48-092A-D9A3-715AEBA8F093}"/>
          </ac:spMkLst>
        </pc:spChg>
      </pc:sldChg>
      <pc:sldChg chg="addSp delSp modSp new del mod">
        <pc:chgData name="Rahul Mohandas (RMd)" userId="cdc53f0a-00cb-4490-8a90-22675af5e74d" providerId="ADAL" clId="{6AA79A98-E4AA-53FC-BDD8-C9EE79B97AEC}" dt="2025-08-31T02:23:19.081" v="388" actId="2696"/>
        <pc:sldMkLst>
          <pc:docMk/>
          <pc:sldMk cId="1303589109" sldId="4234"/>
        </pc:sldMkLst>
        <pc:spChg chg="del mod">
          <ac:chgData name="Rahul Mohandas (RMd)" userId="cdc53f0a-00cb-4490-8a90-22675af5e74d" providerId="ADAL" clId="{6AA79A98-E4AA-53FC-BDD8-C9EE79B97AEC}" dt="2025-08-30T14:34:07.709" v="286" actId="26606"/>
          <ac:spMkLst>
            <pc:docMk/>
            <pc:sldMk cId="1303589109" sldId="4234"/>
            <ac:spMk id="2" creationId="{43746412-F1DE-86CD-02A9-88A1AE21C55F}"/>
          </ac:spMkLst>
        </pc:spChg>
        <pc:spChg chg="mod">
          <ac:chgData name="Rahul Mohandas (RMd)" userId="cdc53f0a-00cb-4490-8a90-22675af5e74d" providerId="ADAL" clId="{6AA79A98-E4AA-53FC-BDD8-C9EE79B97AEC}" dt="2025-08-30T14:34:07.709" v="286" actId="26606"/>
          <ac:spMkLst>
            <pc:docMk/>
            <pc:sldMk cId="1303589109" sldId="4234"/>
            <ac:spMk id="3" creationId="{82B75D24-968E-1C86-B04A-4889BED68BFD}"/>
          </ac:spMkLst>
        </pc:spChg>
        <pc:spChg chg="add del mod">
          <ac:chgData name="Rahul Mohandas (RMd)" userId="cdc53f0a-00cb-4490-8a90-22675af5e74d" providerId="ADAL" clId="{6AA79A98-E4AA-53FC-BDD8-C9EE79B97AEC}" dt="2025-08-30T14:31:46.572" v="266" actId="478"/>
          <ac:spMkLst>
            <pc:docMk/>
            <pc:sldMk cId="1303589109" sldId="4234"/>
            <ac:spMk id="5" creationId="{007D3715-8A8C-C34F-35DE-DDA5D8C44A2E}"/>
          </ac:spMkLst>
        </pc:spChg>
        <pc:spChg chg="add del mod">
          <ac:chgData name="Rahul Mohandas (RMd)" userId="cdc53f0a-00cb-4490-8a90-22675af5e74d" providerId="ADAL" clId="{6AA79A98-E4AA-53FC-BDD8-C9EE79B97AEC}" dt="2025-08-30T14:35:57.625" v="299" actId="478"/>
          <ac:spMkLst>
            <pc:docMk/>
            <pc:sldMk cId="1303589109" sldId="4234"/>
            <ac:spMk id="7" creationId="{367DA2D1-FF98-0EEB-4D6B-592F5B565821}"/>
          </ac:spMkLst>
        </pc:spChg>
        <pc:graphicFrameChg chg="add mod">
          <ac:chgData name="Rahul Mohandas (RMd)" userId="cdc53f0a-00cb-4490-8a90-22675af5e74d" providerId="ADAL" clId="{6AA79A98-E4AA-53FC-BDD8-C9EE79B97AEC}" dt="2025-08-30T14:35:52.535" v="297" actId="20577"/>
          <ac:graphicFrameMkLst>
            <pc:docMk/>
            <pc:sldMk cId="1303589109" sldId="4234"/>
            <ac:graphicFrameMk id="6" creationId="{4B5B3780-555B-CD87-9395-F80ACB489CB3}"/>
          </ac:graphicFrameMkLst>
        </pc:graphicFrameChg>
      </pc:sldChg>
      <pc:sldChg chg="add">
        <pc:chgData name="Rahul Mohandas (RMd)" userId="cdc53f0a-00cb-4490-8a90-22675af5e74d" providerId="ADAL" clId="{6AA79A98-E4AA-53FC-BDD8-C9EE79B97AEC}" dt="2025-08-31T02:23:31.070" v="389"/>
        <pc:sldMkLst>
          <pc:docMk/>
          <pc:sldMk cId="2279523544" sldId="4234"/>
        </pc:sldMkLst>
      </pc:sldChg>
    </pc:docChg>
  </pc:docChgLst>
</pc:chgInfo>
</file>

<file path=ppt/diagrams/_rels/data3.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10" Type="http://schemas.openxmlformats.org/officeDocument/2006/relationships/image" Target="../media/image41.svg"/><Relationship Id="rId4" Type="http://schemas.openxmlformats.org/officeDocument/2006/relationships/image" Target="../media/image35.svg"/><Relationship Id="rId9" Type="http://schemas.openxmlformats.org/officeDocument/2006/relationships/image" Target="../media/image40.png"/></Relationships>
</file>

<file path=ppt/diagrams/_rels/data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s>
</file>

<file path=ppt/diagrams/_rels/data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svg"/></Relationships>
</file>

<file path=ppt/diagrams/_rels/drawing3.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10" Type="http://schemas.openxmlformats.org/officeDocument/2006/relationships/image" Target="../media/image41.svg"/><Relationship Id="rId4" Type="http://schemas.openxmlformats.org/officeDocument/2006/relationships/image" Target="../media/image35.svg"/><Relationship Id="rId9" Type="http://schemas.openxmlformats.org/officeDocument/2006/relationships/image" Target="../media/image40.png"/></Relationships>
</file>

<file path=ppt/diagrams/_rels/drawing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s>
</file>

<file path=ppt/diagrams/_rels/drawing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4D2AC9-C93A-2349-B4D9-36E5307EF234}" type="doc">
      <dgm:prSet loTypeId="urn:microsoft.com/office/officeart/2005/8/layout/matrix1" loCatId="" qsTypeId="urn:microsoft.com/office/officeart/2005/8/quickstyle/simple1" qsCatId="simple" csTypeId="urn:microsoft.com/office/officeart/2005/8/colors/accent1_2" csCatId="accent1" phldr="1"/>
      <dgm:spPr/>
      <dgm:t>
        <a:bodyPr/>
        <a:lstStyle/>
        <a:p>
          <a:endParaRPr lang="en-GB"/>
        </a:p>
      </dgm:t>
    </dgm:pt>
    <dgm:pt modelId="{B6D0543D-1666-0F4B-882E-021B6D1B5E14}">
      <dgm:prSet phldrT="[Text]"/>
      <dgm:spPr/>
      <dgm:t>
        <a:bodyPr/>
        <a:lstStyle/>
        <a:p>
          <a:r>
            <a:rPr lang="en-GB" dirty="0"/>
            <a:t>Rumsfeld Matrix</a:t>
          </a:r>
        </a:p>
      </dgm:t>
    </dgm:pt>
    <dgm:pt modelId="{54A093D6-5EE5-1E45-8212-91D2CF88B60C}" type="parTrans" cxnId="{A9D0AAFB-51B7-7E4F-A2E4-34488E471A96}">
      <dgm:prSet/>
      <dgm:spPr/>
      <dgm:t>
        <a:bodyPr/>
        <a:lstStyle/>
        <a:p>
          <a:endParaRPr lang="en-GB"/>
        </a:p>
      </dgm:t>
    </dgm:pt>
    <dgm:pt modelId="{D80D657A-DC5D-384E-BB79-494FB0764849}" type="sibTrans" cxnId="{A9D0AAFB-51B7-7E4F-A2E4-34488E471A96}">
      <dgm:prSet/>
      <dgm:spPr/>
      <dgm:t>
        <a:bodyPr/>
        <a:lstStyle/>
        <a:p>
          <a:endParaRPr lang="en-GB"/>
        </a:p>
      </dgm:t>
    </dgm:pt>
    <dgm:pt modelId="{1BFEE561-3379-A240-AB20-C6454100CB5F}">
      <dgm:prSet phldrT="[Text]"/>
      <dgm:spPr/>
      <dgm:t>
        <a:bodyPr/>
        <a:lstStyle/>
        <a:p>
          <a:r>
            <a:rPr lang="en-GB" dirty="0"/>
            <a:t>Unknown Knowns</a:t>
          </a:r>
        </a:p>
      </dgm:t>
    </dgm:pt>
    <dgm:pt modelId="{B4799CA1-35AF-6941-B44E-A950DE3B14F2}" type="parTrans" cxnId="{B7A9DE66-505B-0F45-842A-2C54DF4569C8}">
      <dgm:prSet/>
      <dgm:spPr/>
      <dgm:t>
        <a:bodyPr/>
        <a:lstStyle/>
        <a:p>
          <a:endParaRPr lang="en-GB"/>
        </a:p>
      </dgm:t>
    </dgm:pt>
    <dgm:pt modelId="{94285925-C772-1F4E-B8A6-668F4B850D39}" type="sibTrans" cxnId="{B7A9DE66-505B-0F45-842A-2C54DF4569C8}">
      <dgm:prSet/>
      <dgm:spPr/>
      <dgm:t>
        <a:bodyPr/>
        <a:lstStyle/>
        <a:p>
          <a:endParaRPr lang="en-GB"/>
        </a:p>
      </dgm:t>
    </dgm:pt>
    <dgm:pt modelId="{BEF6CF68-5B19-994E-BF98-CC8255301D8D}">
      <dgm:prSet phldrT="[Text]"/>
      <dgm:spPr/>
      <dgm:t>
        <a:bodyPr/>
        <a:lstStyle/>
        <a:p>
          <a:r>
            <a:rPr lang="en-GB" dirty="0"/>
            <a:t>Unknown Unknowns</a:t>
          </a:r>
        </a:p>
      </dgm:t>
    </dgm:pt>
    <dgm:pt modelId="{5AED0A2A-381B-8A44-B9AD-19BE922ECEA4}" type="parTrans" cxnId="{9EA5E433-24F1-0744-A831-BB491E256479}">
      <dgm:prSet/>
      <dgm:spPr/>
      <dgm:t>
        <a:bodyPr/>
        <a:lstStyle/>
        <a:p>
          <a:endParaRPr lang="en-GB"/>
        </a:p>
      </dgm:t>
    </dgm:pt>
    <dgm:pt modelId="{FCBDB098-B36E-3C41-8A5B-874989340AB6}" type="sibTrans" cxnId="{9EA5E433-24F1-0744-A831-BB491E256479}">
      <dgm:prSet/>
      <dgm:spPr/>
      <dgm:t>
        <a:bodyPr/>
        <a:lstStyle/>
        <a:p>
          <a:endParaRPr lang="en-GB"/>
        </a:p>
      </dgm:t>
    </dgm:pt>
    <dgm:pt modelId="{F4632385-9D77-0043-A1D8-23C1454FD0F1}">
      <dgm:prSet phldrT="[Text]"/>
      <dgm:spPr/>
      <dgm:t>
        <a:bodyPr/>
        <a:lstStyle/>
        <a:p>
          <a:r>
            <a:rPr lang="en-GB" dirty="0"/>
            <a:t>Known Knowns</a:t>
          </a:r>
        </a:p>
      </dgm:t>
    </dgm:pt>
    <dgm:pt modelId="{874E6925-6698-9F44-B70D-26E8E0A6A272}" type="parTrans" cxnId="{46EDFCAD-80F7-6C43-B4C8-0406337BE32D}">
      <dgm:prSet/>
      <dgm:spPr/>
      <dgm:t>
        <a:bodyPr/>
        <a:lstStyle/>
        <a:p>
          <a:endParaRPr lang="en-GB"/>
        </a:p>
      </dgm:t>
    </dgm:pt>
    <dgm:pt modelId="{4FADB7DB-03C4-0C47-8DAF-E1772D0E0E10}" type="sibTrans" cxnId="{46EDFCAD-80F7-6C43-B4C8-0406337BE32D}">
      <dgm:prSet/>
      <dgm:spPr/>
      <dgm:t>
        <a:bodyPr/>
        <a:lstStyle/>
        <a:p>
          <a:endParaRPr lang="en-GB"/>
        </a:p>
      </dgm:t>
    </dgm:pt>
    <dgm:pt modelId="{F395A4B7-DDDC-0042-9072-ABF77EAC6069}">
      <dgm:prSet phldrT="[Text]"/>
      <dgm:spPr/>
      <dgm:t>
        <a:bodyPr/>
        <a:lstStyle/>
        <a:p>
          <a:r>
            <a:rPr lang="en-GB" dirty="0"/>
            <a:t>Known Unknowns</a:t>
          </a:r>
        </a:p>
      </dgm:t>
    </dgm:pt>
    <dgm:pt modelId="{3C7A5204-B52A-5041-93BB-E4AE1273DBF9}" type="parTrans" cxnId="{6AEDF4E7-56EE-7643-A4A7-D86D49945993}">
      <dgm:prSet/>
      <dgm:spPr/>
      <dgm:t>
        <a:bodyPr/>
        <a:lstStyle/>
        <a:p>
          <a:endParaRPr lang="en-GB"/>
        </a:p>
      </dgm:t>
    </dgm:pt>
    <dgm:pt modelId="{EF9FFE16-0C16-F948-AD78-E1A6FB4534EF}" type="sibTrans" cxnId="{6AEDF4E7-56EE-7643-A4A7-D86D49945993}">
      <dgm:prSet/>
      <dgm:spPr/>
      <dgm:t>
        <a:bodyPr/>
        <a:lstStyle/>
        <a:p>
          <a:endParaRPr lang="en-GB"/>
        </a:p>
      </dgm:t>
    </dgm:pt>
    <dgm:pt modelId="{FD97A757-2DD4-4841-A2A6-FA3ABE6FC2E4}" type="pres">
      <dgm:prSet presAssocID="{284D2AC9-C93A-2349-B4D9-36E5307EF234}" presName="diagram" presStyleCnt="0">
        <dgm:presLayoutVars>
          <dgm:chMax val="1"/>
          <dgm:dir/>
          <dgm:animLvl val="ctr"/>
          <dgm:resizeHandles val="exact"/>
        </dgm:presLayoutVars>
      </dgm:prSet>
      <dgm:spPr/>
    </dgm:pt>
    <dgm:pt modelId="{D183DD9C-41E6-AB48-95D6-777021565F01}" type="pres">
      <dgm:prSet presAssocID="{284D2AC9-C93A-2349-B4D9-36E5307EF234}" presName="matrix" presStyleCnt="0"/>
      <dgm:spPr/>
    </dgm:pt>
    <dgm:pt modelId="{5876B46C-EE84-4F4D-ABA3-6364C929576F}" type="pres">
      <dgm:prSet presAssocID="{284D2AC9-C93A-2349-B4D9-36E5307EF234}" presName="tile1" presStyleLbl="node1" presStyleIdx="0" presStyleCnt="4"/>
      <dgm:spPr/>
    </dgm:pt>
    <dgm:pt modelId="{BA05731E-41F0-4C46-BD87-8C2C64E38F88}" type="pres">
      <dgm:prSet presAssocID="{284D2AC9-C93A-2349-B4D9-36E5307EF234}" presName="tile1text" presStyleLbl="node1" presStyleIdx="0" presStyleCnt="4">
        <dgm:presLayoutVars>
          <dgm:chMax val="0"/>
          <dgm:chPref val="0"/>
          <dgm:bulletEnabled val="1"/>
        </dgm:presLayoutVars>
      </dgm:prSet>
      <dgm:spPr/>
    </dgm:pt>
    <dgm:pt modelId="{A9556E4A-5DE1-5549-8536-83E6208AF232}" type="pres">
      <dgm:prSet presAssocID="{284D2AC9-C93A-2349-B4D9-36E5307EF234}" presName="tile2" presStyleLbl="node1" presStyleIdx="1" presStyleCnt="4"/>
      <dgm:spPr/>
    </dgm:pt>
    <dgm:pt modelId="{B900D000-6EC9-3B4B-B825-25478D930BD7}" type="pres">
      <dgm:prSet presAssocID="{284D2AC9-C93A-2349-B4D9-36E5307EF234}" presName="tile2text" presStyleLbl="node1" presStyleIdx="1" presStyleCnt="4">
        <dgm:presLayoutVars>
          <dgm:chMax val="0"/>
          <dgm:chPref val="0"/>
          <dgm:bulletEnabled val="1"/>
        </dgm:presLayoutVars>
      </dgm:prSet>
      <dgm:spPr/>
    </dgm:pt>
    <dgm:pt modelId="{272E1781-069F-ED4F-8836-10CA97350351}" type="pres">
      <dgm:prSet presAssocID="{284D2AC9-C93A-2349-B4D9-36E5307EF234}" presName="tile3" presStyleLbl="node1" presStyleIdx="2" presStyleCnt="4"/>
      <dgm:spPr/>
    </dgm:pt>
    <dgm:pt modelId="{A1D0A418-7A76-3F40-ADA0-B9953E0ABBB3}" type="pres">
      <dgm:prSet presAssocID="{284D2AC9-C93A-2349-B4D9-36E5307EF234}" presName="tile3text" presStyleLbl="node1" presStyleIdx="2" presStyleCnt="4">
        <dgm:presLayoutVars>
          <dgm:chMax val="0"/>
          <dgm:chPref val="0"/>
          <dgm:bulletEnabled val="1"/>
        </dgm:presLayoutVars>
      </dgm:prSet>
      <dgm:spPr/>
    </dgm:pt>
    <dgm:pt modelId="{630A4B13-0E02-7D4C-A674-9DC94F888DE1}" type="pres">
      <dgm:prSet presAssocID="{284D2AC9-C93A-2349-B4D9-36E5307EF234}" presName="tile4" presStyleLbl="node1" presStyleIdx="3" presStyleCnt="4"/>
      <dgm:spPr/>
    </dgm:pt>
    <dgm:pt modelId="{F0CD041B-4B82-9448-83A1-9AF60C2EB1D0}" type="pres">
      <dgm:prSet presAssocID="{284D2AC9-C93A-2349-B4D9-36E5307EF234}" presName="tile4text" presStyleLbl="node1" presStyleIdx="3" presStyleCnt="4">
        <dgm:presLayoutVars>
          <dgm:chMax val="0"/>
          <dgm:chPref val="0"/>
          <dgm:bulletEnabled val="1"/>
        </dgm:presLayoutVars>
      </dgm:prSet>
      <dgm:spPr/>
    </dgm:pt>
    <dgm:pt modelId="{C8ADA92D-FEE9-1247-9401-59C41818069F}" type="pres">
      <dgm:prSet presAssocID="{284D2AC9-C93A-2349-B4D9-36E5307EF234}" presName="centerTile" presStyleLbl="fgShp" presStyleIdx="0" presStyleCnt="1">
        <dgm:presLayoutVars>
          <dgm:chMax val="0"/>
          <dgm:chPref val="0"/>
        </dgm:presLayoutVars>
      </dgm:prSet>
      <dgm:spPr/>
    </dgm:pt>
  </dgm:ptLst>
  <dgm:cxnLst>
    <dgm:cxn modelId="{CA6C5A01-48FE-874A-ACF3-0A5D8820BA9D}" type="presOf" srcId="{BEF6CF68-5B19-994E-BF98-CC8255301D8D}" destId="{B900D000-6EC9-3B4B-B825-25478D930BD7}" srcOrd="1" destOrd="0" presId="urn:microsoft.com/office/officeart/2005/8/layout/matrix1"/>
    <dgm:cxn modelId="{99455908-305A-2B45-A8E4-32BA0957DA3E}" type="presOf" srcId="{F4632385-9D77-0043-A1D8-23C1454FD0F1}" destId="{272E1781-069F-ED4F-8836-10CA97350351}" srcOrd="0" destOrd="0" presId="urn:microsoft.com/office/officeart/2005/8/layout/matrix1"/>
    <dgm:cxn modelId="{A22A901E-96F6-DA49-A01F-C3A2291146D2}" type="presOf" srcId="{284D2AC9-C93A-2349-B4D9-36E5307EF234}" destId="{FD97A757-2DD4-4841-A2A6-FA3ABE6FC2E4}" srcOrd="0" destOrd="0" presId="urn:microsoft.com/office/officeart/2005/8/layout/matrix1"/>
    <dgm:cxn modelId="{B0DCBE22-2650-D543-9A18-EF2A3CAE3876}" type="presOf" srcId="{F4632385-9D77-0043-A1D8-23C1454FD0F1}" destId="{A1D0A418-7A76-3F40-ADA0-B9953E0ABBB3}" srcOrd="1" destOrd="0" presId="urn:microsoft.com/office/officeart/2005/8/layout/matrix1"/>
    <dgm:cxn modelId="{F7BB352E-BB96-D943-822E-3ECB8BECDE98}" type="presOf" srcId="{1BFEE561-3379-A240-AB20-C6454100CB5F}" destId="{BA05731E-41F0-4C46-BD87-8C2C64E38F88}" srcOrd="1" destOrd="0" presId="urn:microsoft.com/office/officeart/2005/8/layout/matrix1"/>
    <dgm:cxn modelId="{9EA5E433-24F1-0744-A831-BB491E256479}" srcId="{B6D0543D-1666-0F4B-882E-021B6D1B5E14}" destId="{BEF6CF68-5B19-994E-BF98-CC8255301D8D}" srcOrd="1" destOrd="0" parTransId="{5AED0A2A-381B-8A44-B9AD-19BE922ECEA4}" sibTransId="{FCBDB098-B36E-3C41-8A5B-874989340AB6}"/>
    <dgm:cxn modelId="{B7A9DE66-505B-0F45-842A-2C54DF4569C8}" srcId="{B6D0543D-1666-0F4B-882E-021B6D1B5E14}" destId="{1BFEE561-3379-A240-AB20-C6454100CB5F}" srcOrd="0" destOrd="0" parTransId="{B4799CA1-35AF-6941-B44E-A950DE3B14F2}" sibTransId="{94285925-C772-1F4E-B8A6-668F4B850D39}"/>
    <dgm:cxn modelId="{AAA92B76-04A2-0F47-A0D2-92C656FDE7D5}" type="presOf" srcId="{F395A4B7-DDDC-0042-9072-ABF77EAC6069}" destId="{F0CD041B-4B82-9448-83A1-9AF60C2EB1D0}" srcOrd="1" destOrd="0" presId="urn:microsoft.com/office/officeart/2005/8/layout/matrix1"/>
    <dgm:cxn modelId="{D1D4A78C-47C9-B543-A6E1-90090DE0A35D}" type="presOf" srcId="{B6D0543D-1666-0F4B-882E-021B6D1B5E14}" destId="{C8ADA92D-FEE9-1247-9401-59C41818069F}" srcOrd="0" destOrd="0" presId="urn:microsoft.com/office/officeart/2005/8/layout/matrix1"/>
    <dgm:cxn modelId="{2A968F99-634A-A849-8551-90C02C5292E0}" type="presOf" srcId="{F395A4B7-DDDC-0042-9072-ABF77EAC6069}" destId="{630A4B13-0E02-7D4C-A674-9DC94F888DE1}" srcOrd="0" destOrd="0" presId="urn:microsoft.com/office/officeart/2005/8/layout/matrix1"/>
    <dgm:cxn modelId="{10A6A9A8-1F88-824B-A5AF-2DE025847408}" type="presOf" srcId="{1BFEE561-3379-A240-AB20-C6454100CB5F}" destId="{5876B46C-EE84-4F4D-ABA3-6364C929576F}" srcOrd="0" destOrd="0" presId="urn:microsoft.com/office/officeart/2005/8/layout/matrix1"/>
    <dgm:cxn modelId="{46EDFCAD-80F7-6C43-B4C8-0406337BE32D}" srcId="{B6D0543D-1666-0F4B-882E-021B6D1B5E14}" destId="{F4632385-9D77-0043-A1D8-23C1454FD0F1}" srcOrd="2" destOrd="0" parTransId="{874E6925-6698-9F44-B70D-26E8E0A6A272}" sibTransId="{4FADB7DB-03C4-0C47-8DAF-E1772D0E0E10}"/>
    <dgm:cxn modelId="{091AC4BC-6888-5945-8C92-1A0B66133B5A}" type="presOf" srcId="{BEF6CF68-5B19-994E-BF98-CC8255301D8D}" destId="{A9556E4A-5DE1-5549-8536-83E6208AF232}" srcOrd="0" destOrd="0" presId="urn:microsoft.com/office/officeart/2005/8/layout/matrix1"/>
    <dgm:cxn modelId="{6AEDF4E7-56EE-7643-A4A7-D86D49945993}" srcId="{B6D0543D-1666-0F4B-882E-021B6D1B5E14}" destId="{F395A4B7-DDDC-0042-9072-ABF77EAC6069}" srcOrd="3" destOrd="0" parTransId="{3C7A5204-B52A-5041-93BB-E4AE1273DBF9}" sibTransId="{EF9FFE16-0C16-F948-AD78-E1A6FB4534EF}"/>
    <dgm:cxn modelId="{A9D0AAFB-51B7-7E4F-A2E4-34488E471A96}" srcId="{284D2AC9-C93A-2349-B4D9-36E5307EF234}" destId="{B6D0543D-1666-0F4B-882E-021B6D1B5E14}" srcOrd="0" destOrd="0" parTransId="{54A093D6-5EE5-1E45-8212-91D2CF88B60C}" sibTransId="{D80D657A-DC5D-384E-BB79-494FB0764849}"/>
    <dgm:cxn modelId="{2B682841-4343-D641-955C-51820DDF9058}" type="presParOf" srcId="{FD97A757-2DD4-4841-A2A6-FA3ABE6FC2E4}" destId="{D183DD9C-41E6-AB48-95D6-777021565F01}" srcOrd="0" destOrd="0" presId="urn:microsoft.com/office/officeart/2005/8/layout/matrix1"/>
    <dgm:cxn modelId="{481E0FF9-7F1D-8342-9257-14F741AA8C4B}" type="presParOf" srcId="{D183DD9C-41E6-AB48-95D6-777021565F01}" destId="{5876B46C-EE84-4F4D-ABA3-6364C929576F}" srcOrd="0" destOrd="0" presId="urn:microsoft.com/office/officeart/2005/8/layout/matrix1"/>
    <dgm:cxn modelId="{B40732DC-D9E3-6C48-9082-1C60B6FCCAC5}" type="presParOf" srcId="{D183DD9C-41E6-AB48-95D6-777021565F01}" destId="{BA05731E-41F0-4C46-BD87-8C2C64E38F88}" srcOrd="1" destOrd="0" presId="urn:microsoft.com/office/officeart/2005/8/layout/matrix1"/>
    <dgm:cxn modelId="{0D177787-C658-7E4B-AAB2-DC786BD55E47}" type="presParOf" srcId="{D183DD9C-41E6-AB48-95D6-777021565F01}" destId="{A9556E4A-5DE1-5549-8536-83E6208AF232}" srcOrd="2" destOrd="0" presId="urn:microsoft.com/office/officeart/2005/8/layout/matrix1"/>
    <dgm:cxn modelId="{A00E5F97-FF87-3340-A7EE-30106941C6A8}" type="presParOf" srcId="{D183DD9C-41E6-AB48-95D6-777021565F01}" destId="{B900D000-6EC9-3B4B-B825-25478D930BD7}" srcOrd="3" destOrd="0" presId="urn:microsoft.com/office/officeart/2005/8/layout/matrix1"/>
    <dgm:cxn modelId="{26DDB111-2BC5-8F48-AC3A-3BE2EF34968C}" type="presParOf" srcId="{D183DD9C-41E6-AB48-95D6-777021565F01}" destId="{272E1781-069F-ED4F-8836-10CA97350351}" srcOrd="4" destOrd="0" presId="urn:microsoft.com/office/officeart/2005/8/layout/matrix1"/>
    <dgm:cxn modelId="{CABDBE59-3977-C641-B785-6F1531FCB14B}" type="presParOf" srcId="{D183DD9C-41E6-AB48-95D6-777021565F01}" destId="{A1D0A418-7A76-3F40-ADA0-B9953E0ABBB3}" srcOrd="5" destOrd="0" presId="urn:microsoft.com/office/officeart/2005/8/layout/matrix1"/>
    <dgm:cxn modelId="{98EE4A93-A55B-534C-90AA-9F7E2D869B79}" type="presParOf" srcId="{D183DD9C-41E6-AB48-95D6-777021565F01}" destId="{630A4B13-0E02-7D4C-A674-9DC94F888DE1}" srcOrd="6" destOrd="0" presId="urn:microsoft.com/office/officeart/2005/8/layout/matrix1"/>
    <dgm:cxn modelId="{11342A0B-EB1C-9E4D-91F4-C66896342224}" type="presParOf" srcId="{D183DD9C-41E6-AB48-95D6-777021565F01}" destId="{F0CD041B-4B82-9448-83A1-9AF60C2EB1D0}" srcOrd="7" destOrd="0" presId="urn:microsoft.com/office/officeart/2005/8/layout/matrix1"/>
    <dgm:cxn modelId="{0D492A2D-F2AE-3546-92A3-4EBE827C72F6}" type="presParOf" srcId="{FD97A757-2DD4-4841-A2A6-FA3ABE6FC2E4}" destId="{C8ADA92D-FEE9-1247-9401-59C41818069F}"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400A128-5AF0-4644-B204-29F0F66BCDA5}" type="doc">
      <dgm:prSet loTypeId="urn:microsoft.com/office/officeart/2005/8/layout/chart3" loCatId="cycle" qsTypeId="urn:microsoft.com/office/officeart/2005/8/quickstyle/simple4" qsCatId="simple" csTypeId="urn:microsoft.com/office/officeart/2005/8/colors/accent3_2" csCatId="accent3" phldr="1"/>
      <dgm:spPr/>
      <dgm:t>
        <a:bodyPr/>
        <a:lstStyle/>
        <a:p>
          <a:endParaRPr lang="en-US"/>
        </a:p>
      </dgm:t>
    </dgm:pt>
    <dgm:pt modelId="{58706C0A-D316-4A51-823C-12022A6665C2}">
      <dgm:prSet custT="1"/>
      <dgm:spPr/>
      <dgm:t>
        <a:bodyPr/>
        <a:lstStyle/>
        <a:p>
          <a:r>
            <a:rPr lang="en-US" sz="2400" dirty="0"/>
            <a:t>Internally</a:t>
          </a:r>
        </a:p>
      </dgm:t>
    </dgm:pt>
    <dgm:pt modelId="{7E731466-4208-409F-A5EC-24C25926D805}" type="parTrans" cxnId="{82C6892F-B8F5-405B-8404-FF0078BB6FDD}">
      <dgm:prSet/>
      <dgm:spPr/>
      <dgm:t>
        <a:bodyPr/>
        <a:lstStyle/>
        <a:p>
          <a:endParaRPr lang="en-US" sz="1800"/>
        </a:p>
      </dgm:t>
    </dgm:pt>
    <dgm:pt modelId="{55DF3781-C995-49D6-889E-8C1503394FE8}" type="sibTrans" cxnId="{82C6892F-B8F5-405B-8404-FF0078BB6FDD}">
      <dgm:prSet/>
      <dgm:spPr/>
      <dgm:t>
        <a:bodyPr/>
        <a:lstStyle/>
        <a:p>
          <a:endParaRPr lang="en-US" sz="1800"/>
        </a:p>
      </dgm:t>
    </dgm:pt>
    <dgm:pt modelId="{93726733-7A5F-47C9-A09F-81A9D6BD2681}">
      <dgm:prSet custT="1"/>
      <dgm:spPr/>
      <dgm:t>
        <a:bodyPr/>
        <a:lstStyle/>
        <a:p>
          <a:r>
            <a:rPr lang="en-US" sz="2400" dirty="0"/>
            <a:t>Externally</a:t>
          </a:r>
        </a:p>
      </dgm:t>
    </dgm:pt>
    <dgm:pt modelId="{93C5B5B6-EC1A-4AF7-872A-9E66BB0333E5}" type="parTrans" cxnId="{7904C186-ED34-42B3-812E-8794A149AA9B}">
      <dgm:prSet/>
      <dgm:spPr/>
      <dgm:t>
        <a:bodyPr/>
        <a:lstStyle/>
        <a:p>
          <a:endParaRPr lang="en-US" sz="1800"/>
        </a:p>
      </dgm:t>
    </dgm:pt>
    <dgm:pt modelId="{82402DA4-8B19-4259-A829-FF77AA2CFD63}" type="sibTrans" cxnId="{7904C186-ED34-42B3-812E-8794A149AA9B}">
      <dgm:prSet/>
      <dgm:spPr/>
      <dgm:t>
        <a:bodyPr/>
        <a:lstStyle/>
        <a:p>
          <a:endParaRPr lang="en-US" sz="1800"/>
        </a:p>
      </dgm:t>
    </dgm:pt>
    <dgm:pt modelId="{24449722-D4CA-8141-A927-5FF01BDC8EF5}" type="pres">
      <dgm:prSet presAssocID="{C400A128-5AF0-4644-B204-29F0F66BCDA5}" presName="compositeShape" presStyleCnt="0">
        <dgm:presLayoutVars>
          <dgm:chMax val="7"/>
          <dgm:dir/>
          <dgm:resizeHandles val="exact"/>
        </dgm:presLayoutVars>
      </dgm:prSet>
      <dgm:spPr/>
    </dgm:pt>
    <dgm:pt modelId="{32E7ECD3-9364-4946-A610-AFE43BE27F1E}" type="pres">
      <dgm:prSet presAssocID="{C400A128-5AF0-4644-B204-29F0F66BCDA5}" presName="wedge1" presStyleLbl="node1" presStyleIdx="0" presStyleCnt="2"/>
      <dgm:spPr/>
    </dgm:pt>
    <dgm:pt modelId="{5E5FF138-91A9-C343-8253-5315C10E9003}" type="pres">
      <dgm:prSet presAssocID="{C400A128-5AF0-4644-B204-29F0F66BCDA5}" presName="wedge1Tx" presStyleLbl="node1" presStyleIdx="0" presStyleCnt="2">
        <dgm:presLayoutVars>
          <dgm:chMax val="0"/>
          <dgm:chPref val="0"/>
          <dgm:bulletEnabled val="1"/>
        </dgm:presLayoutVars>
      </dgm:prSet>
      <dgm:spPr/>
    </dgm:pt>
    <dgm:pt modelId="{836C7E6B-507B-E945-86CF-266B7BBB1755}" type="pres">
      <dgm:prSet presAssocID="{C400A128-5AF0-4644-B204-29F0F66BCDA5}" presName="wedge2" presStyleLbl="node1" presStyleIdx="1" presStyleCnt="2"/>
      <dgm:spPr/>
    </dgm:pt>
    <dgm:pt modelId="{DCA0EFEB-7798-C948-B2BC-B1C6B8F3E137}" type="pres">
      <dgm:prSet presAssocID="{C400A128-5AF0-4644-B204-29F0F66BCDA5}" presName="wedge2Tx" presStyleLbl="node1" presStyleIdx="1" presStyleCnt="2">
        <dgm:presLayoutVars>
          <dgm:chMax val="0"/>
          <dgm:chPref val="0"/>
          <dgm:bulletEnabled val="1"/>
        </dgm:presLayoutVars>
      </dgm:prSet>
      <dgm:spPr/>
    </dgm:pt>
  </dgm:ptLst>
  <dgm:cxnLst>
    <dgm:cxn modelId="{82C6892F-B8F5-405B-8404-FF0078BB6FDD}" srcId="{C400A128-5AF0-4644-B204-29F0F66BCDA5}" destId="{58706C0A-D316-4A51-823C-12022A6665C2}" srcOrd="1" destOrd="0" parTransId="{7E731466-4208-409F-A5EC-24C25926D805}" sibTransId="{55DF3781-C995-49D6-889E-8C1503394FE8}"/>
    <dgm:cxn modelId="{1C64C560-D620-CE4D-B425-A6D3568FF7AA}" type="presOf" srcId="{93726733-7A5F-47C9-A09F-81A9D6BD2681}" destId="{32E7ECD3-9364-4946-A610-AFE43BE27F1E}" srcOrd="0" destOrd="0" presId="urn:microsoft.com/office/officeart/2005/8/layout/chart3"/>
    <dgm:cxn modelId="{11BC9361-6981-7641-98CA-E3BB313B39E6}" type="presOf" srcId="{C400A128-5AF0-4644-B204-29F0F66BCDA5}" destId="{24449722-D4CA-8141-A927-5FF01BDC8EF5}" srcOrd="0" destOrd="0" presId="urn:microsoft.com/office/officeart/2005/8/layout/chart3"/>
    <dgm:cxn modelId="{7904C186-ED34-42B3-812E-8794A149AA9B}" srcId="{C400A128-5AF0-4644-B204-29F0F66BCDA5}" destId="{93726733-7A5F-47C9-A09F-81A9D6BD2681}" srcOrd="0" destOrd="0" parTransId="{93C5B5B6-EC1A-4AF7-872A-9E66BB0333E5}" sibTransId="{82402DA4-8B19-4259-A829-FF77AA2CFD63}"/>
    <dgm:cxn modelId="{08CE02B7-7D00-7B43-A1F8-67DFC4A4DF87}" type="presOf" srcId="{93726733-7A5F-47C9-A09F-81A9D6BD2681}" destId="{5E5FF138-91A9-C343-8253-5315C10E9003}" srcOrd="1" destOrd="0" presId="urn:microsoft.com/office/officeart/2005/8/layout/chart3"/>
    <dgm:cxn modelId="{A53E04E3-0151-FE40-BEF5-AB720D434979}" type="presOf" srcId="{58706C0A-D316-4A51-823C-12022A6665C2}" destId="{836C7E6B-507B-E945-86CF-266B7BBB1755}" srcOrd="0" destOrd="0" presId="urn:microsoft.com/office/officeart/2005/8/layout/chart3"/>
    <dgm:cxn modelId="{D29AF0FF-21F4-3947-835A-2C4322E6EBCC}" type="presOf" srcId="{58706C0A-D316-4A51-823C-12022A6665C2}" destId="{DCA0EFEB-7798-C948-B2BC-B1C6B8F3E137}" srcOrd="1" destOrd="0" presId="urn:microsoft.com/office/officeart/2005/8/layout/chart3"/>
    <dgm:cxn modelId="{4F6F846F-4645-6D46-8D36-8553FD68CF05}" type="presParOf" srcId="{24449722-D4CA-8141-A927-5FF01BDC8EF5}" destId="{32E7ECD3-9364-4946-A610-AFE43BE27F1E}" srcOrd="0" destOrd="0" presId="urn:microsoft.com/office/officeart/2005/8/layout/chart3"/>
    <dgm:cxn modelId="{35ED86DE-0365-B447-8D22-572A15F976C9}" type="presParOf" srcId="{24449722-D4CA-8141-A927-5FF01BDC8EF5}" destId="{5E5FF138-91A9-C343-8253-5315C10E9003}" srcOrd="1" destOrd="0" presId="urn:microsoft.com/office/officeart/2005/8/layout/chart3"/>
    <dgm:cxn modelId="{53C10C30-76F8-1F49-B715-726E133284D7}" type="presParOf" srcId="{24449722-D4CA-8141-A927-5FF01BDC8EF5}" destId="{836C7E6B-507B-E945-86CF-266B7BBB1755}" srcOrd="2" destOrd="0" presId="urn:microsoft.com/office/officeart/2005/8/layout/chart3"/>
    <dgm:cxn modelId="{3319A927-59FF-3947-8233-228F0E505139}" type="presParOf" srcId="{24449722-D4CA-8141-A927-5FF01BDC8EF5}" destId="{DCA0EFEB-7798-C948-B2BC-B1C6B8F3E137}" srcOrd="3" destOrd="0" presId="urn:microsoft.com/office/officeart/2005/8/layout/char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A262A96-CAF9-41F2-B3A7-D7703FB565EF}"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58CC92E6-D5FE-42F6-8C6C-7A7095AAED2C}">
      <dgm:prSet custT="1"/>
      <dgm:spPr/>
      <dgm:t>
        <a:bodyPr/>
        <a:lstStyle/>
        <a:p>
          <a:pPr marL="0" lvl="0" indent="0" algn="ctr" defTabSz="977900">
            <a:lnSpc>
              <a:spcPct val="90000"/>
            </a:lnSpc>
            <a:spcBef>
              <a:spcPct val="0"/>
            </a:spcBef>
            <a:spcAft>
              <a:spcPct val="35000"/>
            </a:spcAft>
            <a:buNone/>
            <a:defRPr cap="all"/>
          </a:pPr>
          <a:r>
            <a:rPr lang="en-US" sz="1800" kern="1200" cap="none" baseline="0" dirty="0">
              <a:solidFill>
                <a:srgbClr val="231F20"/>
              </a:solidFill>
              <a:latin typeface="Avenir Book" panose="02000503020000020003" pitchFamily="2" charset="0"/>
              <a:ea typeface="+mn-ea"/>
              <a:cs typeface="+mn-cs"/>
            </a:rPr>
            <a:t>Identify</a:t>
          </a:r>
        </a:p>
      </dgm:t>
    </dgm:pt>
    <dgm:pt modelId="{2F0AC085-C4C4-4155-9D25-4ADF7562E37B}" type="parTrans" cxnId="{89AD4037-CF54-4315-A240-123B3615F3F9}">
      <dgm:prSet/>
      <dgm:spPr/>
      <dgm:t>
        <a:bodyPr/>
        <a:lstStyle/>
        <a:p>
          <a:endParaRPr lang="en-US" sz="1800"/>
        </a:p>
      </dgm:t>
    </dgm:pt>
    <dgm:pt modelId="{D8705145-ECB8-4E81-9602-849202E4C2EA}" type="sibTrans" cxnId="{89AD4037-CF54-4315-A240-123B3615F3F9}">
      <dgm:prSet/>
      <dgm:spPr/>
      <dgm:t>
        <a:bodyPr/>
        <a:lstStyle/>
        <a:p>
          <a:endParaRPr lang="en-US" sz="1800"/>
        </a:p>
      </dgm:t>
    </dgm:pt>
    <dgm:pt modelId="{284073F8-ACED-4E9A-B560-61664E6B174C}">
      <dgm:prSet custT="1"/>
      <dgm:spPr/>
      <dgm:t>
        <a:bodyPr/>
        <a:lstStyle/>
        <a:p>
          <a:pPr marL="0" lvl="0" indent="0" algn="ctr" defTabSz="977900">
            <a:lnSpc>
              <a:spcPct val="90000"/>
            </a:lnSpc>
            <a:spcBef>
              <a:spcPct val="0"/>
            </a:spcBef>
            <a:spcAft>
              <a:spcPct val="35000"/>
            </a:spcAft>
            <a:buNone/>
            <a:defRPr cap="all"/>
          </a:pPr>
          <a:r>
            <a:rPr lang="en-US" sz="1800" kern="1200" cap="none" baseline="0" dirty="0">
              <a:solidFill>
                <a:srgbClr val="231F20"/>
              </a:solidFill>
              <a:latin typeface="Avenir Book" panose="02000503020000020003" pitchFamily="2" charset="0"/>
              <a:ea typeface="+mn-ea"/>
              <a:cs typeface="+mn-cs"/>
            </a:rPr>
            <a:t>Define success criteria</a:t>
          </a:r>
        </a:p>
      </dgm:t>
    </dgm:pt>
    <dgm:pt modelId="{9A965535-7222-471D-AF9E-D6D83ED45A34}" type="parTrans" cxnId="{45E18159-CA8A-4AF6-BC19-EB558A1253FC}">
      <dgm:prSet/>
      <dgm:spPr/>
      <dgm:t>
        <a:bodyPr/>
        <a:lstStyle/>
        <a:p>
          <a:endParaRPr lang="en-US" sz="1800"/>
        </a:p>
      </dgm:t>
    </dgm:pt>
    <dgm:pt modelId="{F3FF2108-2733-47DD-AC5C-9985179551C3}" type="sibTrans" cxnId="{45E18159-CA8A-4AF6-BC19-EB558A1253FC}">
      <dgm:prSet/>
      <dgm:spPr/>
      <dgm:t>
        <a:bodyPr/>
        <a:lstStyle/>
        <a:p>
          <a:endParaRPr lang="en-US" sz="1800"/>
        </a:p>
      </dgm:t>
    </dgm:pt>
    <dgm:pt modelId="{4945ABFF-AD8A-47D7-9B77-881E267E6181}">
      <dgm:prSet custT="1"/>
      <dgm:spPr/>
      <dgm:t>
        <a:bodyPr/>
        <a:lstStyle/>
        <a:p>
          <a:pPr marL="0" lvl="0" indent="0" algn="ctr" defTabSz="977900">
            <a:lnSpc>
              <a:spcPct val="90000"/>
            </a:lnSpc>
            <a:spcBef>
              <a:spcPct val="0"/>
            </a:spcBef>
            <a:spcAft>
              <a:spcPct val="35000"/>
            </a:spcAft>
            <a:buNone/>
            <a:defRPr cap="all"/>
          </a:pPr>
          <a:r>
            <a:rPr lang="en-US" sz="1800" kern="1200" cap="none" baseline="0" dirty="0">
              <a:solidFill>
                <a:srgbClr val="231F20"/>
              </a:solidFill>
              <a:latin typeface="Avenir Book" panose="02000503020000020003" pitchFamily="2" charset="0"/>
              <a:ea typeface="+mn-ea"/>
              <a:cs typeface="+mn-cs"/>
            </a:rPr>
            <a:t>Train &amp; onboard</a:t>
          </a:r>
        </a:p>
      </dgm:t>
    </dgm:pt>
    <dgm:pt modelId="{A27BEF66-2FD8-40A6-9A94-37B4E577570D}" type="parTrans" cxnId="{96844B66-17BD-4004-9D70-3FC1C729C1C4}">
      <dgm:prSet/>
      <dgm:spPr/>
      <dgm:t>
        <a:bodyPr/>
        <a:lstStyle/>
        <a:p>
          <a:endParaRPr lang="en-US" sz="1800"/>
        </a:p>
      </dgm:t>
    </dgm:pt>
    <dgm:pt modelId="{68AA40C2-9E95-4D40-98D0-1DB235543E8A}" type="sibTrans" cxnId="{96844B66-17BD-4004-9D70-3FC1C729C1C4}">
      <dgm:prSet/>
      <dgm:spPr/>
      <dgm:t>
        <a:bodyPr/>
        <a:lstStyle/>
        <a:p>
          <a:endParaRPr lang="en-US" sz="1800"/>
        </a:p>
      </dgm:t>
    </dgm:pt>
    <dgm:pt modelId="{97B24E9F-9707-4978-A5D6-9D516349195A}">
      <dgm:prSet custT="1"/>
      <dgm:spPr/>
      <dgm:t>
        <a:bodyPr/>
        <a:lstStyle/>
        <a:p>
          <a:pPr marL="0" lvl="0" indent="0" algn="ctr" defTabSz="977900">
            <a:lnSpc>
              <a:spcPct val="90000"/>
            </a:lnSpc>
            <a:spcBef>
              <a:spcPct val="0"/>
            </a:spcBef>
            <a:spcAft>
              <a:spcPct val="35000"/>
            </a:spcAft>
            <a:buNone/>
            <a:defRPr cap="all"/>
          </a:pPr>
          <a:r>
            <a:rPr lang="en-US" sz="1800" kern="1200" cap="none" baseline="0" dirty="0">
              <a:solidFill>
                <a:srgbClr val="231F20"/>
              </a:solidFill>
              <a:latin typeface="Avenir Book" panose="02000503020000020003" pitchFamily="2" charset="0"/>
              <a:ea typeface="+mn-ea"/>
              <a:cs typeface="+mn-cs"/>
            </a:rPr>
            <a:t>Periodic touchpoints</a:t>
          </a:r>
        </a:p>
      </dgm:t>
    </dgm:pt>
    <dgm:pt modelId="{94CB0FDB-A9CB-4287-A32E-04D711D86495}" type="parTrans" cxnId="{03363171-767C-45E6-B2FA-E842693C1F1B}">
      <dgm:prSet/>
      <dgm:spPr/>
      <dgm:t>
        <a:bodyPr/>
        <a:lstStyle/>
        <a:p>
          <a:endParaRPr lang="en-US" sz="1800"/>
        </a:p>
      </dgm:t>
    </dgm:pt>
    <dgm:pt modelId="{0CBAE9BD-F79E-4150-A9F5-BE5324D70ACE}" type="sibTrans" cxnId="{03363171-767C-45E6-B2FA-E842693C1F1B}">
      <dgm:prSet/>
      <dgm:spPr/>
      <dgm:t>
        <a:bodyPr/>
        <a:lstStyle/>
        <a:p>
          <a:endParaRPr lang="en-US" sz="1800"/>
        </a:p>
      </dgm:t>
    </dgm:pt>
    <dgm:pt modelId="{7368099D-C106-4F1A-B2A8-795F95DCA2F6}">
      <dgm:prSet custT="1"/>
      <dgm:spPr/>
      <dgm:t>
        <a:bodyPr/>
        <a:lstStyle/>
        <a:p>
          <a:pPr marL="0" lvl="0" indent="0" algn="ctr" defTabSz="977900">
            <a:lnSpc>
              <a:spcPct val="90000"/>
            </a:lnSpc>
            <a:spcBef>
              <a:spcPct val="0"/>
            </a:spcBef>
            <a:spcAft>
              <a:spcPct val="35000"/>
            </a:spcAft>
            <a:buNone/>
            <a:defRPr cap="all"/>
          </a:pPr>
          <a:r>
            <a:rPr lang="en-US" sz="1800" kern="1200" cap="none" baseline="0" dirty="0">
              <a:solidFill>
                <a:srgbClr val="231F20"/>
              </a:solidFill>
              <a:latin typeface="Avenir Book" panose="02000503020000020003" pitchFamily="2" charset="0"/>
              <a:ea typeface="+mn-ea"/>
              <a:cs typeface="+mn-cs"/>
            </a:rPr>
            <a:t>Feedback templates</a:t>
          </a:r>
        </a:p>
      </dgm:t>
    </dgm:pt>
    <dgm:pt modelId="{63D0B666-C10B-4A56-AEE7-AC5BB1DE9B68}" type="parTrans" cxnId="{E76E8979-9670-4825-B502-A65820FE917D}">
      <dgm:prSet/>
      <dgm:spPr/>
      <dgm:t>
        <a:bodyPr/>
        <a:lstStyle/>
        <a:p>
          <a:endParaRPr lang="en-US" sz="1800"/>
        </a:p>
      </dgm:t>
    </dgm:pt>
    <dgm:pt modelId="{7C36CE95-E799-46A6-B611-E94E32411585}" type="sibTrans" cxnId="{E76E8979-9670-4825-B502-A65820FE917D}">
      <dgm:prSet/>
      <dgm:spPr/>
      <dgm:t>
        <a:bodyPr/>
        <a:lstStyle/>
        <a:p>
          <a:endParaRPr lang="en-US" sz="1800"/>
        </a:p>
      </dgm:t>
    </dgm:pt>
    <dgm:pt modelId="{EB765AF5-1B87-40C2-B4B9-2DE5C79E8FC7}" type="pres">
      <dgm:prSet presAssocID="{AA262A96-CAF9-41F2-B3A7-D7703FB565EF}" presName="root" presStyleCnt="0">
        <dgm:presLayoutVars>
          <dgm:dir/>
          <dgm:resizeHandles val="exact"/>
        </dgm:presLayoutVars>
      </dgm:prSet>
      <dgm:spPr/>
    </dgm:pt>
    <dgm:pt modelId="{F435D139-B1A6-43BF-9BBC-5D3271714567}" type="pres">
      <dgm:prSet presAssocID="{58CC92E6-D5FE-42F6-8C6C-7A7095AAED2C}" presName="compNode" presStyleCnt="0"/>
      <dgm:spPr/>
    </dgm:pt>
    <dgm:pt modelId="{EA21A141-D4A8-4708-8331-FCF7DD551787}" type="pres">
      <dgm:prSet presAssocID="{58CC92E6-D5FE-42F6-8C6C-7A7095AAED2C}" presName="iconBgRect" presStyleLbl="bgShp" presStyleIdx="0" presStyleCnt="5"/>
      <dgm:spPr>
        <a:solidFill>
          <a:schemeClr val="bg1"/>
        </a:solidFill>
        <a:ln>
          <a:solidFill>
            <a:schemeClr val="bg2"/>
          </a:solidFill>
        </a:ln>
      </dgm:spPr>
    </dgm:pt>
    <dgm:pt modelId="{7E50B7D4-47C8-4B80-A594-F8C74C9AF369}" type="pres">
      <dgm:prSet presAssocID="{58CC92E6-D5FE-42F6-8C6C-7A7095AAED2C}"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C99B518C-97A1-48A3-96ED-424AD9ABA88F}" type="pres">
      <dgm:prSet presAssocID="{58CC92E6-D5FE-42F6-8C6C-7A7095AAED2C}" presName="spaceRect" presStyleCnt="0"/>
      <dgm:spPr/>
    </dgm:pt>
    <dgm:pt modelId="{86EE8166-4C84-45E3-A3A9-24574EA2703C}" type="pres">
      <dgm:prSet presAssocID="{58CC92E6-D5FE-42F6-8C6C-7A7095AAED2C}" presName="textRect" presStyleLbl="revTx" presStyleIdx="0" presStyleCnt="5">
        <dgm:presLayoutVars>
          <dgm:chMax val="1"/>
          <dgm:chPref val="1"/>
        </dgm:presLayoutVars>
      </dgm:prSet>
      <dgm:spPr/>
    </dgm:pt>
    <dgm:pt modelId="{2F834755-C562-40F7-8166-12BD2E712BD3}" type="pres">
      <dgm:prSet presAssocID="{D8705145-ECB8-4E81-9602-849202E4C2EA}" presName="sibTrans" presStyleCnt="0"/>
      <dgm:spPr/>
    </dgm:pt>
    <dgm:pt modelId="{74D9408F-8E84-484C-9BB4-7F99EAC0386A}" type="pres">
      <dgm:prSet presAssocID="{284073F8-ACED-4E9A-B560-61664E6B174C}" presName="compNode" presStyleCnt="0"/>
      <dgm:spPr/>
    </dgm:pt>
    <dgm:pt modelId="{BCFE129E-3DD8-455C-82F0-3EC6B0A90022}" type="pres">
      <dgm:prSet presAssocID="{284073F8-ACED-4E9A-B560-61664E6B174C}" presName="iconBgRect" presStyleLbl="bgShp" presStyleIdx="1" presStyleCnt="5"/>
      <dgm:spPr>
        <a:solidFill>
          <a:schemeClr val="bg1"/>
        </a:solidFill>
        <a:ln>
          <a:solidFill>
            <a:schemeClr val="bg2"/>
          </a:solidFill>
        </a:ln>
      </dgm:spPr>
    </dgm:pt>
    <dgm:pt modelId="{62A46B1C-DDFD-4420-9522-7DBA1361B0E7}" type="pres">
      <dgm:prSet presAssocID="{284073F8-ACED-4E9A-B560-61664E6B174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ick"/>
        </a:ext>
      </dgm:extLst>
    </dgm:pt>
    <dgm:pt modelId="{58125DEF-8735-4010-9592-EF2A11901729}" type="pres">
      <dgm:prSet presAssocID="{284073F8-ACED-4E9A-B560-61664E6B174C}" presName="spaceRect" presStyleCnt="0"/>
      <dgm:spPr/>
    </dgm:pt>
    <dgm:pt modelId="{6A54F526-80DF-4FFA-A328-E81941A5FDDF}" type="pres">
      <dgm:prSet presAssocID="{284073F8-ACED-4E9A-B560-61664E6B174C}" presName="textRect" presStyleLbl="revTx" presStyleIdx="1" presStyleCnt="5">
        <dgm:presLayoutVars>
          <dgm:chMax val="1"/>
          <dgm:chPref val="1"/>
        </dgm:presLayoutVars>
      </dgm:prSet>
      <dgm:spPr/>
    </dgm:pt>
    <dgm:pt modelId="{9C2A6B74-066B-4336-BE76-460349CB6BAF}" type="pres">
      <dgm:prSet presAssocID="{F3FF2108-2733-47DD-AC5C-9985179551C3}" presName="sibTrans" presStyleCnt="0"/>
      <dgm:spPr/>
    </dgm:pt>
    <dgm:pt modelId="{E41D1BAD-D988-4C7A-B5CC-FED7E81237A5}" type="pres">
      <dgm:prSet presAssocID="{4945ABFF-AD8A-47D7-9B77-881E267E6181}" presName="compNode" presStyleCnt="0"/>
      <dgm:spPr/>
    </dgm:pt>
    <dgm:pt modelId="{FA9B7CBE-CB0A-4926-894A-81E24521679D}" type="pres">
      <dgm:prSet presAssocID="{4945ABFF-AD8A-47D7-9B77-881E267E6181}" presName="iconBgRect" presStyleLbl="bgShp" presStyleIdx="2" presStyleCnt="5"/>
      <dgm:spPr>
        <a:solidFill>
          <a:schemeClr val="bg1"/>
        </a:solidFill>
        <a:ln>
          <a:solidFill>
            <a:schemeClr val="bg2"/>
          </a:solidFill>
        </a:ln>
      </dgm:spPr>
    </dgm:pt>
    <dgm:pt modelId="{29C24367-C1C5-491E-A0AD-F738E7A94B04}" type="pres">
      <dgm:prSet presAssocID="{4945ABFF-AD8A-47D7-9B77-881E267E618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Teacher with solid fill"/>
        </a:ext>
      </dgm:extLst>
    </dgm:pt>
    <dgm:pt modelId="{23347C4A-1868-4D6A-AB8C-0C08F4CCD800}" type="pres">
      <dgm:prSet presAssocID="{4945ABFF-AD8A-47D7-9B77-881E267E6181}" presName="spaceRect" presStyleCnt="0"/>
      <dgm:spPr/>
    </dgm:pt>
    <dgm:pt modelId="{86B801E6-FB01-4429-8804-624C440B8024}" type="pres">
      <dgm:prSet presAssocID="{4945ABFF-AD8A-47D7-9B77-881E267E6181}" presName="textRect" presStyleLbl="revTx" presStyleIdx="2" presStyleCnt="5">
        <dgm:presLayoutVars>
          <dgm:chMax val="1"/>
          <dgm:chPref val="1"/>
        </dgm:presLayoutVars>
      </dgm:prSet>
      <dgm:spPr/>
    </dgm:pt>
    <dgm:pt modelId="{F4E2F791-66FA-47F7-8E50-1225221E3927}" type="pres">
      <dgm:prSet presAssocID="{68AA40C2-9E95-4D40-98D0-1DB235543E8A}" presName="sibTrans" presStyleCnt="0"/>
      <dgm:spPr/>
    </dgm:pt>
    <dgm:pt modelId="{BB405009-5723-4D32-8F49-88BB759E379A}" type="pres">
      <dgm:prSet presAssocID="{97B24E9F-9707-4978-A5D6-9D516349195A}" presName="compNode" presStyleCnt="0"/>
      <dgm:spPr/>
    </dgm:pt>
    <dgm:pt modelId="{DAA36C21-9F9B-41C4-B882-F0CBC83E4D67}" type="pres">
      <dgm:prSet presAssocID="{97B24E9F-9707-4978-A5D6-9D516349195A}" presName="iconBgRect" presStyleLbl="bgShp" presStyleIdx="3" presStyleCnt="5"/>
      <dgm:spPr>
        <a:solidFill>
          <a:schemeClr val="bg1"/>
        </a:solidFill>
        <a:ln>
          <a:solidFill>
            <a:schemeClr val="bg2"/>
          </a:solidFill>
        </a:ln>
      </dgm:spPr>
    </dgm:pt>
    <dgm:pt modelId="{D6658906-85C2-48F0-9021-30C0D2C43262}" type="pres">
      <dgm:prSet presAssocID="{97B24E9F-9707-4978-A5D6-9D516349195A}"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lask"/>
        </a:ext>
      </dgm:extLst>
    </dgm:pt>
    <dgm:pt modelId="{280FFAD5-67AC-4E42-B454-8352198884D3}" type="pres">
      <dgm:prSet presAssocID="{97B24E9F-9707-4978-A5D6-9D516349195A}" presName="spaceRect" presStyleCnt="0"/>
      <dgm:spPr/>
    </dgm:pt>
    <dgm:pt modelId="{30A6D982-8D05-4C82-BC81-ECA47C6F91A2}" type="pres">
      <dgm:prSet presAssocID="{97B24E9F-9707-4978-A5D6-9D516349195A}" presName="textRect" presStyleLbl="revTx" presStyleIdx="3" presStyleCnt="5">
        <dgm:presLayoutVars>
          <dgm:chMax val="1"/>
          <dgm:chPref val="1"/>
        </dgm:presLayoutVars>
      </dgm:prSet>
      <dgm:spPr/>
    </dgm:pt>
    <dgm:pt modelId="{0A759E0F-9803-4F04-B7EF-0C644761D3C7}" type="pres">
      <dgm:prSet presAssocID="{0CBAE9BD-F79E-4150-A9F5-BE5324D70ACE}" presName="sibTrans" presStyleCnt="0"/>
      <dgm:spPr/>
    </dgm:pt>
    <dgm:pt modelId="{E4DACFA8-1223-4544-BFC8-8187E6D173BD}" type="pres">
      <dgm:prSet presAssocID="{7368099D-C106-4F1A-B2A8-795F95DCA2F6}" presName="compNode" presStyleCnt="0"/>
      <dgm:spPr/>
    </dgm:pt>
    <dgm:pt modelId="{5561973B-2FFB-4CC3-8818-3DD390A4FC17}" type="pres">
      <dgm:prSet presAssocID="{7368099D-C106-4F1A-B2A8-795F95DCA2F6}" presName="iconBgRect" presStyleLbl="bgShp" presStyleIdx="4" presStyleCnt="5"/>
      <dgm:spPr>
        <a:solidFill>
          <a:schemeClr val="bg1"/>
        </a:solidFill>
        <a:ln>
          <a:solidFill>
            <a:schemeClr val="bg2"/>
          </a:solidFill>
        </a:ln>
      </dgm:spPr>
    </dgm:pt>
    <dgm:pt modelId="{6000A182-FD59-4A1B-AFAB-6B9CF39CA5FB}" type="pres">
      <dgm:prSet presAssocID="{7368099D-C106-4F1A-B2A8-795F95DCA2F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ckList"/>
        </a:ext>
      </dgm:extLst>
    </dgm:pt>
    <dgm:pt modelId="{4961EB55-ABE1-47B0-83A9-1B0B5DE5049F}" type="pres">
      <dgm:prSet presAssocID="{7368099D-C106-4F1A-B2A8-795F95DCA2F6}" presName="spaceRect" presStyleCnt="0"/>
      <dgm:spPr/>
    </dgm:pt>
    <dgm:pt modelId="{0C66EA52-B467-4DEE-B9E1-FE825E0987D8}" type="pres">
      <dgm:prSet presAssocID="{7368099D-C106-4F1A-B2A8-795F95DCA2F6}" presName="textRect" presStyleLbl="revTx" presStyleIdx="4" presStyleCnt="5">
        <dgm:presLayoutVars>
          <dgm:chMax val="1"/>
          <dgm:chPref val="1"/>
        </dgm:presLayoutVars>
      </dgm:prSet>
      <dgm:spPr/>
    </dgm:pt>
  </dgm:ptLst>
  <dgm:cxnLst>
    <dgm:cxn modelId="{B2E12F12-10EE-4542-AFFC-11C3D6793BA2}" type="presOf" srcId="{58CC92E6-D5FE-42F6-8C6C-7A7095AAED2C}" destId="{86EE8166-4C84-45E3-A3A9-24574EA2703C}" srcOrd="0" destOrd="0" presId="urn:microsoft.com/office/officeart/2018/5/layout/IconCircleLabelList"/>
    <dgm:cxn modelId="{C1DC1A17-D250-4235-ADE4-3AF4F6F402F4}" type="presOf" srcId="{97B24E9F-9707-4978-A5D6-9D516349195A}" destId="{30A6D982-8D05-4C82-BC81-ECA47C6F91A2}" srcOrd="0" destOrd="0" presId="urn:microsoft.com/office/officeart/2018/5/layout/IconCircleLabelList"/>
    <dgm:cxn modelId="{89AD4037-CF54-4315-A240-123B3615F3F9}" srcId="{AA262A96-CAF9-41F2-B3A7-D7703FB565EF}" destId="{58CC92E6-D5FE-42F6-8C6C-7A7095AAED2C}" srcOrd="0" destOrd="0" parTransId="{2F0AC085-C4C4-4155-9D25-4ADF7562E37B}" sibTransId="{D8705145-ECB8-4E81-9602-849202E4C2EA}"/>
    <dgm:cxn modelId="{0C71F638-050D-4DFF-945B-98F84246069B}" type="presOf" srcId="{4945ABFF-AD8A-47D7-9B77-881E267E6181}" destId="{86B801E6-FB01-4429-8804-624C440B8024}" srcOrd="0" destOrd="0" presId="urn:microsoft.com/office/officeart/2018/5/layout/IconCircleLabelList"/>
    <dgm:cxn modelId="{42965A4E-1CF9-41FC-93A4-595508DAC464}" type="presOf" srcId="{7368099D-C106-4F1A-B2A8-795F95DCA2F6}" destId="{0C66EA52-B467-4DEE-B9E1-FE825E0987D8}" srcOrd="0" destOrd="0" presId="urn:microsoft.com/office/officeart/2018/5/layout/IconCircleLabelList"/>
    <dgm:cxn modelId="{45E18159-CA8A-4AF6-BC19-EB558A1253FC}" srcId="{AA262A96-CAF9-41F2-B3A7-D7703FB565EF}" destId="{284073F8-ACED-4E9A-B560-61664E6B174C}" srcOrd="1" destOrd="0" parTransId="{9A965535-7222-471D-AF9E-D6D83ED45A34}" sibTransId="{F3FF2108-2733-47DD-AC5C-9985179551C3}"/>
    <dgm:cxn modelId="{96844B66-17BD-4004-9D70-3FC1C729C1C4}" srcId="{AA262A96-CAF9-41F2-B3A7-D7703FB565EF}" destId="{4945ABFF-AD8A-47D7-9B77-881E267E6181}" srcOrd="2" destOrd="0" parTransId="{A27BEF66-2FD8-40A6-9A94-37B4E577570D}" sibTransId="{68AA40C2-9E95-4D40-98D0-1DB235543E8A}"/>
    <dgm:cxn modelId="{03363171-767C-45E6-B2FA-E842693C1F1B}" srcId="{AA262A96-CAF9-41F2-B3A7-D7703FB565EF}" destId="{97B24E9F-9707-4978-A5D6-9D516349195A}" srcOrd="3" destOrd="0" parTransId="{94CB0FDB-A9CB-4287-A32E-04D711D86495}" sibTransId="{0CBAE9BD-F79E-4150-A9F5-BE5324D70ACE}"/>
    <dgm:cxn modelId="{E76E8979-9670-4825-B502-A65820FE917D}" srcId="{AA262A96-CAF9-41F2-B3A7-D7703FB565EF}" destId="{7368099D-C106-4F1A-B2A8-795F95DCA2F6}" srcOrd="4" destOrd="0" parTransId="{63D0B666-C10B-4A56-AEE7-AC5BB1DE9B68}" sibTransId="{7C36CE95-E799-46A6-B611-E94E32411585}"/>
    <dgm:cxn modelId="{4C83DA86-F7EF-4E69-8981-5AD7F472D3D1}" type="presOf" srcId="{AA262A96-CAF9-41F2-B3A7-D7703FB565EF}" destId="{EB765AF5-1B87-40C2-B4B9-2DE5C79E8FC7}" srcOrd="0" destOrd="0" presId="urn:microsoft.com/office/officeart/2018/5/layout/IconCircleLabelList"/>
    <dgm:cxn modelId="{3BAD98E0-17AF-4641-A447-EF9DED38DC78}" type="presOf" srcId="{284073F8-ACED-4E9A-B560-61664E6B174C}" destId="{6A54F526-80DF-4FFA-A328-E81941A5FDDF}" srcOrd="0" destOrd="0" presId="urn:microsoft.com/office/officeart/2018/5/layout/IconCircleLabelList"/>
    <dgm:cxn modelId="{40A0A912-2401-4CEE-9403-D8CCADF0BAE5}" type="presParOf" srcId="{EB765AF5-1B87-40C2-B4B9-2DE5C79E8FC7}" destId="{F435D139-B1A6-43BF-9BBC-5D3271714567}" srcOrd="0" destOrd="0" presId="urn:microsoft.com/office/officeart/2018/5/layout/IconCircleLabelList"/>
    <dgm:cxn modelId="{8ADD8AAE-9788-411C-A7E6-5D5FFB555A3A}" type="presParOf" srcId="{F435D139-B1A6-43BF-9BBC-5D3271714567}" destId="{EA21A141-D4A8-4708-8331-FCF7DD551787}" srcOrd="0" destOrd="0" presId="urn:microsoft.com/office/officeart/2018/5/layout/IconCircleLabelList"/>
    <dgm:cxn modelId="{0F99E2B2-2FB1-43CC-8DF8-6304EB3A411F}" type="presParOf" srcId="{F435D139-B1A6-43BF-9BBC-5D3271714567}" destId="{7E50B7D4-47C8-4B80-A594-F8C74C9AF369}" srcOrd="1" destOrd="0" presId="urn:microsoft.com/office/officeart/2018/5/layout/IconCircleLabelList"/>
    <dgm:cxn modelId="{F86ABC8C-E2F9-4C75-9610-4455F69312AB}" type="presParOf" srcId="{F435D139-B1A6-43BF-9BBC-5D3271714567}" destId="{C99B518C-97A1-48A3-96ED-424AD9ABA88F}" srcOrd="2" destOrd="0" presId="urn:microsoft.com/office/officeart/2018/5/layout/IconCircleLabelList"/>
    <dgm:cxn modelId="{362D10F3-FE35-4FFF-810B-45FDD7B20EFE}" type="presParOf" srcId="{F435D139-B1A6-43BF-9BBC-5D3271714567}" destId="{86EE8166-4C84-45E3-A3A9-24574EA2703C}" srcOrd="3" destOrd="0" presId="urn:microsoft.com/office/officeart/2018/5/layout/IconCircleLabelList"/>
    <dgm:cxn modelId="{1ABB1EDE-CA82-4830-84DD-ECE438CEBE47}" type="presParOf" srcId="{EB765AF5-1B87-40C2-B4B9-2DE5C79E8FC7}" destId="{2F834755-C562-40F7-8166-12BD2E712BD3}" srcOrd="1" destOrd="0" presId="urn:microsoft.com/office/officeart/2018/5/layout/IconCircleLabelList"/>
    <dgm:cxn modelId="{68E874D6-4466-4D94-AECA-93119C6847BA}" type="presParOf" srcId="{EB765AF5-1B87-40C2-B4B9-2DE5C79E8FC7}" destId="{74D9408F-8E84-484C-9BB4-7F99EAC0386A}" srcOrd="2" destOrd="0" presId="urn:microsoft.com/office/officeart/2018/5/layout/IconCircleLabelList"/>
    <dgm:cxn modelId="{97D46A3D-93EE-40F1-88BD-F059F692A9E0}" type="presParOf" srcId="{74D9408F-8E84-484C-9BB4-7F99EAC0386A}" destId="{BCFE129E-3DD8-455C-82F0-3EC6B0A90022}" srcOrd="0" destOrd="0" presId="urn:microsoft.com/office/officeart/2018/5/layout/IconCircleLabelList"/>
    <dgm:cxn modelId="{052C3E67-E431-468E-8755-D2D94AEE5E6C}" type="presParOf" srcId="{74D9408F-8E84-484C-9BB4-7F99EAC0386A}" destId="{62A46B1C-DDFD-4420-9522-7DBA1361B0E7}" srcOrd="1" destOrd="0" presId="urn:microsoft.com/office/officeart/2018/5/layout/IconCircleLabelList"/>
    <dgm:cxn modelId="{31158B61-7288-4C08-969B-8FA553A1E371}" type="presParOf" srcId="{74D9408F-8E84-484C-9BB4-7F99EAC0386A}" destId="{58125DEF-8735-4010-9592-EF2A11901729}" srcOrd="2" destOrd="0" presId="urn:microsoft.com/office/officeart/2018/5/layout/IconCircleLabelList"/>
    <dgm:cxn modelId="{3B3A6858-8000-495B-B581-30E5872F65F2}" type="presParOf" srcId="{74D9408F-8E84-484C-9BB4-7F99EAC0386A}" destId="{6A54F526-80DF-4FFA-A328-E81941A5FDDF}" srcOrd="3" destOrd="0" presId="urn:microsoft.com/office/officeart/2018/5/layout/IconCircleLabelList"/>
    <dgm:cxn modelId="{6E0C63F3-A084-441D-9B77-68DCFAC34533}" type="presParOf" srcId="{EB765AF5-1B87-40C2-B4B9-2DE5C79E8FC7}" destId="{9C2A6B74-066B-4336-BE76-460349CB6BAF}" srcOrd="3" destOrd="0" presId="urn:microsoft.com/office/officeart/2018/5/layout/IconCircleLabelList"/>
    <dgm:cxn modelId="{0D148BB7-4220-46AA-AF5F-D8CD2BAD8BD0}" type="presParOf" srcId="{EB765AF5-1B87-40C2-B4B9-2DE5C79E8FC7}" destId="{E41D1BAD-D988-4C7A-B5CC-FED7E81237A5}" srcOrd="4" destOrd="0" presId="urn:microsoft.com/office/officeart/2018/5/layout/IconCircleLabelList"/>
    <dgm:cxn modelId="{A3C85652-208D-4375-8B31-ECA8CD066D35}" type="presParOf" srcId="{E41D1BAD-D988-4C7A-B5CC-FED7E81237A5}" destId="{FA9B7CBE-CB0A-4926-894A-81E24521679D}" srcOrd="0" destOrd="0" presId="urn:microsoft.com/office/officeart/2018/5/layout/IconCircleLabelList"/>
    <dgm:cxn modelId="{C19E8D2D-5888-4B9E-825E-CFE08606646E}" type="presParOf" srcId="{E41D1BAD-D988-4C7A-B5CC-FED7E81237A5}" destId="{29C24367-C1C5-491E-A0AD-F738E7A94B04}" srcOrd="1" destOrd="0" presId="urn:microsoft.com/office/officeart/2018/5/layout/IconCircleLabelList"/>
    <dgm:cxn modelId="{9F798CD8-31AE-479C-A60D-47B0344A9D74}" type="presParOf" srcId="{E41D1BAD-D988-4C7A-B5CC-FED7E81237A5}" destId="{23347C4A-1868-4D6A-AB8C-0C08F4CCD800}" srcOrd="2" destOrd="0" presId="urn:microsoft.com/office/officeart/2018/5/layout/IconCircleLabelList"/>
    <dgm:cxn modelId="{D7369076-447B-4120-B808-C6EFA9963001}" type="presParOf" srcId="{E41D1BAD-D988-4C7A-B5CC-FED7E81237A5}" destId="{86B801E6-FB01-4429-8804-624C440B8024}" srcOrd="3" destOrd="0" presId="urn:microsoft.com/office/officeart/2018/5/layout/IconCircleLabelList"/>
    <dgm:cxn modelId="{9366F143-D3E1-434B-AA90-20657AAF926B}" type="presParOf" srcId="{EB765AF5-1B87-40C2-B4B9-2DE5C79E8FC7}" destId="{F4E2F791-66FA-47F7-8E50-1225221E3927}" srcOrd="5" destOrd="0" presId="urn:microsoft.com/office/officeart/2018/5/layout/IconCircleLabelList"/>
    <dgm:cxn modelId="{9811F39F-74B7-4F03-AD86-F792DB438969}" type="presParOf" srcId="{EB765AF5-1B87-40C2-B4B9-2DE5C79E8FC7}" destId="{BB405009-5723-4D32-8F49-88BB759E379A}" srcOrd="6" destOrd="0" presId="urn:microsoft.com/office/officeart/2018/5/layout/IconCircleLabelList"/>
    <dgm:cxn modelId="{0B13A78B-0C5B-45DE-9624-EE642BC51FBA}" type="presParOf" srcId="{BB405009-5723-4D32-8F49-88BB759E379A}" destId="{DAA36C21-9F9B-41C4-B882-F0CBC83E4D67}" srcOrd="0" destOrd="0" presId="urn:microsoft.com/office/officeart/2018/5/layout/IconCircleLabelList"/>
    <dgm:cxn modelId="{B65FC851-2E24-45E0-980D-CE138B919DFA}" type="presParOf" srcId="{BB405009-5723-4D32-8F49-88BB759E379A}" destId="{D6658906-85C2-48F0-9021-30C0D2C43262}" srcOrd="1" destOrd="0" presId="urn:microsoft.com/office/officeart/2018/5/layout/IconCircleLabelList"/>
    <dgm:cxn modelId="{3684AF2B-1F1E-4857-9211-3B5F0CAF20D8}" type="presParOf" srcId="{BB405009-5723-4D32-8F49-88BB759E379A}" destId="{280FFAD5-67AC-4E42-B454-8352198884D3}" srcOrd="2" destOrd="0" presId="urn:microsoft.com/office/officeart/2018/5/layout/IconCircleLabelList"/>
    <dgm:cxn modelId="{73E0A74D-91E2-4A46-AC75-305EC8196CD2}" type="presParOf" srcId="{BB405009-5723-4D32-8F49-88BB759E379A}" destId="{30A6D982-8D05-4C82-BC81-ECA47C6F91A2}" srcOrd="3" destOrd="0" presId="urn:microsoft.com/office/officeart/2018/5/layout/IconCircleLabelList"/>
    <dgm:cxn modelId="{4BA43FE7-62DE-441D-8976-2817CAE80528}" type="presParOf" srcId="{EB765AF5-1B87-40C2-B4B9-2DE5C79E8FC7}" destId="{0A759E0F-9803-4F04-B7EF-0C644761D3C7}" srcOrd="7" destOrd="0" presId="urn:microsoft.com/office/officeart/2018/5/layout/IconCircleLabelList"/>
    <dgm:cxn modelId="{649EF49B-C784-449A-BE9E-688E1B6E4AB6}" type="presParOf" srcId="{EB765AF5-1B87-40C2-B4B9-2DE5C79E8FC7}" destId="{E4DACFA8-1223-4544-BFC8-8187E6D173BD}" srcOrd="8" destOrd="0" presId="urn:microsoft.com/office/officeart/2018/5/layout/IconCircleLabelList"/>
    <dgm:cxn modelId="{A2D0A8B3-5A43-46D7-85CA-98F5941FCDDE}" type="presParOf" srcId="{E4DACFA8-1223-4544-BFC8-8187E6D173BD}" destId="{5561973B-2FFB-4CC3-8818-3DD390A4FC17}" srcOrd="0" destOrd="0" presId="urn:microsoft.com/office/officeart/2018/5/layout/IconCircleLabelList"/>
    <dgm:cxn modelId="{CE3629EC-6D65-48AC-B8EE-6AF010F0D9DA}" type="presParOf" srcId="{E4DACFA8-1223-4544-BFC8-8187E6D173BD}" destId="{6000A182-FD59-4A1B-AFAB-6B9CF39CA5FB}" srcOrd="1" destOrd="0" presId="urn:microsoft.com/office/officeart/2018/5/layout/IconCircleLabelList"/>
    <dgm:cxn modelId="{28851404-4D9C-4DA2-8CEA-5D752A8FEB40}" type="presParOf" srcId="{E4DACFA8-1223-4544-BFC8-8187E6D173BD}" destId="{4961EB55-ABE1-47B0-83A9-1B0B5DE5049F}" srcOrd="2" destOrd="0" presId="urn:microsoft.com/office/officeart/2018/5/layout/IconCircleLabelList"/>
    <dgm:cxn modelId="{A06FC568-1128-4F64-8B1D-450CCA0A47D3}" type="presParOf" srcId="{E4DACFA8-1223-4544-BFC8-8187E6D173BD}" destId="{0C66EA52-B467-4DEE-B9E1-FE825E0987D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A43DC45-1B07-4375-8861-5073716E6AE3}" type="doc">
      <dgm:prSet loTypeId="urn:microsoft.com/office/officeart/2005/8/layout/hierarchy1" loCatId="hierarchy" qsTypeId="urn:microsoft.com/office/officeart/2005/8/quickstyle/simple2" qsCatId="simple" csTypeId="urn:microsoft.com/office/officeart/2005/8/colors/accent1_2" csCatId="accent1" phldr="1"/>
      <dgm:spPr/>
      <dgm:t>
        <a:bodyPr/>
        <a:lstStyle/>
        <a:p>
          <a:endParaRPr lang="en-US"/>
        </a:p>
      </dgm:t>
    </dgm:pt>
    <dgm:pt modelId="{43292FEF-2F82-4D7D-8A61-8016C58A583D}">
      <dgm:prSet custT="1"/>
      <dgm:spPr>
        <a:solidFill>
          <a:schemeClr val="bg1">
            <a:alpha val="90000"/>
          </a:schemeClr>
        </a:solidFill>
        <a:ln>
          <a:solidFill>
            <a:schemeClr val="bg2"/>
          </a:solidFill>
        </a:ln>
      </dgm:spPr>
      <dgm:t>
        <a:bodyPr/>
        <a:lstStyle/>
        <a:p>
          <a:r>
            <a:rPr lang="en-US" sz="2400" baseline="0">
              <a:latin typeface="Avenir Book" panose="02000503020000020003" pitchFamily="2" charset="0"/>
            </a:rPr>
            <a:t>Set context</a:t>
          </a:r>
          <a:endParaRPr lang="en-US" sz="2400">
            <a:latin typeface="Avenir Book" panose="02000503020000020003" pitchFamily="2" charset="0"/>
          </a:endParaRPr>
        </a:p>
      </dgm:t>
    </dgm:pt>
    <dgm:pt modelId="{1370BE66-EF49-49E4-8414-32E629F612EB}" type="parTrans" cxnId="{DD83C22D-FB85-4D90-9DED-BDC62F394B59}">
      <dgm:prSet/>
      <dgm:spPr/>
      <dgm:t>
        <a:bodyPr/>
        <a:lstStyle/>
        <a:p>
          <a:endParaRPr lang="en-US"/>
        </a:p>
      </dgm:t>
    </dgm:pt>
    <dgm:pt modelId="{67F7A2EB-397B-4CB2-A3C8-2A81119986E7}" type="sibTrans" cxnId="{DD83C22D-FB85-4D90-9DED-BDC62F394B59}">
      <dgm:prSet/>
      <dgm:spPr/>
      <dgm:t>
        <a:bodyPr/>
        <a:lstStyle/>
        <a:p>
          <a:endParaRPr lang="en-US"/>
        </a:p>
      </dgm:t>
    </dgm:pt>
    <dgm:pt modelId="{B67AE08E-95BA-4B81-92D5-47F426DFD597}">
      <dgm:prSet custT="1"/>
      <dgm:spPr>
        <a:solidFill>
          <a:schemeClr val="bg1">
            <a:alpha val="90000"/>
          </a:schemeClr>
        </a:solidFill>
        <a:ln>
          <a:solidFill>
            <a:schemeClr val="bg2"/>
          </a:solidFill>
        </a:ln>
      </dgm:spPr>
      <dgm:t>
        <a:bodyPr/>
        <a:lstStyle/>
        <a:p>
          <a:r>
            <a:rPr lang="en-US" sz="2400" baseline="0" dirty="0">
              <a:latin typeface="Avenir Book" panose="02000503020000020003" pitchFamily="2" charset="0"/>
            </a:rPr>
            <a:t>Show &amp; tell</a:t>
          </a:r>
          <a:endParaRPr lang="en-US" sz="2400" dirty="0">
            <a:latin typeface="Avenir Book" panose="02000503020000020003" pitchFamily="2" charset="0"/>
          </a:endParaRPr>
        </a:p>
      </dgm:t>
    </dgm:pt>
    <dgm:pt modelId="{94DF8A89-343C-4156-A6C7-BFF9AB99A902}" type="parTrans" cxnId="{39D41F38-C47A-4BCB-B01D-0C49A1EA93D7}">
      <dgm:prSet/>
      <dgm:spPr/>
      <dgm:t>
        <a:bodyPr/>
        <a:lstStyle/>
        <a:p>
          <a:endParaRPr lang="en-US"/>
        </a:p>
      </dgm:t>
    </dgm:pt>
    <dgm:pt modelId="{77F59238-E422-4EE0-8A91-1ED101ECBAF5}" type="sibTrans" cxnId="{39D41F38-C47A-4BCB-B01D-0C49A1EA93D7}">
      <dgm:prSet/>
      <dgm:spPr/>
      <dgm:t>
        <a:bodyPr/>
        <a:lstStyle/>
        <a:p>
          <a:endParaRPr lang="en-US"/>
        </a:p>
      </dgm:t>
    </dgm:pt>
    <dgm:pt modelId="{88FDD8AE-4467-430C-BA27-3DC6AB171800}">
      <dgm:prSet custT="1"/>
      <dgm:spPr>
        <a:solidFill>
          <a:schemeClr val="bg1">
            <a:alpha val="90000"/>
          </a:schemeClr>
        </a:solidFill>
        <a:ln>
          <a:solidFill>
            <a:schemeClr val="bg2"/>
          </a:solidFill>
        </a:ln>
      </dgm:spPr>
      <dgm:t>
        <a:bodyPr/>
        <a:lstStyle/>
        <a:p>
          <a:r>
            <a:rPr lang="en-US" sz="2400" baseline="0" dirty="0">
              <a:latin typeface="Avenir Book" panose="02000503020000020003" pitchFamily="2" charset="0"/>
            </a:rPr>
            <a:t>Get feedback</a:t>
          </a:r>
          <a:endParaRPr lang="en-US" sz="2400" dirty="0">
            <a:latin typeface="Avenir Book" panose="02000503020000020003" pitchFamily="2" charset="0"/>
          </a:endParaRPr>
        </a:p>
      </dgm:t>
    </dgm:pt>
    <dgm:pt modelId="{D029EE39-C1C8-411C-8DD4-5AA947887AF5}" type="parTrans" cxnId="{C0036CC7-0573-4248-BF6F-9ED3CB43AA18}">
      <dgm:prSet/>
      <dgm:spPr/>
      <dgm:t>
        <a:bodyPr/>
        <a:lstStyle/>
        <a:p>
          <a:endParaRPr lang="en-US"/>
        </a:p>
      </dgm:t>
    </dgm:pt>
    <dgm:pt modelId="{3D3F12F1-E6DA-447D-A102-E443AA1C58E1}" type="sibTrans" cxnId="{C0036CC7-0573-4248-BF6F-9ED3CB43AA18}">
      <dgm:prSet/>
      <dgm:spPr/>
      <dgm:t>
        <a:bodyPr/>
        <a:lstStyle/>
        <a:p>
          <a:endParaRPr lang="en-US"/>
        </a:p>
      </dgm:t>
    </dgm:pt>
    <dgm:pt modelId="{9C9E3F6C-402F-4C6B-B7AF-21B74D5CD99E}">
      <dgm:prSet custT="1"/>
      <dgm:spPr>
        <a:solidFill>
          <a:schemeClr val="bg1">
            <a:alpha val="90000"/>
          </a:schemeClr>
        </a:solidFill>
        <a:ln>
          <a:solidFill>
            <a:schemeClr val="bg2"/>
          </a:solidFill>
        </a:ln>
      </dgm:spPr>
      <dgm:t>
        <a:bodyPr/>
        <a:lstStyle/>
        <a:p>
          <a:r>
            <a:rPr lang="en-US" sz="2400" baseline="0" dirty="0">
              <a:latin typeface="Avenir Book" panose="02000503020000020003" pitchFamily="2" charset="0"/>
            </a:rPr>
            <a:t>Build excitement</a:t>
          </a:r>
          <a:endParaRPr lang="en-US" sz="2400" dirty="0">
            <a:latin typeface="Avenir Book" panose="02000503020000020003" pitchFamily="2" charset="0"/>
          </a:endParaRPr>
        </a:p>
      </dgm:t>
    </dgm:pt>
    <dgm:pt modelId="{EE323FA6-F8DC-4210-BC0B-6CFFD8E340E4}" type="parTrans" cxnId="{5D83D8CB-51EB-482C-9ECD-AD4E335C3735}">
      <dgm:prSet/>
      <dgm:spPr/>
      <dgm:t>
        <a:bodyPr/>
        <a:lstStyle/>
        <a:p>
          <a:endParaRPr lang="en-US"/>
        </a:p>
      </dgm:t>
    </dgm:pt>
    <dgm:pt modelId="{D6C0D834-1793-447A-B81C-62F57819F58F}" type="sibTrans" cxnId="{5D83D8CB-51EB-482C-9ECD-AD4E335C3735}">
      <dgm:prSet/>
      <dgm:spPr/>
      <dgm:t>
        <a:bodyPr/>
        <a:lstStyle/>
        <a:p>
          <a:endParaRPr lang="en-US"/>
        </a:p>
      </dgm:t>
    </dgm:pt>
    <dgm:pt modelId="{6BB82181-3286-7246-98CF-20278B70119E}" type="pres">
      <dgm:prSet presAssocID="{0A43DC45-1B07-4375-8861-5073716E6AE3}" presName="hierChild1" presStyleCnt="0">
        <dgm:presLayoutVars>
          <dgm:chPref val="1"/>
          <dgm:dir/>
          <dgm:animOne val="branch"/>
          <dgm:animLvl val="lvl"/>
          <dgm:resizeHandles/>
        </dgm:presLayoutVars>
      </dgm:prSet>
      <dgm:spPr/>
    </dgm:pt>
    <dgm:pt modelId="{C20E3A5E-1261-0341-A12C-E0EDA7076664}" type="pres">
      <dgm:prSet presAssocID="{88FDD8AE-4467-430C-BA27-3DC6AB171800}" presName="hierRoot1" presStyleCnt="0"/>
      <dgm:spPr/>
    </dgm:pt>
    <dgm:pt modelId="{47ED4DF8-4E18-8244-A167-C3951A648799}" type="pres">
      <dgm:prSet presAssocID="{88FDD8AE-4467-430C-BA27-3DC6AB171800}" presName="composite" presStyleCnt="0"/>
      <dgm:spPr/>
    </dgm:pt>
    <dgm:pt modelId="{8E14C0F4-4131-F748-B5B1-2C43C1211949}" type="pres">
      <dgm:prSet presAssocID="{88FDD8AE-4467-430C-BA27-3DC6AB171800}" presName="background" presStyleLbl="node0" presStyleIdx="0" presStyleCnt="4"/>
      <dgm:spPr>
        <a:solidFill>
          <a:schemeClr val="bg2"/>
        </a:solidFill>
        <a:ln>
          <a:noFill/>
        </a:ln>
      </dgm:spPr>
    </dgm:pt>
    <dgm:pt modelId="{21837700-2E21-5045-8134-4407BFFE679D}" type="pres">
      <dgm:prSet presAssocID="{88FDD8AE-4467-430C-BA27-3DC6AB171800}" presName="text" presStyleLbl="fgAcc0" presStyleIdx="0" presStyleCnt="4">
        <dgm:presLayoutVars>
          <dgm:chPref val="3"/>
        </dgm:presLayoutVars>
      </dgm:prSet>
      <dgm:spPr/>
    </dgm:pt>
    <dgm:pt modelId="{275252EE-2418-1D48-9E4E-5A7B89F4F50F}" type="pres">
      <dgm:prSet presAssocID="{88FDD8AE-4467-430C-BA27-3DC6AB171800}" presName="hierChild2" presStyleCnt="0"/>
      <dgm:spPr/>
    </dgm:pt>
    <dgm:pt modelId="{3E3A835F-889E-8B46-B053-82A31801FF60}" type="pres">
      <dgm:prSet presAssocID="{9C9E3F6C-402F-4C6B-B7AF-21B74D5CD99E}" presName="hierRoot1" presStyleCnt="0"/>
      <dgm:spPr/>
    </dgm:pt>
    <dgm:pt modelId="{B807DA8B-9785-4644-AE72-1F370BCAA29C}" type="pres">
      <dgm:prSet presAssocID="{9C9E3F6C-402F-4C6B-B7AF-21B74D5CD99E}" presName="composite" presStyleCnt="0"/>
      <dgm:spPr/>
    </dgm:pt>
    <dgm:pt modelId="{5A07E341-6C03-DD49-9BB4-CFEFC6DC0DFE}" type="pres">
      <dgm:prSet presAssocID="{9C9E3F6C-402F-4C6B-B7AF-21B74D5CD99E}" presName="background" presStyleLbl="node0" presStyleIdx="1" presStyleCnt="4"/>
      <dgm:spPr>
        <a:solidFill>
          <a:schemeClr val="bg2"/>
        </a:solidFill>
        <a:ln>
          <a:noFill/>
        </a:ln>
      </dgm:spPr>
    </dgm:pt>
    <dgm:pt modelId="{A102E6A7-E823-1D46-BFC2-A31446C4DE3A}" type="pres">
      <dgm:prSet presAssocID="{9C9E3F6C-402F-4C6B-B7AF-21B74D5CD99E}" presName="text" presStyleLbl="fgAcc0" presStyleIdx="1" presStyleCnt="4">
        <dgm:presLayoutVars>
          <dgm:chPref val="3"/>
        </dgm:presLayoutVars>
      </dgm:prSet>
      <dgm:spPr/>
    </dgm:pt>
    <dgm:pt modelId="{2A19D459-BCD3-7949-B821-58EF8E9E5E97}" type="pres">
      <dgm:prSet presAssocID="{9C9E3F6C-402F-4C6B-B7AF-21B74D5CD99E}" presName="hierChild2" presStyleCnt="0"/>
      <dgm:spPr/>
    </dgm:pt>
    <dgm:pt modelId="{5E0258F2-5301-3B47-B207-CF0BFFF374BC}" type="pres">
      <dgm:prSet presAssocID="{43292FEF-2F82-4D7D-8A61-8016C58A583D}" presName="hierRoot1" presStyleCnt="0"/>
      <dgm:spPr/>
    </dgm:pt>
    <dgm:pt modelId="{F6E94E81-CC60-F949-9A0D-D738EF1EE83E}" type="pres">
      <dgm:prSet presAssocID="{43292FEF-2F82-4D7D-8A61-8016C58A583D}" presName="composite" presStyleCnt="0"/>
      <dgm:spPr/>
    </dgm:pt>
    <dgm:pt modelId="{949DA15D-F9A5-5B48-AE0E-315A7D91103A}" type="pres">
      <dgm:prSet presAssocID="{43292FEF-2F82-4D7D-8A61-8016C58A583D}" presName="background" presStyleLbl="node0" presStyleIdx="2" presStyleCnt="4"/>
      <dgm:spPr>
        <a:solidFill>
          <a:schemeClr val="bg2"/>
        </a:solidFill>
        <a:ln>
          <a:noFill/>
        </a:ln>
      </dgm:spPr>
    </dgm:pt>
    <dgm:pt modelId="{849F81AE-9D9E-CA47-B89E-B3D3A7EDEBC1}" type="pres">
      <dgm:prSet presAssocID="{43292FEF-2F82-4D7D-8A61-8016C58A583D}" presName="text" presStyleLbl="fgAcc0" presStyleIdx="2" presStyleCnt="4">
        <dgm:presLayoutVars>
          <dgm:chPref val="3"/>
        </dgm:presLayoutVars>
      </dgm:prSet>
      <dgm:spPr/>
    </dgm:pt>
    <dgm:pt modelId="{1689AD4A-FFDF-404E-B5E1-2D8854B2A3EA}" type="pres">
      <dgm:prSet presAssocID="{43292FEF-2F82-4D7D-8A61-8016C58A583D}" presName="hierChild2" presStyleCnt="0"/>
      <dgm:spPr/>
    </dgm:pt>
    <dgm:pt modelId="{BECB9268-0F01-BF41-82B7-293A079DB535}" type="pres">
      <dgm:prSet presAssocID="{B67AE08E-95BA-4B81-92D5-47F426DFD597}" presName="hierRoot1" presStyleCnt="0"/>
      <dgm:spPr/>
    </dgm:pt>
    <dgm:pt modelId="{15879442-A150-364B-B834-4BBCE94BF2A8}" type="pres">
      <dgm:prSet presAssocID="{B67AE08E-95BA-4B81-92D5-47F426DFD597}" presName="composite" presStyleCnt="0"/>
      <dgm:spPr/>
    </dgm:pt>
    <dgm:pt modelId="{803A6A72-8EB8-E44E-B613-B77822F2C44D}" type="pres">
      <dgm:prSet presAssocID="{B67AE08E-95BA-4B81-92D5-47F426DFD597}" presName="background" presStyleLbl="node0" presStyleIdx="3" presStyleCnt="4"/>
      <dgm:spPr>
        <a:solidFill>
          <a:schemeClr val="bg2"/>
        </a:solidFill>
        <a:ln>
          <a:noFill/>
        </a:ln>
      </dgm:spPr>
    </dgm:pt>
    <dgm:pt modelId="{48ADA6EF-4088-E340-B9DD-D668DA63C07E}" type="pres">
      <dgm:prSet presAssocID="{B67AE08E-95BA-4B81-92D5-47F426DFD597}" presName="text" presStyleLbl="fgAcc0" presStyleIdx="3" presStyleCnt="4">
        <dgm:presLayoutVars>
          <dgm:chPref val="3"/>
        </dgm:presLayoutVars>
      </dgm:prSet>
      <dgm:spPr/>
    </dgm:pt>
    <dgm:pt modelId="{6250BE8B-0D59-6246-A825-18FA4D75C16C}" type="pres">
      <dgm:prSet presAssocID="{B67AE08E-95BA-4B81-92D5-47F426DFD597}" presName="hierChild2" presStyleCnt="0"/>
      <dgm:spPr/>
    </dgm:pt>
  </dgm:ptLst>
  <dgm:cxnLst>
    <dgm:cxn modelId="{DD83C22D-FB85-4D90-9DED-BDC62F394B59}" srcId="{0A43DC45-1B07-4375-8861-5073716E6AE3}" destId="{43292FEF-2F82-4D7D-8A61-8016C58A583D}" srcOrd="2" destOrd="0" parTransId="{1370BE66-EF49-49E4-8414-32E629F612EB}" sibTransId="{67F7A2EB-397B-4CB2-A3C8-2A81119986E7}"/>
    <dgm:cxn modelId="{54F11736-B183-F64C-8979-FCEBE838B9C2}" type="presOf" srcId="{0A43DC45-1B07-4375-8861-5073716E6AE3}" destId="{6BB82181-3286-7246-98CF-20278B70119E}" srcOrd="0" destOrd="0" presId="urn:microsoft.com/office/officeart/2005/8/layout/hierarchy1"/>
    <dgm:cxn modelId="{39D41F38-C47A-4BCB-B01D-0C49A1EA93D7}" srcId="{0A43DC45-1B07-4375-8861-5073716E6AE3}" destId="{B67AE08E-95BA-4B81-92D5-47F426DFD597}" srcOrd="3" destOrd="0" parTransId="{94DF8A89-343C-4156-A6C7-BFF9AB99A902}" sibTransId="{77F59238-E422-4EE0-8A91-1ED101ECBAF5}"/>
    <dgm:cxn modelId="{66D52639-8D51-2D4B-B48F-92795DEAE88E}" type="presOf" srcId="{B67AE08E-95BA-4B81-92D5-47F426DFD597}" destId="{48ADA6EF-4088-E340-B9DD-D668DA63C07E}" srcOrd="0" destOrd="0" presId="urn:microsoft.com/office/officeart/2005/8/layout/hierarchy1"/>
    <dgm:cxn modelId="{538FD5BB-814E-424A-8295-A43515402445}" type="presOf" srcId="{9C9E3F6C-402F-4C6B-B7AF-21B74D5CD99E}" destId="{A102E6A7-E823-1D46-BFC2-A31446C4DE3A}" srcOrd="0" destOrd="0" presId="urn:microsoft.com/office/officeart/2005/8/layout/hierarchy1"/>
    <dgm:cxn modelId="{C0036CC7-0573-4248-BF6F-9ED3CB43AA18}" srcId="{0A43DC45-1B07-4375-8861-5073716E6AE3}" destId="{88FDD8AE-4467-430C-BA27-3DC6AB171800}" srcOrd="0" destOrd="0" parTransId="{D029EE39-C1C8-411C-8DD4-5AA947887AF5}" sibTransId="{3D3F12F1-E6DA-447D-A102-E443AA1C58E1}"/>
    <dgm:cxn modelId="{5D83D8CB-51EB-482C-9ECD-AD4E335C3735}" srcId="{0A43DC45-1B07-4375-8861-5073716E6AE3}" destId="{9C9E3F6C-402F-4C6B-B7AF-21B74D5CD99E}" srcOrd="1" destOrd="0" parTransId="{EE323FA6-F8DC-4210-BC0B-6CFFD8E340E4}" sibTransId="{D6C0D834-1793-447A-B81C-62F57819F58F}"/>
    <dgm:cxn modelId="{94C49BEA-D7B2-1B46-8719-4FBE6915D189}" type="presOf" srcId="{43292FEF-2F82-4D7D-8A61-8016C58A583D}" destId="{849F81AE-9D9E-CA47-B89E-B3D3A7EDEBC1}" srcOrd="0" destOrd="0" presId="urn:microsoft.com/office/officeart/2005/8/layout/hierarchy1"/>
    <dgm:cxn modelId="{F8C4C0EE-C099-E048-9A5E-70F7E55F430F}" type="presOf" srcId="{88FDD8AE-4467-430C-BA27-3DC6AB171800}" destId="{21837700-2E21-5045-8134-4407BFFE679D}" srcOrd="0" destOrd="0" presId="urn:microsoft.com/office/officeart/2005/8/layout/hierarchy1"/>
    <dgm:cxn modelId="{C5DC003A-4301-FB47-8FD8-DF70071DCB48}" type="presParOf" srcId="{6BB82181-3286-7246-98CF-20278B70119E}" destId="{C20E3A5E-1261-0341-A12C-E0EDA7076664}" srcOrd="0" destOrd="0" presId="urn:microsoft.com/office/officeart/2005/8/layout/hierarchy1"/>
    <dgm:cxn modelId="{208BC3FC-6919-1849-9CAA-C87A44E8C9FF}" type="presParOf" srcId="{C20E3A5E-1261-0341-A12C-E0EDA7076664}" destId="{47ED4DF8-4E18-8244-A167-C3951A648799}" srcOrd="0" destOrd="0" presId="urn:microsoft.com/office/officeart/2005/8/layout/hierarchy1"/>
    <dgm:cxn modelId="{C6B84B45-BE43-0F48-86CC-5F458E8A7714}" type="presParOf" srcId="{47ED4DF8-4E18-8244-A167-C3951A648799}" destId="{8E14C0F4-4131-F748-B5B1-2C43C1211949}" srcOrd="0" destOrd="0" presId="urn:microsoft.com/office/officeart/2005/8/layout/hierarchy1"/>
    <dgm:cxn modelId="{2612B661-6B1A-7347-BCEE-83B91F4FA33F}" type="presParOf" srcId="{47ED4DF8-4E18-8244-A167-C3951A648799}" destId="{21837700-2E21-5045-8134-4407BFFE679D}" srcOrd="1" destOrd="0" presId="urn:microsoft.com/office/officeart/2005/8/layout/hierarchy1"/>
    <dgm:cxn modelId="{55B091B1-9FAD-E64A-8BC6-DE830FACE7F4}" type="presParOf" srcId="{C20E3A5E-1261-0341-A12C-E0EDA7076664}" destId="{275252EE-2418-1D48-9E4E-5A7B89F4F50F}" srcOrd="1" destOrd="0" presId="urn:microsoft.com/office/officeart/2005/8/layout/hierarchy1"/>
    <dgm:cxn modelId="{F765993A-518C-5743-B4F0-B1AC93759D18}" type="presParOf" srcId="{6BB82181-3286-7246-98CF-20278B70119E}" destId="{3E3A835F-889E-8B46-B053-82A31801FF60}" srcOrd="1" destOrd="0" presId="urn:microsoft.com/office/officeart/2005/8/layout/hierarchy1"/>
    <dgm:cxn modelId="{A3C2B8BD-9EFD-9F40-889D-123334884657}" type="presParOf" srcId="{3E3A835F-889E-8B46-B053-82A31801FF60}" destId="{B807DA8B-9785-4644-AE72-1F370BCAA29C}" srcOrd="0" destOrd="0" presId="urn:microsoft.com/office/officeart/2005/8/layout/hierarchy1"/>
    <dgm:cxn modelId="{EA6B38AD-94BC-3E47-9381-974DBDE57175}" type="presParOf" srcId="{B807DA8B-9785-4644-AE72-1F370BCAA29C}" destId="{5A07E341-6C03-DD49-9BB4-CFEFC6DC0DFE}" srcOrd="0" destOrd="0" presId="urn:microsoft.com/office/officeart/2005/8/layout/hierarchy1"/>
    <dgm:cxn modelId="{0705167E-E9A8-1246-A670-47533E389280}" type="presParOf" srcId="{B807DA8B-9785-4644-AE72-1F370BCAA29C}" destId="{A102E6A7-E823-1D46-BFC2-A31446C4DE3A}" srcOrd="1" destOrd="0" presId="urn:microsoft.com/office/officeart/2005/8/layout/hierarchy1"/>
    <dgm:cxn modelId="{CDAAB58F-4437-4442-962A-752BFCFACBFD}" type="presParOf" srcId="{3E3A835F-889E-8B46-B053-82A31801FF60}" destId="{2A19D459-BCD3-7949-B821-58EF8E9E5E97}" srcOrd="1" destOrd="0" presId="urn:microsoft.com/office/officeart/2005/8/layout/hierarchy1"/>
    <dgm:cxn modelId="{DC1A4E4A-BE78-1C4A-AC16-159C61840EEF}" type="presParOf" srcId="{6BB82181-3286-7246-98CF-20278B70119E}" destId="{5E0258F2-5301-3B47-B207-CF0BFFF374BC}" srcOrd="2" destOrd="0" presId="urn:microsoft.com/office/officeart/2005/8/layout/hierarchy1"/>
    <dgm:cxn modelId="{CE5AE461-14D3-7C45-BFE9-C979707C175C}" type="presParOf" srcId="{5E0258F2-5301-3B47-B207-CF0BFFF374BC}" destId="{F6E94E81-CC60-F949-9A0D-D738EF1EE83E}" srcOrd="0" destOrd="0" presId="urn:microsoft.com/office/officeart/2005/8/layout/hierarchy1"/>
    <dgm:cxn modelId="{1175136C-825D-CD4A-9056-E4BE4C382712}" type="presParOf" srcId="{F6E94E81-CC60-F949-9A0D-D738EF1EE83E}" destId="{949DA15D-F9A5-5B48-AE0E-315A7D91103A}" srcOrd="0" destOrd="0" presId="urn:microsoft.com/office/officeart/2005/8/layout/hierarchy1"/>
    <dgm:cxn modelId="{204E9340-EF4E-F544-A60F-D6740AA01CF8}" type="presParOf" srcId="{F6E94E81-CC60-F949-9A0D-D738EF1EE83E}" destId="{849F81AE-9D9E-CA47-B89E-B3D3A7EDEBC1}" srcOrd="1" destOrd="0" presId="urn:microsoft.com/office/officeart/2005/8/layout/hierarchy1"/>
    <dgm:cxn modelId="{F8313B85-FD9C-7E41-9153-D669C4711D6F}" type="presParOf" srcId="{5E0258F2-5301-3B47-B207-CF0BFFF374BC}" destId="{1689AD4A-FFDF-404E-B5E1-2D8854B2A3EA}" srcOrd="1" destOrd="0" presId="urn:microsoft.com/office/officeart/2005/8/layout/hierarchy1"/>
    <dgm:cxn modelId="{3B49A637-EF87-E047-BA8A-E52E3F34435C}" type="presParOf" srcId="{6BB82181-3286-7246-98CF-20278B70119E}" destId="{BECB9268-0F01-BF41-82B7-293A079DB535}" srcOrd="3" destOrd="0" presId="urn:microsoft.com/office/officeart/2005/8/layout/hierarchy1"/>
    <dgm:cxn modelId="{74FEF4C4-93E7-2E47-959D-CEE1FF8B4601}" type="presParOf" srcId="{BECB9268-0F01-BF41-82B7-293A079DB535}" destId="{15879442-A150-364B-B834-4BBCE94BF2A8}" srcOrd="0" destOrd="0" presId="urn:microsoft.com/office/officeart/2005/8/layout/hierarchy1"/>
    <dgm:cxn modelId="{CF7974D6-7D60-1241-9815-D08C3F7BBD7F}" type="presParOf" srcId="{15879442-A150-364B-B834-4BBCE94BF2A8}" destId="{803A6A72-8EB8-E44E-B613-B77822F2C44D}" srcOrd="0" destOrd="0" presId="urn:microsoft.com/office/officeart/2005/8/layout/hierarchy1"/>
    <dgm:cxn modelId="{A68679E7-29EA-474D-A051-ACA75731CD5E}" type="presParOf" srcId="{15879442-A150-364B-B834-4BBCE94BF2A8}" destId="{48ADA6EF-4088-E340-B9DD-D668DA63C07E}" srcOrd="1" destOrd="0" presId="urn:microsoft.com/office/officeart/2005/8/layout/hierarchy1"/>
    <dgm:cxn modelId="{360B9BEB-4637-7543-83DB-1EC8F3A7D28D}" type="presParOf" srcId="{BECB9268-0F01-BF41-82B7-293A079DB535}" destId="{6250BE8B-0D59-6246-A825-18FA4D75C16C}"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99549A0-C683-42B2-9D21-7D6973EE166E}"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D8D670B1-6E03-4CC2-9053-15504B448FA7}">
      <dgm:prSet/>
      <dgm:spPr/>
      <dgm:t>
        <a:bodyPr/>
        <a:lstStyle/>
        <a:p>
          <a:r>
            <a:rPr lang="en-US" i="1" dirty="0"/>
            <a:t>Your job isn’t to know everything</a:t>
          </a:r>
          <a:endParaRPr lang="en-US" dirty="0"/>
        </a:p>
      </dgm:t>
    </dgm:pt>
    <dgm:pt modelId="{15A95884-CE7F-4FF9-95C7-5CEACDB59CC0}" type="parTrans" cxnId="{0924C68E-92DA-4964-A617-69F9D4887455}">
      <dgm:prSet/>
      <dgm:spPr/>
      <dgm:t>
        <a:bodyPr/>
        <a:lstStyle/>
        <a:p>
          <a:endParaRPr lang="en-US"/>
        </a:p>
      </dgm:t>
    </dgm:pt>
    <dgm:pt modelId="{64598101-FA3F-4F90-B26A-AF40109091A3}" type="sibTrans" cxnId="{0924C68E-92DA-4964-A617-69F9D4887455}">
      <dgm:prSet/>
      <dgm:spPr/>
      <dgm:t>
        <a:bodyPr/>
        <a:lstStyle/>
        <a:p>
          <a:endParaRPr lang="en-US"/>
        </a:p>
      </dgm:t>
    </dgm:pt>
    <dgm:pt modelId="{F961998D-521C-4C69-BFC3-AE6ED88E501A}">
      <dgm:prSet/>
      <dgm:spPr/>
      <dgm:t>
        <a:bodyPr/>
        <a:lstStyle/>
        <a:p>
          <a:r>
            <a:rPr lang="en-US" i="1" dirty="0"/>
            <a:t>Your job is to engage stakeholders so that the </a:t>
          </a:r>
          <a:r>
            <a:rPr lang="en-US" b="1" i="1" dirty="0"/>
            <a:t>unknowns shrink</a:t>
          </a:r>
          <a:r>
            <a:rPr lang="en-US" i="1" dirty="0"/>
            <a:t> and you can make better decisions</a:t>
          </a:r>
          <a:endParaRPr lang="en-US" dirty="0"/>
        </a:p>
      </dgm:t>
    </dgm:pt>
    <dgm:pt modelId="{9C25EB31-18A6-4C8E-96ED-88EFEEFB4DBE}" type="parTrans" cxnId="{90EB8A2B-B636-41DF-992B-1B0E94A5854D}">
      <dgm:prSet/>
      <dgm:spPr/>
      <dgm:t>
        <a:bodyPr/>
        <a:lstStyle/>
        <a:p>
          <a:endParaRPr lang="en-US"/>
        </a:p>
      </dgm:t>
    </dgm:pt>
    <dgm:pt modelId="{2DF9FAA4-8DE8-42B7-AB29-81A03442B79D}" type="sibTrans" cxnId="{90EB8A2B-B636-41DF-992B-1B0E94A5854D}">
      <dgm:prSet/>
      <dgm:spPr/>
      <dgm:t>
        <a:bodyPr/>
        <a:lstStyle/>
        <a:p>
          <a:endParaRPr lang="en-US"/>
        </a:p>
      </dgm:t>
    </dgm:pt>
    <dgm:pt modelId="{56B88DE3-E545-4447-AA02-1820C47E88D1}">
      <dgm:prSet/>
      <dgm:spPr/>
      <dgm:t>
        <a:bodyPr/>
        <a:lstStyle/>
        <a:p>
          <a:r>
            <a:rPr lang="en-US" i="1" dirty="0"/>
            <a:t>The Rumsfeld Matrix isn’t about knowledge; it’s about humility and curiosity</a:t>
          </a:r>
          <a:endParaRPr lang="en-US" dirty="0"/>
        </a:p>
      </dgm:t>
    </dgm:pt>
    <dgm:pt modelId="{281A9F18-D629-4AFC-B5A6-B7212CD4A2DE}" type="parTrans" cxnId="{F9DBB2D4-2A1B-4E64-8FBC-E84AF8513E35}">
      <dgm:prSet/>
      <dgm:spPr/>
      <dgm:t>
        <a:bodyPr/>
        <a:lstStyle/>
        <a:p>
          <a:endParaRPr lang="en-US"/>
        </a:p>
      </dgm:t>
    </dgm:pt>
    <dgm:pt modelId="{C72678E4-0068-419A-8459-4E9E92B61277}" type="sibTrans" cxnId="{F9DBB2D4-2A1B-4E64-8FBC-E84AF8513E35}">
      <dgm:prSet/>
      <dgm:spPr/>
      <dgm:t>
        <a:bodyPr/>
        <a:lstStyle/>
        <a:p>
          <a:endParaRPr lang="en-US"/>
        </a:p>
      </dgm:t>
    </dgm:pt>
    <dgm:pt modelId="{9F1AC77C-3E22-4D96-A0A0-44E1A8262ADC}" type="pres">
      <dgm:prSet presAssocID="{199549A0-C683-42B2-9D21-7D6973EE166E}" presName="root" presStyleCnt="0">
        <dgm:presLayoutVars>
          <dgm:dir/>
          <dgm:resizeHandles val="exact"/>
        </dgm:presLayoutVars>
      </dgm:prSet>
      <dgm:spPr/>
    </dgm:pt>
    <dgm:pt modelId="{FC55127A-5255-479F-A25E-9C6DCC22D0D5}" type="pres">
      <dgm:prSet presAssocID="{D8D670B1-6E03-4CC2-9053-15504B448FA7}" presName="compNode" presStyleCnt="0"/>
      <dgm:spPr/>
    </dgm:pt>
    <dgm:pt modelId="{D1B5BFAD-9ACB-40FF-A953-0FD0AAD42AFB}" type="pres">
      <dgm:prSet presAssocID="{D8D670B1-6E03-4CC2-9053-15504B448FA7}" presName="bgRect" presStyleLbl="bgShp" presStyleIdx="0" presStyleCnt="3"/>
      <dgm:spPr/>
    </dgm:pt>
    <dgm:pt modelId="{F71E6141-C0F9-40B0-BEE0-7994D0C71621}" type="pres">
      <dgm:prSet presAssocID="{D8D670B1-6E03-4CC2-9053-15504B448FA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ffice Worker"/>
        </a:ext>
      </dgm:extLst>
    </dgm:pt>
    <dgm:pt modelId="{2944254D-D2D4-4761-9631-60C54BF4C205}" type="pres">
      <dgm:prSet presAssocID="{D8D670B1-6E03-4CC2-9053-15504B448FA7}" presName="spaceRect" presStyleCnt="0"/>
      <dgm:spPr/>
    </dgm:pt>
    <dgm:pt modelId="{AE233E39-E907-41BA-9FC6-BF6546FD008D}" type="pres">
      <dgm:prSet presAssocID="{D8D670B1-6E03-4CC2-9053-15504B448FA7}" presName="parTx" presStyleLbl="revTx" presStyleIdx="0" presStyleCnt="3">
        <dgm:presLayoutVars>
          <dgm:chMax val="0"/>
          <dgm:chPref val="0"/>
        </dgm:presLayoutVars>
      </dgm:prSet>
      <dgm:spPr/>
    </dgm:pt>
    <dgm:pt modelId="{52C5FE8F-1EC8-4388-BAF3-33105FA0431B}" type="pres">
      <dgm:prSet presAssocID="{64598101-FA3F-4F90-B26A-AF40109091A3}" presName="sibTrans" presStyleCnt="0"/>
      <dgm:spPr/>
    </dgm:pt>
    <dgm:pt modelId="{BC9CA5E4-B4CD-481C-A393-0F6E4ECB925D}" type="pres">
      <dgm:prSet presAssocID="{F961998D-521C-4C69-BFC3-AE6ED88E501A}" presName="compNode" presStyleCnt="0"/>
      <dgm:spPr/>
    </dgm:pt>
    <dgm:pt modelId="{5B2A7366-BB45-4741-BC21-283CEE25214E}" type="pres">
      <dgm:prSet presAssocID="{F961998D-521C-4C69-BFC3-AE6ED88E501A}" presName="bgRect" presStyleLbl="bgShp" presStyleIdx="1" presStyleCnt="3"/>
      <dgm:spPr/>
    </dgm:pt>
    <dgm:pt modelId="{07F71478-D75B-46EC-BB85-4F9446EC13FD}" type="pres">
      <dgm:prSet presAssocID="{F961998D-521C-4C69-BFC3-AE6ED88E501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hare With Person"/>
        </a:ext>
      </dgm:extLst>
    </dgm:pt>
    <dgm:pt modelId="{663FE82D-8177-44D6-AC3D-A88C8C821E2F}" type="pres">
      <dgm:prSet presAssocID="{F961998D-521C-4C69-BFC3-AE6ED88E501A}" presName="spaceRect" presStyleCnt="0"/>
      <dgm:spPr/>
    </dgm:pt>
    <dgm:pt modelId="{241AAE90-34E8-4311-9608-3176B8FFC53B}" type="pres">
      <dgm:prSet presAssocID="{F961998D-521C-4C69-BFC3-AE6ED88E501A}" presName="parTx" presStyleLbl="revTx" presStyleIdx="1" presStyleCnt="3">
        <dgm:presLayoutVars>
          <dgm:chMax val="0"/>
          <dgm:chPref val="0"/>
        </dgm:presLayoutVars>
      </dgm:prSet>
      <dgm:spPr/>
    </dgm:pt>
    <dgm:pt modelId="{83A8C000-988C-4D06-9C35-4DBFAA97E4CE}" type="pres">
      <dgm:prSet presAssocID="{2DF9FAA4-8DE8-42B7-AB29-81A03442B79D}" presName="sibTrans" presStyleCnt="0"/>
      <dgm:spPr/>
    </dgm:pt>
    <dgm:pt modelId="{D58AA8C2-F46D-4920-8AEA-1A333FAF4CCC}" type="pres">
      <dgm:prSet presAssocID="{56B88DE3-E545-4447-AA02-1820C47E88D1}" presName="compNode" presStyleCnt="0"/>
      <dgm:spPr/>
    </dgm:pt>
    <dgm:pt modelId="{29C4C29F-FA8E-4957-A151-52BD465B4F55}" type="pres">
      <dgm:prSet presAssocID="{56B88DE3-E545-4447-AA02-1820C47E88D1}" presName="bgRect" presStyleLbl="bgShp" presStyleIdx="2" presStyleCnt="3"/>
      <dgm:spPr/>
    </dgm:pt>
    <dgm:pt modelId="{9C588A7B-59A4-4552-AFF6-B29EB46B84E8}" type="pres">
      <dgm:prSet presAssocID="{56B88DE3-E545-4447-AA02-1820C47E88D1}"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Questions with solid fill"/>
        </a:ext>
      </dgm:extLst>
    </dgm:pt>
    <dgm:pt modelId="{14832B23-1DDC-4AA1-AC4E-C33EA02DF007}" type="pres">
      <dgm:prSet presAssocID="{56B88DE3-E545-4447-AA02-1820C47E88D1}" presName="spaceRect" presStyleCnt="0"/>
      <dgm:spPr/>
    </dgm:pt>
    <dgm:pt modelId="{C4BA23EB-0398-4580-9653-B2AED9CD84BA}" type="pres">
      <dgm:prSet presAssocID="{56B88DE3-E545-4447-AA02-1820C47E88D1}" presName="parTx" presStyleLbl="revTx" presStyleIdx="2" presStyleCnt="3">
        <dgm:presLayoutVars>
          <dgm:chMax val="0"/>
          <dgm:chPref val="0"/>
        </dgm:presLayoutVars>
      </dgm:prSet>
      <dgm:spPr/>
    </dgm:pt>
  </dgm:ptLst>
  <dgm:cxnLst>
    <dgm:cxn modelId="{90EB8A2B-B636-41DF-992B-1B0E94A5854D}" srcId="{199549A0-C683-42B2-9D21-7D6973EE166E}" destId="{F961998D-521C-4C69-BFC3-AE6ED88E501A}" srcOrd="1" destOrd="0" parTransId="{9C25EB31-18A6-4C8E-96ED-88EFEEFB4DBE}" sibTransId="{2DF9FAA4-8DE8-42B7-AB29-81A03442B79D}"/>
    <dgm:cxn modelId="{0B71844F-C78A-4F59-817C-50F6A412C0D5}" type="presOf" srcId="{199549A0-C683-42B2-9D21-7D6973EE166E}" destId="{9F1AC77C-3E22-4D96-A0A0-44E1A8262ADC}" srcOrd="0" destOrd="0" presId="urn:microsoft.com/office/officeart/2018/2/layout/IconVerticalSolidList"/>
    <dgm:cxn modelId="{F44E9E69-72CF-4901-91DF-B46E7DAD8856}" type="presOf" srcId="{F961998D-521C-4C69-BFC3-AE6ED88E501A}" destId="{241AAE90-34E8-4311-9608-3176B8FFC53B}" srcOrd="0" destOrd="0" presId="urn:microsoft.com/office/officeart/2018/2/layout/IconVerticalSolidList"/>
    <dgm:cxn modelId="{2A70D97F-BCFA-4A83-97D3-EA46D498E59F}" type="presOf" srcId="{D8D670B1-6E03-4CC2-9053-15504B448FA7}" destId="{AE233E39-E907-41BA-9FC6-BF6546FD008D}" srcOrd="0" destOrd="0" presId="urn:microsoft.com/office/officeart/2018/2/layout/IconVerticalSolidList"/>
    <dgm:cxn modelId="{0924C68E-92DA-4964-A617-69F9D4887455}" srcId="{199549A0-C683-42B2-9D21-7D6973EE166E}" destId="{D8D670B1-6E03-4CC2-9053-15504B448FA7}" srcOrd="0" destOrd="0" parTransId="{15A95884-CE7F-4FF9-95C7-5CEACDB59CC0}" sibTransId="{64598101-FA3F-4F90-B26A-AF40109091A3}"/>
    <dgm:cxn modelId="{BC0E36A6-9076-4EBE-84C4-DADD9630C746}" type="presOf" srcId="{56B88DE3-E545-4447-AA02-1820C47E88D1}" destId="{C4BA23EB-0398-4580-9653-B2AED9CD84BA}" srcOrd="0" destOrd="0" presId="urn:microsoft.com/office/officeart/2018/2/layout/IconVerticalSolidList"/>
    <dgm:cxn modelId="{F9DBB2D4-2A1B-4E64-8FBC-E84AF8513E35}" srcId="{199549A0-C683-42B2-9D21-7D6973EE166E}" destId="{56B88DE3-E545-4447-AA02-1820C47E88D1}" srcOrd="2" destOrd="0" parTransId="{281A9F18-D629-4AFC-B5A6-B7212CD4A2DE}" sibTransId="{C72678E4-0068-419A-8459-4E9E92B61277}"/>
    <dgm:cxn modelId="{9A37E476-F119-4AC8-B0C4-54B6267DE551}" type="presParOf" srcId="{9F1AC77C-3E22-4D96-A0A0-44E1A8262ADC}" destId="{FC55127A-5255-479F-A25E-9C6DCC22D0D5}" srcOrd="0" destOrd="0" presId="urn:microsoft.com/office/officeart/2018/2/layout/IconVerticalSolidList"/>
    <dgm:cxn modelId="{6CE9A63A-707A-48D4-B5EA-1248B0A1979D}" type="presParOf" srcId="{FC55127A-5255-479F-A25E-9C6DCC22D0D5}" destId="{D1B5BFAD-9ACB-40FF-A953-0FD0AAD42AFB}" srcOrd="0" destOrd="0" presId="urn:microsoft.com/office/officeart/2018/2/layout/IconVerticalSolidList"/>
    <dgm:cxn modelId="{7FED7613-04BB-454F-833E-87B569717E34}" type="presParOf" srcId="{FC55127A-5255-479F-A25E-9C6DCC22D0D5}" destId="{F71E6141-C0F9-40B0-BEE0-7994D0C71621}" srcOrd="1" destOrd="0" presId="urn:microsoft.com/office/officeart/2018/2/layout/IconVerticalSolidList"/>
    <dgm:cxn modelId="{C9C7F59D-0460-400E-BC3D-3D7922C9E259}" type="presParOf" srcId="{FC55127A-5255-479F-A25E-9C6DCC22D0D5}" destId="{2944254D-D2D4-4761-9631-60C54BF4C205}" srcOrd="2" destOrd="0" presId="urn:microsoft.com/office/officeart/2018/2/layout/IconVerticalSolidList"/>
    <dgm:cxn modelId="{47AAE23E-DAE4-42D0-99D3-F6530B13D18A}" type="presParOf" srcId="{FC55127A-5255-479F-A25E-9C6DCC22D0D5}" destId="{AE233E39-E907-41BA-9FC6-BF6546FD008D}" srcOrd="3" destOrd="0" presId="urn:microsoft.com/office/officeart/2018/2/layout/IconVerticalSolidList"/>
    <dgm:cxn modelId="{CD9B12CD-F8EC-4B34-82C5-EC41680C2881}" type="presParOf" srcId="{9F1AC77C-3E22-4D96-A0A0-44E1A8262ADC}" destId="{52C5FE8F-1EC8-4388-BAF3-33105FA0431B}" srcOrd="1" destOrd="0" presId="urn:microsoft.com/office/officeart/2018/2/layout/IconVerticalSolidList"/>
    <dgm:cxn modelId="{40199F70-1861-4535-B098-6558409FDBA3}" type="presParOf" srcId="{9F1AC77C-3E22-4D96-A0A0-44E1A8262ADC}" destId="{BC9CA5E4-B4CD-481C-A393-0F6E4ECB925D}" srcOrd="2" destOrd="0" presId="urn:microsoft.com/office/officeart/2018/2/layout/IconVerticalSolidList"/>
    <dgm:cxn modelId="{B2A8FAC9-3635-4CB7-872A-6735E8500D0A}" type="presParOf" srcId="{BC9CA5E4-B4CD-481C-A393-0F6E4ECB925D}" destId="{5B2A7366-BB45-4741-BC21-283CEE25214E}" srcOrd="0" destOrd="0" presId="urn:microsoft.com/office/officeart/2018/2/layout/IconVerticalSolidList"/>
    <dgm:cxn modelId="{A62D68F0-EE0B-4570-AD55-F58A84C187A2}" type="presParOf" srcId="{BC9CA5E4-B4CD-481C-A393-0F6E4ECB925D}" destId="{07F71478-D75B-46EC-BB85-4F9446EC13FD}" srcOrd="1" destOrd="0" presId="urn:microsoft.com/office/officeart/2018/2/layout/IconVerticalSolidList"/>
    <dgm:cxn modelId="{CAEE39AA-E4DA-4C1B-975B-23FB1BC2BD11}" type="presParOf" srcId="{BC9CA5E4-B4CD-481C-A393-0F6E4ECB925D}" destId="{663FE82D-8177-44D6-AC3D-A88C8C821E2F}" srcOrd="2" destOrd="0" presId="urn:microsoft.com/office/officeart/2018/2/layout/IconVerticalSolidList"/>
    <dgm:cxn modelId="{35C810CA-EFB1-4443-9CBE-01CABC9D4C56}" type="presParOf" srcId="{BC9CA5E4-B4CD-481C-A393-0F6E4ECB925D}" destId="{241AAE90-34E8-4311-9608-3176B8FFC53B}" srcOrd="3" destOrd="0" presId="urn:microsoft.com/office/officeart/2018/2/layout/IconVerticalSolidList"/>
    <dgm:cxn modelId="{88DB15EE-47AF-4D83-9546-B10C30180857}" type="presParOf" srcId="{9F1AC77C-3E22-4D96-A0A0-44E1A8262ADC}" destId="{83A8C000-988C-4D06-9C35-4DBFAA97E4CE}" srcOrd="3" destOrd="0" presId="urn:microsoft.com/office/officeart/2018/2/layout/IconVerticalSolidList"/>
    <dgm:cxn modelId="{DA8BE3B1-0649-4E48-86A7-1C76FA1517F9}" type="presParOf" srcId="{9F1AC77C-3E22-4D96-A0A0-44E1A8262ADC}" destId="{D58AA8C2-F46D-4920-8AEA-1A333FAF4CCC}" srcOrd="4" destOrd="0" presId="urn:microsoft.com/office/officeart/2018/2/layout/IconVerticalSolidList"/>
    <dgm:cxn modelId="{77686180-720D-41E5-89F5-23D93E5A8887}" type="presParOf" srcId="{D58AA8C2-F46D-4920-8AEA-1A333FAF4CCC}" destId="{29C4C29F-FA8E-4957-A151-52BD465B4F55}" srcOrd="0" destOrd="0" presId="urn:microsoft.com/office/officeart/2018/2/layout/IconVerticalSolidList"/>
    <dgm:cxn modelId="{769A8303-33EF-4476-9380-D6C2A34926F9}" type="presParOf" srcId="{D58AA8C2-F46D-4920-8AEA-1A333FAF4CCC}" destId="{9C588A7B-59A4-4552-AFF6-B29EB46B84E8}" srcOrd="1" destOrd="0" presId="urn:microsoft.com/office/officeart/2018/2/layout/IconVerticalSolidList"/>
    <dgm:cxn modelId="{E24EF6A7-FB50-422D-A93D-9FB6AED4C4AF}" type="presParOf" srcId="{D58AA8C2-F46D-4920-8AEA-1A333FAF4CCC}" destId="{14832B23-1DDC-4AA1-AC4E-C33EA02DF007}" srcOrd="2" destOrd="0" presId="urn:microsoft.com/office/officeart/2018/2/layout/IconVerticalSolidList"/>
    <dgm:cxn modelId="{44EAF449-FA07-442F-AB00-27B8F65497D6}" type="presParOf" srcId="{D58AA8C2-F46D-4920-8AEA-1A333FAF4CCC}" destId="{C4BA23EB-0398-4580-9653-B2AED9CD84B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1ED1B17-DE91-4B94-AB51-CFB75D2F8C8E}"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8183B4CF-DE5A-4C2D-802C-C7EE091EE908}">
      <dgm:prSet/>
      <dgm:spPr/>
      <dgm:t>
        <a:bodyPr/>
        <a:lstStyle/>
        <a:p>
          <a:pPr>
            <a:lnSpc>
              <a:spcPct val="100000"/>
            </a:lnSpc>
          </a:pPr>
          <a:r>
            <a:rPr lang="en-US"/>
            <a:t>Budget</a:t>
          </a:r>
        </a:p>
      </dgm:t>
    </dgm:pt>
    <dgm:pt modelId="{3F280CF9-16B9-46E1-A4CF-1DD8FEA140F1}" type="parTrans" cxnId="{82CE422C-DFD3-4E01-87E6-46DA21EF75F0}">
      <dgm:prSet/>
      <dgm:spPr/>
      <dgm:t>
        <a:bodyPr/>
        <a:lstStyle/>
        <a:p>
          <a:endParaRPr lang="en-US"/>
        </a:p>
      </dgm:t>
    </dgm:pt>
    <dgm:pt modelId="{1BA56A10-5826-4329-83DF-1871F522E505}" type="sibTrans" cxnId="{82CE422C-DFD3-4E01-87E6-46DA21EF75F0}">
      <dgm:prSet/>
      <dgm:spPr/>
      <dgm:t>
        <a:bodyPr/>
        <a:lstStyle/>
        <a:p>
          <a:endParaRPr lang="en-US"/>
        </a:p>
      </dgm:t>
    </dgm:pt>
    <dgm:pt modelId="{914FB57C-C615-46A0-A080-B403332B2408}">
      <dgm:prSet/>
      <dgm:spPr/>
      <dgm:t>
        <a:bodyPr/>
        <a:lstStyle/>
        <a:p>
          <a:pPr>
            <a:lnSpc>
              <a:spcPct val="100000"/>
            </a:lnSpc>
          </a:pPr>
          <a:r>
            <a:rPr lang="en-US" dirty="0"/>
            <a:t>Timeline</a:t>
          </a:r>
        </a:p>
      </dgm:t>
    </dgm:pt>
    <dgm:pt modelId="{03069356-BA71-4868-9CE5-D95BBAF4063E}" type="parTrans" cxnId="{05D6B341-9387-4E85-8431-00319FCFB3F8}">
      <dgm:prSet/>
      <dgm:spPr/>
      <dgm:t>
        <a:bodyPr/>
        <a:lstStyle/>
        <a:p>
          <a:endParaRPr lang="en-US"/>
        </a:p>
      </dgm:t>
    </dgm:pt>
    <dgm:pt modelId="{1C4159A8-E204-40E0-B4E6-737E51738B44}" type="sibTrans" cxnId="{05D6B341-9387-4E85-8431-00319FCFB3F8}">
      <dgm:prSet/>
      <dgm:spPr/>
      <dgm:t>
        <a:bodyPr/>
        <a:lstStyle/>
        <a:p>
          <a:endParaRPr lang="en-US"/>
        </a:p>
      </dgm:t>
    </dgm:pt>
    <dgm:pt modelId="{DCB9B0EC-223D-BB48-AF78-0B980E2EBC3E}">
      <dgm:prSet/>
      <dgm:spPr/>
      <dgm:t>
        <a:bodyPr/>
        <a:lstStyle/>
        <a:p>
          <a:pPr>
            <a:lnSpc>
              <a:spcPct val="100000"/>
            </a:lnSpc>
          </a:pPr>
          <a:r>
            <a:rPr lang="en-US" dirty="0"/>
            <a:t>Scope</a:t>
          </a:r>
        </a:p>
      </dgm:t>
    </dgm:pt>
    <dgm:pt modelId="{CF9B3E12-337F-1E41-8A55-A5C11B5E16B3}" type="parTrans" cxnId="{5138AFAB-84FA-384D-BB45-C4FC71C87493}">
      <dgm:prSet/>
      <dgm:spPr/>
      <dgm:t>
        <a:bodyPr/>
        <a:lstStyle/>
        <a:p>
          <a:endParaRPr lang="en-GB"/>
        </a:p>
      </dgm:t>
    </dgm:pt>
    <dgm:pt modelId="{16BCD59A-160B-F047-8CBB-5D4C69D143AA}" type="sibTrans" cxnId="{5138AFAB-84FA-384D-BB45-C4FC71C87493}">
      <dgm:prSet/>
      <dgm:spPr/>
      <dgm:t>
        <a:bodyPr/>
        <a:lstStyle/>
        <a:p>
          <a:endParaRPr lang="en-GB"/>
        </a:p>
      </dgm:t>
    </dgm:pt>
    <dgm:pt modelId="{E2B7E070-C29E-479D-BF80-A25EAAF2D25C}" type="pres">
      <dgm:prSet presAssocID="{A1ED1B17-DE91-4B94-AB51-CFB75D2F8C8E}" presName="root" presStyleCnt="0">
        <dgm:presLayoutVars>
          <dgm:dir/>
          <dgm:resizeHandles val="exact"/>
        </dgm:presLayoutVars>
      </dgm:prSet>
      <dgm:spPr/>
    </dgm:pt>
    <dgm:pt modelId="{6EBF72E8-6E99-45F4-AF98-FA638F967C8B}" type="pres">
      <dgm:prSet presAssocID="{8183B4CF-DE5A-4C2D-802C-C7EE091EE908}" presName="compNode" presStyleCnt="0"/>
      <dgm:spPr/>
    </dgm:pt>
    <dgm:pt modelId="{60C0DD99-35FF-432B-8623-BC737E94BB19}" type="pres">
      <dgm:prSet presAssocID="{8183B4CF-DE5A-4C2D-802C-C7EE091EE90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BD0A037D-7793-408C-B1FC-2A7188BC15F8}" type="pres">
      <dgm:prSet presAssocID="{8183B4CF-DE5A-4C2D-802C-C7EE091EE908}" presName="spaceRect" presStyleCnt="0"/>
      <dgm:spPr/>
    </dgm:pt>
    <dgm:pt modelId="{F7A3A747-2175-4F0F-BC68-C8A812D98087}" type="pres">
      <dgm:prSet presAssocID="{8183B4CF-DE5A-4C2D-802C-C7EE091EE908}" presName="textRect" presStyleLbl="revTx" presStyleIdx="0" presStyleCnt="3">
        <dgm:presLayoutVars>
          <dgm:chMax val="1"/>
          <dgm:chPref val="1"/>
        </dgm:presLayoutVars>
      </dgm:prSet>
      <dgm:spPr/>
    </dgm:pt>
    <dgm:pt modelId="{400DE954-3C38-45C6-BC70-33D9C031DE04}" type="pres">
      <dgm:prSet presAssocID="{1BA56A10-5826-4329-83DF-1871F522E505}" presName="sibTrans" presStyleCnt="0"/>
      <dgm:spPr/>
    </dgm:pt>
    <dgm:pt modelId="{5B5B60F7-D4BE-4789-A2DD-207BB81BAE06}" type="pres">
      <dgm:prSet presAssocID="{914FB57C-C615-46A0-A080-B403332B2408}" presName="compNode" presStyleCnt="0"/>
      <dgm:spPr/>
    </dgm:pt>
    <dgm:pt modelId="{E32953FE-13D0-42A4-8369-48EABA324BB7}" type="pres">
      <dgm:prSet presAssocID="{914FB57C-C615-46A0-A080-B403332B2408}"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Daily calendar with solid fill"/>
        </a:ext>
      </dgm:extLst>
    </dgm:pt>
    <dgm:pt modelId="{22819C69-FE83-4683-A349-A9A5DBF68C8B}" type="pres">
      <dgm:prSet presAssocID="{914FB57C-C615-46A0-A080-B403332B2408}" presName="spaceRect" presStyleCnt="0"/>
      <dgm:spPr/>
    </dgm:pt>
    <dgm:pt modelId="{3718D3AA-D554-4B68-A704-46C3B2679AF5}" type="pres">
      <dgm:prSet presAssocID="{914FB57C-C615-46A0-A080-B403332B2408}" presName="textRect" presStyleLbl="revTx" presStyleIdx="1" presStyleCnt="3">
        <dgm:presLayoutVars>
          <dgm:chMax val="1"/>
          <dgm:chPref val="1"/>
        </dgm:presLayoutVars>
      </dgm:prSet>
      <dgm:spPr/>
    </dgm:pt>
    <dgm:pt modelId="{8982978B-C7A5-4547-9B17-99A721BE68AD}" type="pres">
      <dgm:prSet presAssocID="{1C4159A8-E204-40E0-B4E6-737E51738B44}" presName="sibTrans" presStyleCnt="0"/>
      <dgm:spPr/>
    </dgm:pt>
    <dgm:pt modelId="{09024AA4-69F0-A448-84A9-9B3E4B160D20}" type="pres">
      <dgm:prSet presAssocID="{DCB9B0EC-223D-BB48-AF78-0B980E2EBC3E}" presName="compNode" presStyleCnt="0"/>
      <dgm:spPr/>
    </dgm:pt>
    <dgm:pt modelId="{7402B0B7-793E-4843-AF28-0817558F71E7}" type="pres">
      <dgm:prSet presAssocID="{DCB9B0EC-223D-BB48-AF78-0B980E2EBC3E}"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Clipboard Mixed with solid fill"/>
        </a:ext>
      </dgm:extLst>
    </dgm:pt>
    <dgm:pt modelId="{6BBDF3B5-F189-6D4D-A783-0C14EF8C9251}" type="pres">
      <dgm:prSet presAssocID="{DCB9B0EC-223D-BB48-AF78-0B980E2EBC3E}" presName="spaceRect" presStyleCnt="0"/>
      <dgm:spPr/>
    </dgm:pt>
    <dgm:pt modelId="{E945AD4F-CD1D-1C46-A4C2-C5DCAB798E60}" type="pres">
      <dgm:prSet presAssocID="{DCB9B0EC-223D-BB48-AF78-0B980E2EBC3E}" presName="textRect" presStyleLbl="revTx" presStyleIdx="2" presStyleCnt="3">
        <dgm:presLayoutVars>
          <dgm:chMax val="1"/>
          <dgm:chPref val="1"/>
        </dgm:presLayoutVars>
      </dgm:prSet>
      <dgm:spPr/>
    </dgm:pt>
  </dgm:ptLst>
  <dgm:cxnLst>
    <dgm:cxn modelId="{C510CE14-B502-4BFA-B6F6-6815E8B17AAE}" type="presOf" srcId="{8183B4CF-DE5A-4C2D-802C-C7EE091EE908}" destId="{F7A3A747-2175-4F0F-BC68-C8A812D98087}" srcOrd="0" destOrd="0" presId="urn:microsoft.com/office/officeart/2018/2/layout/IconLabelList"/>
    <dgm:cxn modelId="{82CE422C-DFD3-4E01-87E6-46DA21EF75F0}" srcId="{A1ED1B17-DE91-4B94-AB51-CFB75D2F8C8E}" destId="{8183B4CF-DE5A-4C2D-802C-C7EE091EE908}" srcOrd="0" destOrd="0" parTransId="{3F280CF9-16B9-46E1-A4CF-1DD8FEA140F1}" sibTransId="{1BA56A10-5826-4329-83DF-1871F522E505}"/>
    <dgm:cxn modelId="{F1AF6331-20A4-E640-9F7C-1DB31C7D8EFD}" type="presOf" srcId="{DCB9B0EC-223D-BB48-AF78-0B980E2EBC3E}" destId="{E945AD4F-CD1D-1C46-A4C2-C5DCAB798E60}" srcOrd="0" destOrd="0" presId="urn:microsoft.com/office/officeart/2018/2/layout/IconLabelList"/>
    <dgm:cxn modelId="{05D6B341-9387-4E85-8431-00319FCFB3F8}" srcId="{A1ED1B17-DE91-4B94-AB51-CFB75D2F8C8E}" destId="{914FB57C-C615-46A0-A080-B403332B2408}" srcOrd="1" destOrd="0" parTransId="{03069356-BA71-4868-9CE5-D95BBAF4063E}" sibTransId="{1C4159A8-E204-40E0-B4E6-737E51738B44}"/>
    <dgm:cxn modelId="{0138695B-F8CA-4D75-BB92-F9DF24CB227C}" type="presOf" srcId="{A1ED1B17-DE91-4B94-AB51-CFB75D2F8C8E}" destId="{E2B7E070-C29E-479D-BF80-A25EAAF2D25C}" srcOrd="0" destOrd="0" presId="urn:microsoft.com/office/officeart/2018/2/layout/IconLabelList"/>
    <dgm:cxn modelId="{5138AFAB-84FA-384D-BB45-C4FC71C87493}" srcId="{A1ED1B17-DE91-4B94-AB51-CFB75D2F8C8E}" destId="{DCB9B0EC-223D-BB48-AF78-0B980E2EBC3E}" srcOrd="2" destOrd="0" parTransId="{CF9B3E12-337F-1E41-8A55-A5C11B5E16B3}" sibTransId="{16BCD59A-160B-F047-8CBB-5D4C69D143AA}"/>
    <dgm:cxn modelId="{133780B0-686E-4202-BFBE-242CAD8573B2}" type="presOf" srcId="{914FB57C-C615-46A0-A080-B403332B2408}" destId="{3718D3AA-D554-4B68-A704-46C3B2679AF5}" srcOrd="0" destOrd="0" presId="urn:microsoft.com/office/officeart/2018/2/layout/IconLabelList"/>
    <dgm:cxn modelId="{723DA1F6-20B2-4441-8094-58BDF9817E52}" type="presParOf" srcId="{E2B7E070-C29E-479D-BF80-A25EAAF2D25C}" destId="{6EBF72E8-6E99-45F4-AF98-FA638F967C8B}" srcOrd="0" destOrd="0" presId="urn:microsoft.com/office/officeart/2018/2/layout/IconLabelList"/>
    <dgm:cxn modelId="{EF077DE7-56D7-475A-A8D2-A12BF2810948}" type="presParOf" srcId="{6EBF72E8-6E99-45F4-AF98-FA638F967C8B}" destId="{60C0DD99-35FF-432B-8623-BC737E94BB19}" srcOrd="0" destOrd="0" presId="urn:microsoft.com/office/officeart/2018/2/layout/IconLabelList"/>
    <dgm:cxn modelId="{4C2E5597-D72A-4E1B-B88C-2BCF175B1E36}" type="presParOf" srcId="{6EBF72E8-6E99-45F4-AF98-FA638F967C8B}" destId="{BD0A037D-7793-408C-B1FC-2A7188BC15F8}" srcOrd="1" destOrd="0" presId="urn:microsoft.com/office/officeart/2018/2/layout/IconLabelList"/>
    <dgm:cxn modelId="{5C7189F1-BE07-4F98-B823-F3649D72264D}" type="presParOf" srcId="{6EBF72E8-6E99-45F4-AF98-FA638F967C8B}" destId="{F7A3A747-2175-4F0F-BC68-C8A812D98087}" srcOrd="2" destOrd="0" presId="urn:microsoft.com/office/officeart/2018/2/layout/IconLabelList"/>
    <dgm:cxn modelId="{AEF52E56-F72D-4B1E-85FE-A13832B3A170}" type="presParOf" srcId="{E2B7E070-C29E-479D-BF80-A25EAAF2D25C}" destId="{400DE954-3C38-45C6-BC70-33D9C031DE04}" srcOrd="1" destOrd="0" presId="urn:microsoft.com/office/officeart/2018/2/layout/IconLabelList"/>
    <dgm:cxn modelId="{5ACB4395-E4D4-433C-A7B1-52A65C3B3396}" type="presParOf" srcId="{E2B7E070-C29E-479D-BF80-A25EAAF2D25C}" destId="{5B5B60F7-D4BE-4789-A2DD-207BB81BAE06}" srcOrd="2" destOrd="0" presId="urn:microsoft.com/office/officeart/2018/2/layout/IconLabelList"/>
    <dgm:cxn modelId="{251981D4-E85F-46AB-A086-F3E85EE268B8}" type="presParOf" srcId="{5B5B60F7-D4BE-4789-A2DD-207BB81BAE06}" destId="{E32953FE-13D0-42A4-8369-48EABA324BB7}" srcOrd="0" destOrd="0" presId="urn:microsoft.com/office/officeart/2018/2/layout/IconLabelList"/>
    <dgm:cxn modelId="{09AFE5E3-E5B0-49B8-9A6A-6B33959D5C4B}" type="presParOf" srcId="{5B5B60F7-D4BE-4789-A2DD-207BB81BAE06}" destId="{22819C69-FE83-4683-A349-A9A5DBF68C8B}" srcOrd="1" destOrd="0" presId="urn:microsoft.com/office/officeart/2018/2/layout/IconLabelList"/>
    <dgm:cxn modelId="{A0EA72E0-8808-4D52-80EB-E021E6FCC822}" type="presParOf" srcId="{5B5B60F7-D4BE-4789-A2DD-207BB81BAE06}" destId="{3718D3AA-D554-4B68-A704-46C3B2679AF5}" srcOrd="2" destOrd="0" presId="urn:microsoft.com/office/officeart/2018/2/layout/IconLabelList"/>
    <dgm:cxn modelId="{C82E1414-6050-D144-85A1-F4E417327F16}" type="presParOf" srcId="{E2B7E070-C29E-479D-BF80-A25EAAF2D25C}" destId="{8982978B-C7A5-4547-9B17-99A721BE68AD}" srcOrd="3" destOrd="0" presId="urn:microsoft.com/office/officeart/2018/2/layout/IconLabelList"/>
    <dgm:cxn modelId="{A218E9B9-C403-6144-ABF0-0FDC0D202A20}" type="presParOf" srcId="{E2B7E070-C29E-479D-BF80-A25EAAF2D25C}" destId="{09024AA4-69F0-A448-84A9-9B3E4B160D20}" srcOrd="4" destOrd="0" presId="urn:microsoft.com/office/officeart/2018/2/layout/IconLabelList"/>
    <dgm:cxn modelId="{C435D0F4-111E-CA4A-AB5D-D4C8ECEFCF42}" type="presParOf" srcId="{09024AA4-69F0-A448-84A9-9B3E4B160D20}" destId="{7402B0B7-793E-4843-AF28-0817558F71E7}" srcOrd="0" destOrd="0" presId="urn:microsoft.com/office/officeart/2018/2/layout/IconLabelList"/>
    <dgm:cxn modelId="{B0839FD4-7E2C-184B-B683-F1AD3875D16B}" type="presParOf" srcId="{09024AA4-69F0-A448-84A9-9B3E4B160D20}" destId="{6BBDF3B5-F189-6D4D-A783-0C14EF8C9251}" srcOrd="1" destOrd="0" presId="urn:microsoft.com/office/officeart/2018/2/layout/IconLabelList"/>
    <dgm:cxn modelId="{E9371FA3-C3A6-9046-BE1A-C81AC140F97D}" type="presParOf" srcId="{09024AA4-69F0-A448-84A9-9B3E4B160D20}" destId="{E945AD4F-CD1D-1C46-A4C2-C5DCAB798E6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76B46C-EE84-4F4D-ABA3-6364C929576F}">
      <dsp:nvSpPr>
        <dsp:cNvPr id="0" name=""/>
        <dsp:cNvSpPr/>
      </dsp:nvSpPr>
      <dsp:spPr>
        <a:xfrm rot="16200000">
          <a:off x="889000" y="-889000"/>
          <a:ext cx="2286000" cy="4064000"/>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GB" sz="2900" kern="1200" dirty="0"/>
            <a:t>Unknown Knowns</a:t>
          </a:r>
        </a:p>
      </dsp:txBody>
      <dsp:txXfrm rot="5400000">
        <a:off x="0" y="0"/>
        <a:ext cx="4064000" cy="1714500"/>
      </dsp:txXfrm>
    </dsp:sp>
    <dsp:sp modelId="{A9556E4A-5DE1-5549-8536-83E6208AF232}">
      <dsp:nvSpPr>
        <dsp:cNvPr id="0" name=""/>
        <dsp:cNvSpPr/>
      </dsp:nvSpPr>
      <dsp:spPr>
        <a:xfrm>
          <a:off x="4064000" y="0"/>
          <a:ext cx="4064000" cy="2286000"/>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GB" sz="2900" kern="1200" dirty="0"/>
            <a:t>Unknown Unknowns</a:t>
          </a:r>
        </a:p>
      </dsp:txBody>
      <dsp:txXfrm>
        <a:off x="4064000" y="0"/>
        <a:ext cx="4064000" cy="1714500"/>
      </dsp:txXfrm>
    </dsp:sp>
    <dsp:sp modelId="{272E1781-069F-ED4F-8836-10CA97350351}">
      <dsp:nvSpPr>
        <dsp:cNvPr id="0" name=""/>
        <dsp:cNvSpPr/>
      </dsp:nvSpPr>
      <dsp:spPr>
        <a:xfrm rot="10800000">
          <a:off x="0" y="2286000"/>
          <a:ext cx="4064000" cy="2286000"/>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GB" sz="2900" kern="1200" dirty="0"/>
            <a:t>Known Knowns</a:t>
          </a:r>
        </a:p>
      </dsp:txBody>
      <dsp:txXfrm rot="10800000">
        <a:off x="0" y="2857500"/>
        <a:ext cx="4064000" cy="1714500"/>
      </dsp:txXfrm>
    </dsp:sp>
    <dsp:sp modelId="{630A4B13-0E02-7D4C-A674-9DC94F888DE1}">
      <dsp:nvSpPr>
        <dsp:cNvPr id="0" name=""/>
        <dsp:cNvSpPr/>
      </dsp:nvSpPr>
      <dsp:spPr>
        <a:xfrm rot="5400000">
          <a:off x="4952999" y="1397000"/>
          <a:ext cx="2286000" cy="4064000"/>
        </a:xfrm>
        <a:prstGeom prst="round1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GB" sz="2900" kern="1200" dirty="0"/>
            <a:t>Known Unknowns</a:t>
          </a:r>
        </a:p>
      </dsp:txBody>
      <dsp:txXfrm rot="-5400000">
        <a:off x="4063999" y="2857500"/>
        <a:ext cx="4064000" cy="1714500"/>
      </dsp:txXfrm>
    </dsp:sp>
    <dsp:sp modelId="{C8ADA92D-FEE9-1247-9401-59C41818069F}">
      <dsp:nvSpPr>
        <dsp:cNvPr id="0" name=""/>
        <dsp:cNvSpPr/>
      </dsp:nvSpPr>
      <dsp:spPr>
        <a:xfrm>
          <a:off x="2844799" y="1714500"/>
          <a:ext cx="2438400" cy="1143000"/>
        </a:xfrm>
        <a:prstGeom prst="roundRect">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GB" sz="2900" kern="1200" dirty="0"/>
            <a:t>Rumsfeld Matrix</a:t>
          </a:r>
        </a:p>
      </dsp:txBody>
      <dsp:txXfrm>
        <a:off x="2900596" y="1770297"/>
        <a:ext cx="2326806" cy="10314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E7ECD3-9364-4946-A610-AFE43BE27F1E}">
      <dsp:nvSpPr>
        <dsp:cNvPr id="0" name=""/>
        <dsp:cNvSpPr/>
      </dsp:nvSpPr>
      <dsp:spPr>
        <a:xfrm>
          <a:off x="887555" y="362077"/>
          <a:ext cx="3801808" cy="3801808"/>
        </a:xfrm>
        <a:prstGeom prst="pie">
          <a:avLst>
            <a:gd name="adj1" fmla="val 16200000"/>
            <a:gd name="adj2" fmla="val 540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Externally</a:t>
          </a:r>
        </a:p>
      </dsp:txBody>
      <dsp:txXfrm>
        <a:off x="2788459" y="927822"/>
        <a:ext cx="1335159" cy="2670318"/>
      </dsp:txXfrm>
    </dsp:sp>
    <dsp:sp modelId="{836C7E6B-507B-E945-86CF-266B7BBB1755}">
      <dsp:nvSpPr>
        <dsp:cNvPr id="0" name=""/>
        <dsp:cNvSpPr/>
      </dsp:nvSpPr>
      <dsp:spPr>
        <a:xfrm>
          <a:off x="797035" y="362077"/>
          <a:ext cx="3801808" cy="3801808"/>
        </a:xfrm>
        <a:prstGeom prst="pie">
          <a:avLst>
            <a:gd name="adj1" fmla="val 5400000"/>
            <a:gd name="adj2" fmla="val 1620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Internally</a:t>
          </a:r>
        </a:p>
      </dsp:txBody>
      <dsp:txXfrm>
        <a:off x="1340151" y="927822"/>
        <a:ext cx="1335159" cy="26703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21A141-D4A8-4708-8331-FCF7DD551787}">
      <dsp:nvSpPr>
        <dsp:cNvPr id="0" name=""/>
        <dsp:cNvSpPr/>
      </dsp:nvSpPr>
      <dsp:spPr>
        <a:xfrm>
          <a:off x="707400" y="1182981"/>
          <a:ext cx="1098000" cy="1098000"/>
        </a:xfrm>
        <a:prstGeom prst="ellipse">
          <a:avLst/>
        </a:prstGeom>
        <a:solidFill>
          <a:schemeClr val="bg1"/>
        </a:solidFill>
        <a:ln>
          <a:solidFill>
            <a:schemeClr val="bg2"/>
          </a:solidFill>
        </a:ln>
        <a:effectLst/>
      </dsp:spPr>
      <dsp:style>
        <a:lnRef idx="0">
          <a:scrgbClr r="0" g="0" b="0"/>
        </a:lnRef>
        <a:fillRef idx="1">
          <a:scrgbClr r="0" g="0" b="0"/>
        </a:fillRef>
        <a:effectRef idx="0">
          <a:scrgbClr r="0" g="0" b="0"/>
        </a:effectRef>
        <a:fontRef idx="minor"/>
      </dsp:style>
    </dsp:sp>
    <dsp:sp modelId="{7E50B7D4-47C8-4B80-A594-F8C74C9AF369}">
      <dsp:nvSpPr>
        <dsp:cNvPr id="0" name=""/>
        <dsp:cNvSpPr/>
      </dsp:nvSpPr>
      <dsp:spPr>
        <a:xfrm>
          <a:off x="941400" y="1416981"/>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6EE8166-4C84-45E3-A3A9-24574EA2703C}">
      <dsp:nvSpPr>
        <dsp:cNvPr id="0" name=""/>
        <dsp:cNvSpPr/>
      </dsp:nvSpPr>
      <dsp:spPr>
        <a:xfrm>
          <a:off x="356400" y="262298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US" sz="1800" kern="1200" cap="none" baseline="0" dirty="0">
              <a:solidFill>
                <a:srgbClr val="231F20"/>
              </a:solidFill>
              <a:latin typeface="Avenir Book" panose="02000503020000020003" pitchFamily="2" charset="0"/>
              <a:ea typeface="+mn-ea"/>
              <a:cs typeface="+mn-cs"/>
            </a:rPr>
            <a:t>Identify</a:t>
          </a:r>
        </a:p>
      </dsp:txBody>
      <dsp:txXfrm>
        <a:off x="356400" y="2622980"/>
        <a:ext cx="1800000" cy="720000"/>
      </dsp:txXfrm>
    </dsp:sp>
    <dsp:sp modelId="{BCFE129E-3DD8-455C-82F0-3EC6B0A90022}">
      <dsp:nvSpPr>
        <dsp:cNvPr id="0" name=""/>
        <dsp:cNvSpPr/>
      </dsp:nvSpPr>
      <dsp:spPr>
        <a:xfrm>
          <a:off x="2822400" y="1182981"/>
          <a:ext cx="1098000" cy="1098000"/>
        </a:xfrm>
        <a:prstGeom prst="ellipse">
          <a:avLst/>
        </a:prstGeom>
        <a:solidFill>
          <a:schemeClr val="bg1"/>
        </a:solidFill>
        <a:ln>
          <a:solidFill>
            <a:schemeClr val="bg2"/>
          </a:solidFill>
        </a:ln>
        <a:effectLst/>
      </dsp:spPr>
      <dsp:style>
        <a:lnRef idx="0">
          <a:scrgbClr r="0" g="0" b="0"/>
        </a:lnRef>
        <a:fillRef idx="1">
          <a:scrgbClr r="0" g="0" b="0"/>
        </a:fillRef>
        <a:effectRef idx="0">
          <a:scrgbClr r="0" g="0" b="0"/>
        </a:effectRef>
        <a:fontRef idx="minor"/>
      </dsp:style>
    </dsp:sp>
    <dsp:sp modelId="{62A46B1C-DDFD-4420-9522-7DBA1361B0E7}">
      <dsp:nvSpPr>
        <dsp:cNvPr id="0" name=""/>
        <dsp:cNvSpPr/>
      </dsp:nvSpPr>
      <dsp:spPr>
        <a:xfrm>
          <a:off x="3056400" y="1416981"/>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A54F526-80DF-4FFA-A328-E81941A5FDDF}">
      <dsp:nvSpPr>
        <dsp:cNvPr id="0" name=""/>
        <dsp:cNvSpPr/>
      </dsp:nvSpPr>
      <dsp:spPr>
        <a:xfrm>
          <a:off x="2471400" y="262298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US" sz="1800" kern="1200" cap="none" baseline="0" dirty="0">
              <a:solidFill>
                <a:srgbClr val="231F20"/>
              </a:solidFill>
              <a:latin typeface="Avenir Book" panose="02000503020000020003" pitchFamily="2" charset="0"/>
              <a:ea typeface="+mn-ea"/>
              <a:cs typeface="+mn-cs"/>
            </a:rPr>
            <a:t>Define success criteria</a:t>
          </a:r>
        </a:p>
      </dsp:txBody>
      <dsp:txXfrm>
        <a:off x="2471400" y="2622980"/>
        <a:ext cx="1800000" cy="720000"/>
      </dsp:txXfrm>
    </dsp:sp>
    <dsp:sp modelId="{FA9B7CBE-CB0A-4926-894A-81E24521679D}">
      <dsp:nvSpPr>
        <dsp:cNvPr id="0" name=""/>
        <dsp:cNvSpPr/>
      </dsp:nvSpPr>
      <dsp:spPr>
        <a:xfrm>
          <a:off x="4937400" y="1182981"/>
          <a:ext cx="1098000" cy="1098000"/>
        </a:xfrm>
        <a:prstGeom prst="ellipse">
          <a:avLst/>
        </a:prstGeom>
        <a:solidFill>
          <a:schemeClr val="bg1"/>
        </a:solidFill>
        <a:ln>
          <a:solidFill>
            <a:schemeClr val="bg2"/>
          </a:solidFill>
        </a:ln>
        <a:effectLst/>
      </dsp:spPr>
      <dsp:style>
        <a:lnRef idx="0">
          <a:scrgbClr r="0" g="0" b="0"/>
        </a:lnRef>
        <a:fillRef idx="1">
          <a:scrgbClr r="0" g="0" b="0"/>
        </a:fillRef>
        <a:effectRef idx="0">
          <a:scrgbClr r="0" g="0" b="0"/>
        </a:effectRef>
        <a:fontRef idx="minor"/>
      </dsp:style>
    </dsp:sp>
    <dsp:sp modelId="{29C24367-C1C5-491E-A0AD-F738E7A94B04}">
      <dsp:nvSpPr>
        <dsp:cNvPr id="0" name=""/>
        <dsp:cNvSpPr/>
      </dsp:nvSpPr>
      <dsp:spPr>
        <a:xfrm>
          <a:off x="5171400" y="1416981"/>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6B801E6-FB01-4429-8804-624C440B8024}">
      <dsp:nvSpPr>
        <dsp:cNvPr id="0" name=""/>
        <dsp:cNvSpPr/>
      </dsp:nvSpPr>
      <dsp:spPr>
        <a:xfrm>
          <a:off x="4586400" y="262298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US" sz="1800" kern="1200" cap="none" baseline="0" dirty="0">
              <a:solidFill>
                <a:srgbClr val="231F20"/>
              </a:solidFill>
              <a:latin typeface="Avenir Book" panose="02000503020000020003" pitchFamily="2" charset="0"/>
              <a:ea typeface="+mn-ea"/>
              <a:cs typeface="+mn-cs"/>
            </a:rPr>
            <a:t>Train &amp; onboard</a:t>
          </a:r>
        </a:p>
      </dsp:txBody>
      <dsp:txXfrm>
        <a:off x="4586400" y="2622980"/>
        <a:ext cx="1800000" cy="720000"/>
      </dsp:txXfrm>
    </dsp:sp>
    <dsp:sp modelId="{DAA36C21-9F9B-41C4-B882-F0CBC83E4D67}">
      <dsp:nvSpPr>
        <dsp:cNvPr id="0" name=""/>
        <dsp:cNvSpPr/>
      </dsp:nvSpPr>
      <dsp:spPr>
        <a:xfrm>
          <a:off x="7052400" y="1182981"/>
          <a:ext cx="1098000" cy="1098000"/>
        </a:xfrm>
        <a:prstGeom prst="ellipse">
          <a:avLst/>
        </a:prstGeom>
        <a:solidFill>
          <a:schemeClr val="bg1"/>
        </a:solidFill>
        <a:ln>
          <a:solidFill>
            <a:schemeClr val="bg2"/>
          </a:solidFill>
        </a:ln>
        <a:effectLst/>
      </dsp:spPr>
      <dsp:style>
        <a:lnRef idx="0">
          <a:scrgbClr r="0" g="0" b="0"/>
        </a:lnRef>
        <a:fillRef idx="1">
          <a:scrgbClr r="0" g="0" b="0"/>
        </a:fillRef>
        <a:effectRef idx="0">
          <a:scrgbClr r="0" g="0" b="0"/>
        </a:effectRef>
        <a:fontRef idx="minor"/>
      </dsp:style>
    </dsp:sp>
    <dsp:sp modelId="{D6658906-85C2-48F0-9021-30C0D2C43262}">
      <dsp:nvSpPr>
        <dsp:cNvPr id="0" name=""/>
        <dsp:cNvSpPr/>
      </dsp:nvSpPr>
      <dsp:spPr>
        <a:xfrm>
          <a:off x="7286400" y="1416981"/>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0A6D982-8D05-4C82-BC81-ECA47C6F91A2}">
      <dsp:nvSpPr>
        <dsp:cNvPr id="0" name=""/>
        <dsp:cNvSpPr/>
      </dsp:nvSpPr>
      <dsp:spPr>
        <a:xfrm>
          <a:off x="6701400" y="262298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US" sz="1800" kern="1200" cap="none" baseline="0" dirty="0">
              <a:solidFill>
                <a:srgbClr val="231F20"/>
              </a:solidFill>
              <a:latin typeface="Avenir Book" panose="02000503020000020003" pitchFamily="2" charset="0"/>
              <a:ea typeface="+mn-ea"/>
              <a:cs typeface="+mn-cs"/>
            </a:rPr>
            <a:t>Periodic touchpoints</a:t>
          </a:r>
        </a:p>
      </dsp:txBody>
      <dsp:txXfrm>
        <a:off x="6701400" y="2622980"/>
        <a:ext cx="1800000" cy="720000"/>
      </dsp:txXfrm>
    </dsp:sp>
    <dsp:sp modelId="{5561973B-2FFB-4CC3-8818-3DD390A4FC17}">
      <dsp:nvSpPr>
        <dsp:cNvPr id="0" name=""/>
        <dsp:cNvSpPr/>
      </dsp:nvSpPr>
      <dsp:spPr>
        <a:xfrm>
          <a:off x="9167400" y="1182981"/>
          <a:ext cx="1098000" cy="1098000"/>
        </a:xfrm>
        <a:prstGeom prst="ellipse">
          <a:avLst/>
        </a:prstGeom>
        <a:solidFill>
          <a:schemeClr val="bg1"/>
        </a:solidFill>
        <a:ln>
          <a:solidFill>
            <a:schemeClr val="bg2"/>
          </a:solidFill>
        </a:ln>
        <a:effectLst/>
      </dsp:spPr>
      <dsp:style>
        <a:lnRef idx="0">
          <a:scrgbClr r="0" g="0" b="0"/>
        </a:lnRef>
        <a:fillRef idx="1">
          <a:scrgbClr r="0" g="0" b="0"/>
        </a:fillRef>
        <a:effectRef idx="0">
          <a:scrgbClr r="0" g="0" b="0"/>
        </a:effectRef>
        <a:fontRef idx="minor"/>
      </dsp:style>
    </dsp:sp>
    <dsp:sp modelId="{6000A182-FD59-4A1B-AFAB-6B9CF39CA5FB}">
      <dsp:nvSpPr>
        <dsp:cNvPr id="0" name=""/>
        <dsp:cNvSpPr/>
      </dsp:nvSpPr>
      <dsp:spPr>
        <a:xfrm>
          <a:off x="9401399" y="1416981"/>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C66EA52-B467-4DEE-B9E1-FE825E0987D8}">
      <dsp:nvSpPr>
        <dsp:cNvPr id="0" name=""/>
        <dsp:cNvSpPr/>
      </dsp:nvSpPr>
      <dsp:spPr>
        <a:xfrm>
          <a:off x="8816400" y="262298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US" sz="1800" kern="1200" cap="none" baseline="0" dirty="0">
              <a:solidFill>
                <a:srgbClr val="231F20"/>
              </a:solidFill>
              <a:latin typeface="Avenir Book" panose="02000503020000020003" pitchFamily="2" charset="0"/>
              <a:ea typeface="+mn-ea"/>
              <a:cs typeface="+mn-cs"/>
            </a:rPr>
            <a:t>Feedback templates</a:t>
          </a:r>
        </a:p>
      </dsp:txBody>
      <dsp:txXfrm>
        <a:off x="8816400" y="2622980"/>
        <a:ext cx="1800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14C0F4-4131-F748-B5B1-2C43C1211949}">
      <dsp:nvSpPr>
        <dsp:cNvPr id="0" name=""/>
        <dsp:cNvSpPr/>
      </dsp:nvSpPr>
      <dsp:spPr>
        <a:xfrm>
          <a:off x="3214" y="1413087"/>
          <a:ext cx="2295286" cy="1457507"/>
        </a:xfrm>
        <a:prstGeom prst="roundRect">
          <a:avLst>
            <a:gd name="adj" fmla="val 10000"/>
          </a:avLst>
        </a:prstGeom>
        <a:solidFill>
          <a:schemeClr val="bg2"/>
        </a:solidFill>
        <a:ln w="38100" cap="flat" cmpd="sng" algn="ctr">
          <a:no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21837700-2E21-5045-8134-4407BFFE679D}">
      <dsp:nvSpPr>
        <dsp:cNvPr id="0" name=""/>
        <dsp:cNvSpPr/>
      </dsp:nvSpPr>
      <dsp:spPr>
        <a:xfrm>
          <a:off x="258246" y="1655367"/>
          <a:ext cx="2295286" cy="1457507"/>
        </a:xfrm>
        <a:prstGeom prst="roundRect">
          <a:avLst>
            <a:gd name="adj" fmla="val 10000"/>
          </a:avLst>
        </a:prstGeom>
        <a:solidFill>
          <a:schemeClr val="bg1">
            <a:alpha val="90000"/>
          </a:schemeClr>
        </a:solidFill>
        <a:ln w="25400" cap="flat" cmpd="sng" algn="ctr">
          <a:solidFill>
            <a:schemeClr val="bg2"/>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baseline="0" dirty="0">
              <a:latin typeface="Avenir Book" panose="02000503020000020003" pitchFamily="2" charset="0"/>
            </a:rPr>
            <a:t>Get feedback</a:t>
          </a:r>
          <a:endParaRPr lang="en-US" sz="2400" kern="1200" dirty="0">
            <a:latin typeface="Avenir Book" panose="02000503020000020003" pitchFamily="2" charset="0"/>
          </a:endParaRPr>
        </a:p>
      </dsp:txBody>
      <dsp:txXfrm>
        <a:off x="300935" y="1698056"/>
        <a:ext cx="2209908" cy="1372129"/>
      </dsp:txXfrm>
    </dsp:sp>
    <dsp:sp modelId="{5A07E341-6C03-DD49-9BB4-CFEFC6DC0DFE}">
      <dsp:nvSpPr>
        <dsp:cNvPr id="0" name=""/>
        <dsp:cNvSpPr/>
      </dsp:nvSpPr>
      <dsp:spPr>
        <a:xfrm>
          <a:off x="2808565" y="1413087"/>
          <a:ext cx="2295286" cy="1457507"/>
        </a:xfrm>
        <a:prstGeom prst="roundRect">
          <a:avLst>
            <a:gd name="adj" fmla="val 10000"/>
          </a:avLst>
        </a:prstGeom>
        <a:solidFill>
          <a:schemeClr val="bg2"/>
        </a:solidFill>
        <a:ln w="38100" cap="flat" cmpd="sng" algn="ctr">
          <a:no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A102E6A7-E823-1D46-BFC2-A31446C4DE3A}">
      <dsp:nvSpPr>
        <dsp:cNvPr id="0" name=""/>
        <dsp:cNvSpPr/>
      </dsp:nvSpPr>
      <dsp:spPr>
        <a:xfrm>
          <a:off x="3063597" y="1655367"/>
          <a:ext cx="2295286" cy="1457507"/>
        </a:xfrm>
        <a:prstGeom prst="roundRect">
          <a:avLst>
            <a:gd name="adj" fmla="val 10000"/>
          </a:avLst>
        </a:prstGeom>
        <a:solidFill>
          <a:schemeClr val="bg1">
            <a:alpha val="90000"/>
          </a:schemeClr>
        </a:solidFill>
        <a:ln w="25400" cap="flat" cmpd="sng" algn="ctr">
          <a:solidFill>
            <a:schemeClr val="bg2"/>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baseline="0" dirty="0">
              <a:latin typeface="Avenir Book" panose="02000503020000020003" pitchFamily="2" charset="0"/>
            </a:rPr>
            <a:t>Build excitement</a:t>
          </a:r>
          <a:endParaRPr lang="en-US" sz="2400" kern="1200" dirty="0">
            <a:latin typeface="Avenir Book" panose="02000503020000020003" pitchFamily="2" charset="0"/>
          </a:endParaRPr>
        </a:p>
      </dsp:txBody>
      <dsp:txXfrm>
        <a:off x="3106286" y="1698056"/>
        <a:ext cx="2209908" cy="1372129"/>
      </dsp:txXfrm>
    </dsp:sp>
    <dsp:sp modelId="{949DA15D-F9A5-5B48-AE0E-315A7D91103A}">
      <dsp:nvSpPr>
        <dsp:cNvPr id="0" name=""/>
        <dsp:cNvSpPr/>
      </dsp:nvSpPr>
      <dsp:spPr>
        <a:xfrm>
          <a:off x="5613915" y="1413087"/>
          <a:ext cx="2295286" cy="1457507"/>
        </a:xfrm>
        <a:prstGeom prst="roundRect">
          <a:avLst>
            <a:gd name="adj" fmla="val 10000"/>
          </a:avLst>
        </a:prstGeom>
        <a:solidFill>
          <a:schemeClr val="bg2"/>
        </a:solidFill>
        <a:ln w="38100" cap="flat" cmpd="sng" algn="ctr">
          <a:no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849F81AE-9D9E-CA47-B89E-B3D3A7EDEBC1}">
      <dsp:nvSpPr>
        <dsp:cNvPr id="0" name=""/>
        <dsp:cNvSpPr/>
      </dsp:nvSpPr>
      <dsp:spPr>
        <a:xfrm>
          <a:off x="5868947" y="1655367"/>
          <a:ext cx="2295286" cy="1457507"/>
        </a:xfrm>
        <a:prstGeom prst="roundRect">
          <a:avLst>
            <a:gd name="adj" fmla="val 10000"/>
          </a:avLst>
        </a:prstGeom>
        <a:solidFill>
          <a:schemeClr val="bg1">
            <a:alpha val="90000"/>
          </a:schemeClr>
        </a:solidFill>
        <a:ln w="25400" cap="flat" cmpd="sng" algn="ctr">
          <a:solidFill>
            <a:schemeClr val="bg2"/>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baseline="0">
              <a:latin typeface="Avenir Book" panose="02000503020000020003" pitchFamily="2" charset="0"/>
            </a:rPr>
            <a:t>Set context</a:t>
          </a:r>
          <a:endParaRPr lang="en-US" sz="2400" kern="1200">
            <a:latin typeface="Avenir Book" panose="02000503020000020003" pitchFamily="2" charset="0"/>
          </a:endParaRPr>
        </a:p>
      </dsp:txBody>
      <dsp:txXfrm>
        <a:off x="5911636" y="1698056"/>
        <a:ext cx="2209908" cy="1372129"/>
      </dsp:txXfrm>
    </dsp:sp>
    <dsp:sp modelId="{803A6A72-8EB8-E44E-B613-B77822F2C44D}">
      <dsp:nvSpPr>
        <dsp:cNvPr id="0" name=""/>
        <dsp:cNvSpPr/>
      </dsp:nvSpPr>
      <dsp:spPr>
        <a:xfrm>
          <a:off x="8419266" y="1413087"/>
          <a:ext cx="2295286" cy="1457507"/>
        </a:xfrm>
        <a:prstGeom prst="roundRect">
          <a:avLst>
            <a:gd name="adj" fmla="val 10000"/>
          </a:avLst>
        </a:prstGeom>
        <a:solidFill>
          <a:schemeClr val="bg2"/>
        </a:solidFill>
        <a:ln w="38100" cap="flat" cmpd="sng" algn="ctr">
          <a:no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48ADA6EF-4088-E340-B9DD-D668DA63C07E}">
      <dsp:nvSpPr>
        <dsp:cNvPr id="0" name=""/>
        <dsp:cNvSpPr/>
      </dsp:nvSpPr>
      <dsp:spPr>
        <a:xfrm>
          <a:off x="8674298" y="1655367"/>
          <a:ext cx="2295286" cy="1457507"/>
        </a:xfrm>
        <a:prstGeom prst="roundRect">
          <a:avLst>
            <a:gd name="adj" fmla="val 10000"/>
          </a:avLst>
        </a:prstGeom>
        <a:solidFill>
          <a:schemeClr val="bg1">
            <a:alpha val="90000"/>
          </a:schemeClr>
        </a:solidFill>
        <a:ln w="25400" cap="flat" cmpd="sng" algn="ctr">
          <a:solidFill>
            <a:schemeClr val="bg2"/>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baseline="0" dirty="0">
              <a:latin typeface="Avenir Book" panose="02000503020000020003" pitchFamily="2" charset="0"/>
            </a:rPr>
            <a:t>Show &amp; tell</a:t>
          </a:r>
          <a:endParaRPr lang="en-US" sz="2400" kern="1200" dirty="0">
            <a:latin typeface="Avenir Book" panose="02000503020000020003" pitchFamily="2" charset="0"/>
          </a:endParaRPr>
        </a:p>
      </dsp:txBody>
      <dsp:txXfrm>
        <a:off x="8716987" y="1698056"/>
        <a:ext cx="2209908" cy="137212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B5BFAD-9ACB-40FF-A953-0FD0AAD42AFB}">
      <dsp:nvSpPr>
        <dsp:cNvPr id="0" name=""/>
        <dsp:cNvSpPr/>
      </dsp:nvSpPr>
      <dsp:spPr>
        <a:xfrm>
          <a:off x="0" y="552"/>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1E6141-C0F9-40B0-BEE0-7994D0C71621}">
      <dsp:nvSpPr>
        <dsp:cNvPr id="0" name=""/>
        <dsp:cNvSpPr/>
      </dsp:nvSpPr>
      <dsp:spPr>
        <a:xfrm>
          <a:off x="391077" y="291436"/>
          <a:ext cx="711049" cy="7110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E233E39-E907-41BA-9FC6-BF6546FD008D}">
      <dsp:nvSpPr>
        <dsp:cNvPr id="0" name=""/>
        <dsp:cNvSpPr/>
      </dsp:nvSpPr>
      <dsp:spPr>
        <a:xfrm>
          <a:off x="1493203" y="552"/>
          <a:ext cx="94795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i="1" kern="1200" dirty="0"/>
            <a:t>Your job isn’t to know everything</a:t>
          </a:r>
          <a:endParaRPr lang="en-US" sz="2500" kern="1200" dirty="0"/>
        </a:p>
      </dsp:txBody>
      <dsp:txXfrm>
        <a:off x="1493203" y="552"/>
        <a:ext cx="9479596" cy="1292816"/>
      </dsp:txXfrm>
    </dsp:sp>
    <dsp:sp modelId="{5B2A7366-BB45-4741-BC21-283CEE25214E}">
      <dsp:nvSpPr>
        <dsp:cNvPr id="0" name=""/>
        <dsp:cNvSpPr/>
      </dsp:nvSpPr>
      <dsp:spPr>
        <a:xfrm>
          <a:off x="0" y="1616573"/>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F71478-D75B-46EC-BB85-4F9446EC13FD}">
      <dsp:nvSpPr>
        <dsp:cNvPr id="0" name=""/>
        <dsp:cNvSpPr/>
      </dsp:nvSpPr>
      <dsp:spPr>
        <a:xfrm>
          <a:off x="391077" y="1907456"/>
          <a:ext cx="711049" cy="7110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41AAE90-34E8-4311-9608-3176B8FFC53B}">
      <dsp:nvSpPr>
        <dsp:cNvPr id="0" name=""/>
        <dsp:cNvSpPr/>
      </dsp:nvSpPr>
      <dsp:spPr>
        <a:xfrm>
          <a:off x="1493203" y="1616573"/>
          <a:ext cx="94795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i="1" kern="1200" dirty="0"/>
            <a:t>Your job is to engage stakeholders so that the </a:t>
          </a:r>
          <a:r>
            <a:rPr lang="en-US" sz="2500" b="1" i="1" kern="1200" dirty="0"/>
            <a:t>unknowns shrink</a:t>
          </a:r>
          <a:r>
            <a:rPr lang="en-US" sz="2500" i="1" kern="1200" dirty="0"/>
            <a:t> and you can make better decisions</a:t>
          </a:r>
          <a:endParaRPr lang="en-US" sz="2500" kern="1200" dirty="0"/>
        </a:p>
      </dsp:txBody>
      <dsp:txXfrm>
        <a:off x="1493203" y="1616573"/>
        <a:ext cx="9479596" cy="1292816"/>
      </dsp:txXfrm>
    </dsp:sp>
    <dsp:sp modelId="{29C4C29F-FA8E-4957-A151-52BD465B4F55}">
      <dsp:nvSpPr>
        <dsp:cNvPr id="0" name=""/>
        <dsp:cNvSpPr/>
      </dsp:nvSpPr>
      <dsp:spPr>
        <a:xfrm>
          <a:off x="0" y="3232593"/>
          <a:ext cx="109728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588A7B-59A4-4552-AFF6-B29EB46B84E8}">
      <dsp:nvSpPr>
        <dsp:cNvPr id="0" name=""/>
        <dsp:cNvSpPr/>
      </dsp:nvSpPr>
      <dsp:spPr>
        <a:xfrm>
          <a:off x="391077" y="3523477"/>
          <a:ext cx="711049" cy="711049"/>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4BA23EB-0398-4580-9653-B2AED9CD84BA}">
      <dsp:nvSpPr>
        <dsp:cNvPr id="0" name=""/>
        <dsp:cNvSpPr/>
      </dsp:nvSpPr>
      <dsp:spPr>
        <a:xfrm>
          <a:off x="1493203" y="3232593"/>
          <a:ext cx="94795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90000"/>
            </a:lnSpc>
            <a:spcBef>
              <a:spcPct val="0"/>
            </a:spcBef>
            <a:spcAft>
              <a:spcPct val="35000"/>
            </a:spcAft>
            <a:buNone/>
          </a:pPr>
          <a:r>
            <a:rPr lang="en-US" sz="2500" i="1" kern="1200" dirty="0"/>
            <a:t>The Rumsfeld Matrix isn’t about knowledge; it’s about humility and curiosity</a:t>
          </a:r>
          <a:endParaRPr lang="en-US" sz="2500" kern="1200" dirty="0"/>
        </a:p>
      </dsp:txBody>
      <dsp:txXfrm>
        <a:off x="1493203" y="3232593"/>
        <a:ext cx="9479596" cy="129281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C0DD99-35FF-432B-8623-BC737E94BB19}">
      <dsp:nvSpPr>
        <dsp:cNvPr id="0" name=""/>
        <dsp:cNvSpPr/>
      </dsp:nvSpPr>
      <dsp:spPr>
        <a:xfrm>
          <a:off x="959850" y="983500"/>
          <a:ext cx="1454962" cy="14549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7A3A747-2175-4F0F-BC68-C8A812D98087}">
      <dsp:nvSpPr>
        <dsp:cNvPr id="0" name=""/>
        <dsp:cNvSpPr/>
      </dsp:nvSpPr>
      <dsp:spPr>
        <a:xfrm>
          <a:off x="70706" y="2822462"/>
          <a:ext cx="32332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pPr>
          <a:r>
            <a:rPr lang="en-US" sz="3600" kern="1200"/>
            <a:t>Budget</a:t>
          </a:r>
        </a:p>
      </dsp:txBody>
      <dsp:txXfrm>
        <a:off x="70706" y="2822462"/>
        <a:ext cx="3233249" cy="720000"/>
      </dsp:txXfrm>
    </dsp:sp>
    <dsp:sp modelId="{E32953FE-13D0-42A4-8369-48EABA324BB7}">
      <dsp:nvSpPr>
        <dsp:cNvPr id="0" name=""/>
        <dsp:cNvSpPr/>
      </dsp:nvSpPr>
      <dsp:spPr>
        <a:xfrm>
          <a:off x="4758918" y="983500"/>
          <a:ext cx="1454962" cy="1454962"/>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718D3AA-D554-4B68-A704-46C3B2679AF5}">
      <dsp:nvSpPr>
        <dsp:cNvPr id="0" name=""/>
        <dsp:cNvSpPr/>
      </dsp:nvSpPr>
      <dsp:spPr>
        <a:xfrm>
          <a:off x="3869775" y="2822462"/>
          <a:ext cx="32332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pPr>
          <a:r>
            <a:rPr lang="en-US" sz="3600" kern="1200" dirty="0"/>
            <a:t>Timeline</a:t>
          </a:r>
        </a:p>
      </dsp:txBody>
      <dsp:txXfrm>
        <a:off x="3869775" y="2822462"/>
        <a:ext cx="3233249" cy="720000"/>
      </dsp:txXfrm>
    </dsp:sp>
    <dsp:sp modelId="{7402B0B7-793E-4843-AF28-0817558F71E7}">
      <dsp:nvSpPr>
        <dsp:cNvPr id="0" name=""/>
        <dsp:cNvSpPr/>
      </dsp:nvSpPr>
      <dsp:spPr>
        <a:xfrm>
          <a:off x="8557987" y="983500"/>
          <a:ext cx="1454962" cy="1454962"/>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945AD4F-CD1D-1C46-A4C2-C5DCAB798E60}">
      <dsp:nvSpPr>
        <dsp:cNvPr id="0" name=""/>
        <dsp:cNvSpPr/>
      </dsp:nvSpPr>
      <dsp:spPr>
        <a:xfrm>
          <a:off x="7668843" y="2822462"/>
          <a:ext cx="32332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pPr>
          <a:r>
            <a:rPr lang="en-US" sz="3600" kern="1200" dirty="0"/>
            <a:t>Scope</a:t>
          </a:r>
        </a:p>
      </dsp:txBody>
      <dsp:txXfrm>
        <a:off x="7668843" y="2822462"/>
        <a:ext cx="3233249"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2.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716888-5FFD-474F-AD57-4AC70FF07A82}" type="datetimeFigureOut">
              <a:rPr lang="en-US" smtClean="0"/>
              <a:t>8/30/25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807901-BB8B-7E4D-8FB9-39CBADF67B3C}" type="slidenum">
              <a:rPr lang="en-US" smtClean="0"/>
              <a:t>‹#›</a:t>
            </a:fld>
            <a:endParaRPr lang="en-US"/>
          </a:p>
        </p:txBody>
      </p:sp>
    </p:spTree>
    <p:extLst>
      <p:ext uri="{BB962C8B-B14F-4D97-AF65-F5344CB8AC3E}">
        <p14:creationId xmlns:p14="http://schemas.microsoft.com/office/powerpoint/2010/main" val="2134162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Why It’s an Unknown Unknown:</a:t>
            </a:r>
          </a:p>
          <a:p>
            <a:pPr algn="l">
              <a:buFont typeface="Arial" panose="020B0604020202020204" pitchFamily="34" charset="0"/>
              <a:buChar char="•"/>
            </a:pPr>
            <a:r>
              <a:rPr lang="en-US" b="0" i="0" u="none" strike="noStrike" dirty="0">
                <a:solidFill>
                  <a:srgbClr val="000000"/>
                </a:solidFill>
                <a:effectLst/>
              </a:rPr>
              <a:t>BlackBerry </a:t>
            </a:r>
            <a:r>
              <a:rPr lang="en-US" b="1" i="0" u="none" strike="noStrike" dirty="0">
                <a:solidFill>
                  <a:srgbClr val="000000"/>
                </a:solidFill>
                <a:effectLst/>
              </a:rPr>
              <a:t>wasn’t even aware</a:t>
            </a:r>
            <a:r>
              <a:rPr lang="en-US" b="0" i="0" u="none" strike="noStrike" dirty="0">
                <a:solidFill>
                  <a:srgbClr val="000000"/>
                </a:solidFill>
                <a:effectLst/>
              </a:rPr>
              <a:t> that user expectations were shifting so dramatically.</a:t>
            </a:r>
          </a:p>
          <a:p>
            <a:pPr algn="l">
              <a:buFont typeface="Arial" panose="020B0604020202020204" pitchFamily="34" charset="0"/>
              <a:buChar char="•"/>
            </a:pPr>
            <a:r>
              <a:rPr lang="en-US" b="0" i="0" u="none" strike="noStrike" dirty="0">
                <a:solidFill>
                  <a:srgbClr val="000000"/>
                </a:solidFill>
                <a:effectLst/>
              </a:rPr>
              <a:t>The company focused on what its current users </a:t>
            </a:r>
            <a:r>
              <a:rPr lang="en-US" b="0" i="1" u="none" strike="noStrike" dirty="0">
                <a:solidFill>
                  <a:srgbClr val="000000"/>
                </a:solidFill>
                <a:effectLst/>
              </a:rPr>
              <a:t>said</a:t>
            </a:r>
            <a:r>
              <a:rPr lang="en-US" b="0" i="0" u="none" strike="noStrike" dirty="0">
                <a:solidFill>
                  <a:srgbClr val="000000"/>
                </a:solidFill>
                <a:effectLst/>
              </a:rPr>
              <a:t> they wanted (keyboards, security) but failed to uncover what they didn’t even know they desired yet—an engaging, touchscreen-first experience with access to apps.</a:t>
            </a:r>
          </a:p>
          <a:p>
            <a:pPr algn="l"/>
            <a:r>
              <a:rPr lang="en-US" b="0" i="0" u="none" strike="noStrike" dirty="0">
                <a:solidFill>
                  <a:srgbClr val="000000"/>
                </a:solidFill>
                <a:effectLst/>
              </a:rPr>
              <a:t>This case is a classic </a:t>
            </a:r>
            <a:r>
              <a:rPr lang="en-US" b="1" i="0" u="none" strike="noStrike" dirty="0">
                <a:solidFill>
                  <a:srgbClr val="000000"/>
                </a:solidFill>
                <a:effectLst/>
              </a:rPr>
              <a:t>“unknown unknown”</a:t>
            </a:r>
            <a:r>
              <a:rPr lang="en-US" b="0" i="0" u="none" strike="noStrike" dirty="0">
                <a:solidFill>
                  <a:srgbClr val="000000"/>
                </a:solidFill>
                <a:effectLst/>
              </a:rPr>
              <a:t> where a </a:t>
            </a:r>
            <a:r>
              <a:rPr lang="en-US" b="1" i="0" u="none" strike="noStrike" dirty="0">
                <a:solidFill>
                  <a:srgbClr val="000000"/>
                </a:solidFill>
                <a:effectLst/>
              </a:rPr>
              <a:t>latent market shift</a:t>
            </a:r>
            <a:r>
              <a:rPr lang="en-US" b="0" i="0" u="none" strike="noStrike" dirty="0">
                <a:solidFill>
                  <a:srgbClr val="000000"/>
                </a:solidFill>
                <a:effectLst/>
              </a:rPr>
              <a:t> blindsided a market leader, leading to its downfall. Would you like a couple more examples from other industries?</a:t>
            </a:r>
          </a:p>
          <a:p>
            <a:endParaRPr lang="en-US" dirty="0"/>
          </a:p>
        </p:txBody>
      </p:sp>
      <p:sp>
        <p:nvSpPr>
          <p:cNvPr id="4" name="Slide Number Placeholder 3"/>
          <p:cNvSpPr>
            <a:spLocks noGrp="1"/>
          </p:cNvSpPr>
          <p:nvPr>
            <p:ph type="sldNum" sz="quarter" idx="5"/>
          </p:nvPr>
        </p:nvSpPr>
        <p:spPr/>
        <p:txBody>
          <a:bodyPr/>
          <a:lstStyle/>
          <a:p>
            <a:fld id="{20807901-BB8B-7E4D-8FB9-39CBADF67B3C}" type="slidenum">
              <a:rPr lang="en-US" smtClean="0"/>
              <a:t>5</a:t>
            </a:fld>
            <a:endParaRPr lang="en-US"/>
          </a:p>
        </p:txBody>
      </p:sp>
    </p:spTree>
    <p:extLst>
      <p:ext uri="{BB962C8B-B14F-4D97-AF65-F5344CB8AC3E}">
        <p14:creationId xmlns:p14="http://schemas.microsoft.com/office/powerpoint/2010/main" val="2283807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dirty="0">
                <a:solidFill>
                  <a:schemeClr val="tx1"/>
                </a:solidFill>
                <a:effectLst/>
                <a:latin typeface="+mn-lt"/>
                <a:ea typeface="+mn-ea"/>
                <a:cs typeface="+mn-cs"/>
              </a:rPr>
              <a:t>Example: Amazon and Logistics Excellence</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Amazon knows that fast, reliable delivery is a core driver of customer satisfaction. They have years of data (Prime adoption, repeat orders, CSAT scores) proving this. That’s why they invest heavily in warehouses, last-mile delivery, and even drone pilots.</a:t>
            </a:r>
          </a:p>
          <a:p>
            <a:r>
              <a:rPr lang="en-US" sz="1200" b="1" i="0" u="none" strike="noStrike" kern="1200" dirty="0">
                <a:solidFill>
                  <a:schemeClr val="tx1"/>
                </a:solidFill>
                <a:effectLst/>
                <a:latin typeface="+mn-lt"/>
                <a:ea typeface="+mn-ea"/>
                <a:cs typeface="+mn-cs"/>
              </a:rPr>
              <a:t>Known Known:</a:t>
            </a:r>
            <a:r>
              <a:rPr lang="en-US" sz="1200" b="0" i="0" u="none" strike="noStrike" kern="1200" dirty="0">
                <a:solidFill>
                  <a:schemeClr val="tx1"/>
                </a:solidFill>
                <a:effectLst/>
                <a:latin typeface="+mn-lt"/>
                <a:ea typeface="+mn-ea"/>
                <a:cs typeface="+mn-cs"/>
              </a:rPr>
              <a:t> Logistics speed drives loyalty.</a:t>
            </a:r>
          </a:p>
          <a:p>
            <a:r>
              <a:rPr lang="en-US" sz="1200" b="1" i="0" u="none" strike="noStrike" kern="1200" dirty="0">
                <a:solidFill>
                  <a:schemeClr val="tx1"/>
                </a:solidFill>
                <a:effectLst/>
                <a:latin typeface="+mn-lt"/>
                <a:ea typeface="+mn-ea"/>
                <a:cs typeface="+mn-cs"/>
              </a:rPr>
              <a:t>Action:</a:t>
            </a:r>
            <a:r>
              <a:rPr lang="en-US" sz="1200" b="0" i="0" u="none" strike="noStrike" kern="1200" dirty="0">
                <a:solidFill>
                  <a:schemeClr val="tx1"/>
                </a:solidFill>
                <a:effectLst/>
                <a:latin typeface="+mn-lt"/>
                <a:ea typeface="+mn-ea"/>
                <a:cs typeface="+mn-cs"/>
              </a:rPr>
              <a:t> Double down on building infrastructure (like Amazon Prime, Fulfillment Centers).</a:t>
            </a:r>
          </a:p>
          <a:p>
            <a:r>
              <a:rPr lang="en-US" sz="1200" b="1" i="0" u="none" strike="noStrike" kern="1200" dirty="0">
                <a:solidFill>
                  <a:schemeClr val="tx1"/>
                </a:solidFill>
                <a:effectLst/>
                <a:latin typeface="+mn-lt"/>
                <a:ea typeface="+mn-ea"/>
                <a:cs typeface="+mn-cs"/>
              </a:rPr>
              <a:t>Why it matters:</a:t>
            </a:r>
            <a:r>
              <a:rPr lang="en-US" sz="1200" b="0" i="0" u="none" strike="noStrike" kern="1200" dirty="0">
                <a:solidFill>
                  <a:schemeClr val="tx1"/>
                </a:solidFill>
                <a:effectLst/>
                <a:latin typeface="+mn-lt"/>
                <a:ea typeface="+mn-ea"/>
                <a:cs typeface="+mn-cs"/>
              </a:rPr>
              <a:t> This is where companies invest confidently because the relationship between effort and outcome is well validated.</a:t>
            </a:r>
          </a:p>
          <a:p>
            <a:endParaRPr lang="en-US" sz="1200" b="0" i="0" u="none" strike="noStrike" kern="1200" dirty="0">
              <a:solidFill>
                <a:schemeClr val="tx1"/>
              </a:solidFill>
              <a:effectLst/>
              <a:latin typeface="+mn-lt"/>
              <a:ea typeface="+mn-ea"/>
              <a:cs typeface="+mn-cs"/>
            </a:endParaRPr>
          </a:p>
          <a:p>
            <a:r>
              <a:rPr lang="en-US" sz="1200" b="1" i="0" u="none" strike="noStrike" kern="1200" dirty="0">
                <a:solidFill>
                  <a:schemeClr val="tx1"/>
                </a:solidFill>
                <a:effectLst/>
                <a:latin typeface="+mn-lt"/>
                <a:ea typeface="+mn-ea"/>
                <a:cs typeface="+mn-cs"/>
              </a:rPr>
              <a:t>Example: Apple and Ecosystem Lock-in</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Apple knows that when customers buy multiple Apple products, their lifetime value goes up (AirPods, iPhone, Mac, Watch all working seamlessly).</a:t>
            </a:r>
          </a:p>
          <a:p>
            <a:r>
              <a:rPr lang="en-US" sz="1200" b="1" i="0" u="none" strike="noStrike" kern="1200" dirty="0">
                <a:solidFill>
                  <a:schemeClr val="tx1"/>
                </a:solidFill>
                <a:effectLst/>
                <a:latin typeface="+mn-lt"/>
                <a:ea typeface="+mn-ea"/>
                <a:cs typeface="+mn-cs"/>
              </a:rPr>
              <a:t>Known Known:</a:t>
            </a:r>
            <a:r>
              <a:rPr lang="en-US" sz="1200" b="0" i="0" u="none" strike="noStrike" kern="1200" dirty="0">
                <a:solidFill>
                  <a:schemeClr val="tx1"/>
                </a:solidFill>
                <a:effectLst/>
                <a:latin typeface="+mn-lt"/>
                <a:ea typeface="+mn-ea"/>
                <a:cs typeface="+mn-cs"/>
              </a:rPr>
              <a:t> Ecosystem stickiness = customer retention.</a:t>
            </a:r>
          </a:p>
          <a:p>
            <a:r>
              <a:rPr lang="en-US" sz="1200" b="1" i="0" u="none" strike="noStrike" kern="1200" dirty="0">
                <a:solidFill>
                  <a:schemeClr val="tx1"/>
                </a:solidFill>
                <a:effectLst/>
                <a:latin typeface="+mn-lt"/>
                <a:ea typeface="+mn-ea"/>
                <a:cs typeface="+mn-cs"/>
              </a:rPr>
              <a:t>Action:</a:t>
            </a:r>
            <a:r>
              <a:rPr lang="en-US" sz="1200" b="0" i="0" u="none" strike="noStrike" kern="1200" dirty="0">
                <a:solidFill>
                  <a:schemeClr val="tx1"/>
                </a:solidFill>
                <a:effectLst/>
                <a:latin typeface="+mn-lt"/>
                <a:ea typeface="+mn-ea"/>
                <a:cs typeface="+mn-cs"/>
              </a:rPr>
              <a:t> Continuously integrate hardware + services.</a:t>
            </a:r>
          </a:p>
          <a:p>
            <a:endParaRPr lang="en-US" dirty="0"/>
          </a:p>
        </p:txBody>
      </p:sp>
      <p:sp>
        <p:nvSpPr>
          <p:cNvPr id="4" name="Slide Number Placeholder 3"/>
          <p:cNvSpPr>
            <a:spLocks noGrp="1"/>
          </p:cNvSpPr>
          <p:nvPr>
            <p:ph type="sldNum" sz="quarter" idx="5"/>
          </p:nvPr>
        </p:nvSpPr>
        <p:spPr/>
        <p:txBody>
          <a:bodyPr/>
          <a:lstStyle/>
          <a:p>
            <a:fld id="{20807901-BB8B-7E4D-8FB9-39CBADF67B3C}" type="slidenum">
              <a:rPr lang="en-US" smtClean="0"/>
              <a:t>6</a:t>
            </a:fld>
            <a:endParaRPr lang="en-US"/>
          </a:p>
        </p:txBody>
      </p:sp>
    </p:spTree>
    <p:extLst>
      <p:ext uri="{BB962C8B-B14F-4D97-AF65-F5344CB8AC3E}">
        <p14:creationId xmlns:p14="http://schemas.microsoft.com/office/powerpoint/2010/main" val="8467500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u="none" strike="noStrike" dirty="0">
                <a:solidFill>
                  <a:srgbClr val="000000"/>
                </a:solidFill>
                <a:effectLst/>
              </a:rPr>
              <a:t>Known Unknown:</a:t>
            </a:r>
            <a:r>
              <a:rPr lang="en-US" b="0" i="0" u="none" strike="noStrike" dirty="0">
                <a:solidFill>
                  <a:srgbClr val="000000"/>
                </a:solidFill>
                <a:effectLst/>
              </a:rPr>
              <a:t> Whether Netflix could successfully produce and distribute original content that would attract and retain subscribers.</a:t>
            </a:r>
          </a:p>
          <a:p>
            <a:pPr algn="l">
              <a:buFont typeface="Arial" panose="020B0604020202020204" pitchFamily="34" charset="0"/>
              <a:buChar char="•"/>
            </a:pPr>
            <a:r>
              <a:rPr lang="en-US" b="1" i="0" u="none" strike="noStrike" dirty="0">
                <a:solidFill>
                  <a:srgbClr val="000000"/>
                </a:solidFill>
                <a:effectLst/>
              </a:rPr>
              <a:t>What Happened?</a:t>
            </a:r>
            <a:br>
              <a:rPr lang="en-US" b="0" i="0" u="none" strike="noStrike" dirty="0">
                <a:solidFill>
                  <a:srgbClr val="000000"/>
                </a:solidFill>
                <a:effectLst/>
              </a:rPr>
            </a:br>
            <a:r>
              <a:rPr lang="en-US" b="0" i="0" u="none" strike="noStrike" dirty="0">
                <a:solidFill>
                  <a:srgbClr val="000000"/>
                </a:solidFill>
                <a:effectLst/>
              </a:rPr>
              <a:t>Netflix initially operated purely as a streaming service, licensing shows and movies from existing studios. However, the company </a:t>
            </a:r>
            <a:r>
              <a:rPr lang="en-US" b="1" i="0" u="none" strike="noStrike" dirty="0">
                <a:solidFill>
                  <a:srgbClr val="000000"/>
                </a:solidFill>
                <a:effectLst/>
              </a:rPr>
              <a:t>knew</a:t>
            </a:r>
            <a:r>
              <a:rPr lang="en-US" b="0" i="0" u="none" strike="noStrike" dirty="0">
                <a:solidFill>
                  <a:srgbClr val="000000"/>
                </a:solidFill>
                <a:effectLst/>
              </a:rPr>
              <a:t> that relying solely on third-party content posed risks, especially as content owners started creating their own streaming services.</a:t>
            </a:r>
          </a:p>
          <a:p>
            <a:pPr algn="l">
              <a:buFont typeface="Arial" panose="020B0604020202020204" pitchFamily="34" charset="0"/>
              <a:buChar char="•"/>
            </a:pPr>
            <a:r>
              <a:rPr lang="en-US" b="0" i="0" u="none" strike="noStrike" dirty="0">
                <a:solidFill>
                  <a:srgbClr val="000000"/>
                </a:solidFill>
                <a:effectLst/>
              </a:rPr>
              <a:t>In 2013, Netflix took a </a:t>
            </a:r>
            <a:r>
              <a:rPr lang="en-US" b="1" i="0" u="none" strike="noStrike" dirty="0">
                <a:solidFill>
                  <a:srgbClr val="000000"/>
                </a:solidFill>
                <a:effectLst/>
              </a:rPr>
              <a:t>calculated risk</a:t>
            </a:r>
            <a:r>
              <a:rPr lang="en-US" b="0" i="0" u="none" strike="noStrike" dirty="0">
                <a:solidFill>
                  <a:srgbClr val="000000"/>
                </a:solidFill>
                <a:effectLst/>
              </a:rPr>
              <a:t> by producing its first major original series, </a:t>
            </a:r>
            <a:r>
              <a:rPr lang="en-US" b="1" i="0" u="none" strike="noStrike" dirty="0">
                <a:solidFill>
                  <a:srgbClr val="000000"/>
                </a:solidFill>
                <a:effectLst/>
              </a:rPr>
              <a:t>“House of Cards”</a:t>
            </a:r>
            <a:r>
              <a:rPr lang="en-US" b="0" i="0" u="none" strike="noStrike" dirty="0">
                <a:solidFill>
                  <a:srgbClr val="000000"/>
                </a:solidFill>
                <a:effectLst/>
              </a:rPr>
              <a:t>. They </a:t>
            </a:r>
            <a:r>
              <a:rPr lang="en-US" b="1" i="0" u="none" strike="noStrike" dirty="0" err="1">
                <a:solidFill>
                  <a:srgbClr val="000000"/>
                </a:solidFill>
                <a:effectLst/>
              </a:rPr>
              <a:t>knew</a:t>
            </a:r>
            <a:r>
              <a:rPr lang="en-US" b="0" i="0" u="none" strike="noStrike" dirty="0" err="1">
                <a:solidFill>
                  <a:srgbClr val="000000"/>
                </a:solidFill>
                <a:effectLst/>
              </a:rPr>
              <a:t>there</a:t>
            </a:r>
            <a:r>
              <a:rPr lang="en-US" b="0" i="0" u="none" strike="noStrike" dirty="0">
                <a:solidFill>
                  <a:srgbClr val="000000"/>
                </a:solidFill>
                <a:effectLst/>
              </a:rPr>
              <a:t> was a gap in understanding:</a:t>
            </a:r>
          </a:p>
          <a:p>
            <a:pPr marL="742950" lvl="1" indent="-285750" algn="l">
              <a:buFont typeface="Arial" panose="020B0604020202020204" pitchFamily="34" charset="0"/>
              <a:buChar char="•"/>
            </a:pPr>
            <a:r>
              <a:rPr lang="en-US" b="0" i="0" u="none" strike="noStrike" dirty="0">
                <a:solidFill>
                  <a:srgbClr val="000000"/>
                </a:solidFill>
                <a:effectLst/>
              </a:rPr>
              <a:t>Could Netflix transition from being just a distributor to a </a:t>
            </a:r>
            <a:r>
              <a:rPr lang="en-US" b="1" i="0" u="none" strike="noStrike" dirty="0">
                <a:solidFill>
                  <a:srgbClr val="000000"/>
                </a:solidFill>
                <a:effectLst/>
              </a:rPr>
              <a:t>content creator</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Would original content drive </a:t>
            </a:r>
            <a:r>
              <a:rPr lang="en-US" b="1" i="0" u="none" strike="noStrike" dirty="0">
                <a:solidFill>
                  <a:srgbClr val="000000"/>
                </a:solidFill>
                <a:effectLst/>
              </a:rPr>
              <a:t>subscriber growth</a:t>
            </a:r>
            <a:r>
              <a:rPr lang="en-US" b="0" i="0" u="none" strike="noStrike" dirty="0">
                <a:solidFill>
                  <a:srgbClr val="000000"/>
                </a:solidFill>
                <a:effectLst/>
              </a:rPr>
              <a:t> and improve </a:t>
            </a:r>
            <a:r>
              <a:rPr lang="en-US" b="1" i="0" u="none" strike="noStrike" dirty="0">
                <a:solidFill>
                  <a:srgbClr val="000000"/>
                </a:solidFill>
                <a:effectLst/>
              </a:rPr>
              <a:t>customer retention</a:t>
            </a:r>
            <a:r>
              <a:rPr lang="en-US" b="0" i="0" u="none" strike="noStrike" dirty="0">
                <a:solidFill>
                  <a:srgbClr val="000000"/>
                </a:solidFill>
                <a:effectLst/>
              </a:rPr>
              <a:t>?</a:t>
            </a:r>
          </a:p>
          <a:p>
            <a:pPr algn="l">
              <a:buFont typeface="Arial" panose="020B0604020202020204" pitchFamily="34" charset="0"/>
              <a:buChar char="•"/>
            </a:pPr>
            <a:r>
              <a:rPr lang="en-US" b="1" i="0" u="none" strike="noStrike" dirty="0">
                <a:solidFill>
                  <a:srgbClr val="000000"/>
                </a:solidFill>
                <a:effectLst/>
              </a:rPr>
              <a:t>How They Addressed the Known Unknown:</a:t>
            </a:r>
            <a:br>
              <a:rPr lang="en-US" b="0" i="0" u="none" strike="noStrike" dirty="0">
                <a:solidFill>
                  <a:srgbClr val="000000"/>
                </a:solidFill>
                <a:effectLst/>
              </a:rPr>
            </a:br>
            <a:r>
              <a:rPr lang="en-US" b="0" i="0" u="none" strike="noStrike" dirty="0">
                <a:solidFill>
                  <a:srgbClr val="000000"/>
                </a:solidFill>
                <a:effectLst/>
              </a:rPr>
              <a:t>Netflix leveraged </a:t>
            </a:r>
            <a:r>
              <a:rPr lang="en-US" b="1" i="0" u="none" strike="noStrike" dirty="0">
                <a:solidFill>
                  <a:srgbClr val="000000"/>
                </a:solidFill>
                <a:effectLst/>
              </a:rPr>
              <a:t>data analytics</a:t>
            </a:r>
            <a:r>
              <a:rPr lang="en-US" b="0" i="0" u="none" strike="noStrike" dirty="0">
                <a:solidFill>
                  <a:srgbClr val="000000"/>
                </a:solidFill>
                <a:effectLst/>
              </a:rPr>
              <a:t> to mitigate uncertainty. They analyzed viewing habits, genre preferences, and actor popularity (e.g., Kevin Spacey and David Fincher’s strong audience appeal) before green-lighting the project.</a:t>
            </a:r>
          </a:p>
          <a:p>
            <a:pPr algn="l">
              <a:buFont typeface="Arial" panose="020B0604020202020204" pitchFamily="34" charset="0"/>
              <a:buChar char="•"/>
            </a:pPr>
            <a:r>
              <a:rPr lang="en-US" b="0" i="0" u="none" strike="noStrike" dirty="0">
                <a:solidFill>
                  <a:srgbClr val="000000"/>
                </a:solidFill>
                <a:effectLst/>
              </a:rPr>
              <a:t>While they had data suggesting a high likelihood of success, there were still </a:t>
            </a:r>
            <a:r>
              <a:rPr lang="en-US" b="1" i="0" u="none" strike="noStrike" dirty="0">
                <a:solidFill>
                  <a:srgbClr val="000000"/>
                </a:solidFill>
                <a:effectLst/>
              </a:rPr>
              <a:t>unknowns</a:t>
            </a:r>
            <a:r>
              <a:rPr lang="en-US" b="0" i="0" u="none" strike="noStrike" dirty="0">
                <a:solidFill>
                  <a:srgbClr val="000000"/>
                </a:solidFill>
                <a:effectLst/>
              </a:rPr>
              <a:t>—how would the market respond to Netflix-produced content? Would audiences accept a streaming platform as a content creator?</a:t>
            </a:r>
          </a:p>
          <a:p>
            <a:pPr algn="l">
              <a:buFont typeface="Arial" panose="020B0604020202020204" pitchFamily="34" charset="0"/>
              <a:buChar char="•"/>
            </a:pPr>
            <a:r>
              <a:rPr lang="en-US" b="1" i="0" u="none" strike="noStrike" dirty="0">
                <a:solidFill>
                  <a:srgbClr val="000000"/>
                </a:solidFill>
                <a:effectLst/>
              </a:rPr>
              <a:t>Impact:</a:t>
            </a:r>
            <a:endParaRPr lang="en-US" b="0" i="0" u="none" strike="noStrike" dirty="0">
              <a:solidFill>
                <a:srgbClr val="000000"/>
              </a:solidFill>
              <a:effectLst/>
            </a:endParaRPr>
          </a:p>
          <a:p>
            <a:pPr marL="742950" lvl="1" indent="-285750" algn="l">
              <a:buFont typeface="Arial" panose="020B0604020202020204" pitchFamily="34" charset="0"/>
              <a:buChar char="•"/>
            </a:pPr>
            <a:r>
              <a:rPr lang="en-US" b="1" i="0" u="none" strike="noStrike" dirty="0">
                <a:solidFill>
                  <a:srgbClr val="000000"/>
                </a:solidFill>
                <a:effectLst/>
              </a:rPr>
              <a:t>“House of Cards”</a:t>
            </a:r>
            <a:r>
              <a:rPr lang="en-US" b="0" i="0" u="none" strike="noStrike" dirty="0">
                <a:solidFill>
                  <a:srgbClr val="000000"/>
                </a:solidFill>
                <a:effectLst/>
              </a:rPr>
              <a:t> was a massive success, earning critical acclaim and leading to a surge in subscribers.</a:t>
            </a:r>
          </a:p>
          <a:p>
            <a:pPr marL="742950" lvl="1" indent="-285750" algn="l">
              <a:buFont typeface="Arial" panose="020B0604020202020204" pitchFamily="34" charset="0"/>
              <a:buChar char="•"/>
            </a:pPr>
            <a:r>
              <a:rPr lang="en-US" b="0" i="0" u="none" strike="noStrike" dirty="0">
                <a:solidFill>
                  <a:srgbClr val="000000"/>
                </a:solidFill>
                <a:effectLst/>
              </a:rPr>
              <a:t>This validated Netflix’s move into original content and </a:t>
            </a:r>
            <a:r>
              <a:rPr lang="en-US" b="1" i="0" u="none" strike="noStrike" dirty="0">
                <a:solidFill>
                  <a:srgbClr val="000000"/>
                </a:solidFill>
                <a:effectLst/>
              </a:rPr>
              <a:t>transformed</a:t>
            </a:r>
            <a:r>
              <a:rPr lang="en-US" b="0" i="0" u="none" strike="noStrike" dirty="0">
                <a:solidFill>
                  <a:srgbClr val="000000"/>
                </a:solidFill>
                <a:effectLst/>
              </a:rPr>
              <a:t> it into one of the world’s largest studios.</a:t>
            </a:r>
          </a:p>
          <a:p>
            <a:pPr marL="742950" lvl="1" indent="-285750" algn="l">
              <a:buFont typeface="Arial" panose="020B0604020202020204" pitchFamily="34" charset="0"/>
              <a:buChar char="•"/>
            </a:pPr>
            <a:r>
              <a:rPr lang="en-US" b="0" i="0" u="none" strike="noStrike" dirty="0">
                <a:solidFill>
                  <a:srgbClr val="000000"/>
                </a:solidFill>
                <a:effectLst/>
              </a:rPr>
              <a:t>It also changed the entire entertainment industry, leading to the </a:t>
            </a:r>
            <a:r>
              <a:rPr lang="en-US" b="1" i="0" u="none" strike="noStrike" dirty="0">
                <a:solidFill>
                  <a:srgbClr val="000000"/>
                </a:solidFill>
                <a:effectLst/>
              </a:rPr>
              <a:t>“streaming wars”</a:t>
            </a:r>
            <a:r>
              <a:rPr lang="en-US" b="0" i="0" u="none" strike="noStrike" dirty="0">
                <a:solidFill>
                  <a:srgbClr val="000000"/>
                </a:solidFill>
                <a:effectLst/>
              </a:rPr>
              <a:t> we see today.</a:t>
            </a:r>
          </a:p>
          <a:p>
            <a:pPr algn="l"/>
            <a:r>
              <a:rPr lang="en-US" b="1" i="0" u="none" strike="noStrike" dirty="0">
                <a:solidFill>
                  <a:srgbClr val="000000"/>
                </a:solidFill>
                <a:effectLst/>
              </a:rPr>
              <a:t>Why It’s a Known Unknown:</a:t>
            </a:r>
          </a:p>
          <a:p>
            <a:pPr algn="l">
              <a:buFont typeface="Arial" panose="020B0604020202020204" pitchFamily="34" charset="0"/>
              <a:buChar char="•"/>
            </a:pPr>
            <a:r>
              <a:rPr lang="en-US" b="0" i="0" u="none" strike="noStrike" dirty="0">
                <a:solidFill>
                  <a:srgbClr val="000000"/>
                </a:solidFill>
                <a:effectLst/>
              </a:rPr>
              <a:t>Netflix </a:t>
            </a:r>
            <a:r>
              <a:rPr lang="en-US" b="1" i="0" u="none" strike="noStrike" dirty="0">
                <a:solidFill>
                  <a:srgbClr val="000000"/>
                </a:solidFill>
                <a:effectLst/>
              </a:rPr>
              <a:t>knew</a:t>
            </a:r>
            <a:r>
              <a:rPr lang="en-US" b="0" i="0" u="none" strike="noStrike" dirty="0">
                <a:solidFill>
                  <a:srgbClr val="000000"/>
                </a:solidFill>
                <a:effectLst/>
              </a:rPr>
              <a:t> there was a </a:t>
            </a:r>
            <a:r>
              <a:rPr lang="en-US" b="1" i="0" u="none" strike="noStrike" dirty="0">
                <a:solidFill>
                  <a:srgbClr val="000000"/>
                </a:solidFill>
                <a:effectLst/>
              </a:rPr>
              <a:t>knowledge gap</a:t>
            </a:r>
            <a:r>
              <a:rPr lang="en-US" b="0" i="0" u="none" strike="noStrike" dirty="0">
                <a:solidFill>
                  <a:srgbClr val="000000"/>
                </a:solidFill>
                <a:effectLst/>
              </a:rPr>
              <a:t> around audience acceptance of original streaming content.</a:t>
            </a:r>
          </a:p>
          <a:p>
            <a:pPr algn="l">
              <a:buFont typeface="Arial" panose="020B0604020202020204" pitchFamily="34" charset="0"/>
              <a:buChar char="•"/>
            </a:pPr>
            <a:r>
              <a:rPr lang="en-US" b="0" i="0" u="none" strike="noStrike" dirty="0">
                <a:solidFill>
                  <a:srgbClr val="000000"/>
                </a:solidFill>
                <a:effectLst/>
              </a:rPr>
              <a:t>They identified the risk but used data and calculated bets to move forward.</a:t>
            </a:r>
          </a:p>
          <a:p>
            <a:pPr algn="l">
              <a:buFont typeface="Arial" panose="020B0604020202020204" pitchFamily="34" charset="0"/>
              <a:buChar char="•"/>
            </a:pPr>
            <a:r>
              <a:rPr lang="en-US" b="0" i="0" u="none" strike="noStrike" dirty="0">
                <a:solidFill>
                  <a:srgbClr val="000000"/>
                </a:solidFill>
                <a:effectLst/>
              </a:rPr>
              <a:t>Unlike an </a:t>
            </a:r>
            <a:r>
              <a:rPr lang="en-US" b="1" i="0" u="none" strike="noStrike" dirty="0">
                <a:solidFill>
                  <a:srgbClr val="000000"/>
                </a:solidFill>
                <a:effectLst/>
              </a:rPr>
              <a:t>unknown unknown</a:t>
            </a:r>
            <a:r>
              <a:rPr lang="en-US" b="0" i="0" u="none" strike="noStrike" dirty="0">
                <a:solidFill>
                  <a:srgbClr val="000000"/>
                </a:solidFill>
                <a:effectLst/>
              </a:rPr>
              <a:t>, they were aware of the uncertainty and proactively worked to fill in the blanks.</a:t>
            </a:r>
          </a:p>
          <a:p>
            <a:endParaRPr lang="en-US" dirty="0"/>
          </a:p>
        </p:txBody>
      </p:sp>
      <p:sp>
        <p:nvSpPr>
          <p:cNvPr id="4" name="Slide Number Placeholder 3"/>
          <p:cNvSpPr>
            <a:spLocks noGrp="1"/>
          </p:cNvSpPr>
          <p:nvPr>
            <p:ph type="sldNum" sz="quarter" idx="5"/>
          </p:nvPr>
        </p:nvSpPr>
        <p:spPr/>
        <p:txBody>
          <a:bodyPr/>
          <a:lstStyle/>
          <a:p>
            <a:fld id="{20807901-BB8B-7E4D-8FB9-39CBADF67B3C}" type="slidenum">
              <a:rPr lang="en-US" smtClean="0"/>
              <a:t>7</a:t>
            </a:fld>
            <a:endParaRPr lang="en-US"/>
          </a:p>
        </p:txBody>
      </p:sp>
    </p:spTree>
    <p:extLst>
      <p:ext uri="{BB962C8B-B14F-4D97-AF65-F5344CB8AC3E}">
        <p14:creationId xmlns:p14="http://schemas.microsoft.com/office/powerpoint/2010/main" val="2706366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dirty="0">
                <a:solidFill>
                  <a:schemeClr val="tx1"/>
                </a:solidFill>
                <a:effectLst/>
                <a:latin typeface="+mn-lt"/>
                <a:ea typeface="+mn-ea"/>
                <a:cs typeface="+mn-cs"/>
              </a:rPr>
              <a:t>Example: Nokia and the Smartphone Shift</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Internally, Nokia engineers knew about the limitations of Symbian and the growing importance of software ecosystems (apps, developer community). But this knowledge was buried, deprioritized, or politically ignored by leadership focused on hardware dominance.</a:t>
            </a:r>
          </a:p>
          <a:p>
            <a:r>
              <a:rPr lang="en-US" sz="1200" b="1" i="0" u="none" strike="noStrike" kern="1200" dirty="0">
                <a:solidFill>
                  <a:schemeClr val="tx1"/>
                </a:solidFill>
                <a:effectLst/>
                <a:latin typeface="+mn-lt"/>
                <a:ea typeface="+mn-ea"/>
                <a:cs typeface="+mn-cs"/>
              </a:rPr>
              <a:t>Unknown Known:</a:t>
            </a:r>
            <a:r>
              <a:rPr lang="en-US" sz="1200" b="0" i="0" u="none" strike="noStrike" kern="1200" dirty="0">
                <a:solidFill>
                  <a:schemeClr val="tx1"/>
                </a:solidFill>
                <a:effectLst/>
                <a:latin typeface="+mn-lt"/>
                <a:ea typeface="+mn-ea"/>
                <a:cs typeface="+mn-cs"/>
              </a:rPr>
              <a:t> Teams knew the OS was outdated, but leadership didn’t act.</a:t>
            </a:r>
          </a:p>
          <a:p>
            <a:r>
              <a:rPr lang="en-US" sz="1200" b="1" i="0" u="none" strike="noStrike" kern="1200" dirty="0">
                <a:solidFill>
                  <a:schemeClr val="tx1"/>
                </a:solidFill>
                <a:effectLst/>
                <a:latin typeface="+mn-lt"/>
                <a:ea typeface="+mn-ea"/>
                <a:cs typeface="+mn-cs"/>
              </a:rPr>
              <a:t>Consequence:</a:t>
            </a:r>
            <a:r>
              <a:rPr lang="en-US" sz="1200" b="0" i="0" u="none" strike="noStrike" kern="1200" dirty="0">
                <a:solidFill>
                  <a:schemeClr val="tx1"/>
                </a:solidFill>
                <a:effectLst/>
                <a:latin typeface="+mn-lt"/>
                <a:ea typeface="+mn-ea"/>
                <a:cs typeface="+mn-cs"/>
              </a:rPr>
              <a:t> Lost the smartphone market to Apple and Android.</a:t>
            </a:r>
          </a:p>
          <a:p>
            <a:r>
              <a:rPr lang="en-US" sz="1200" b="0" i="0" u="none" strike="noStrike" kern="1200" dirty="0">
                <a:solidFill>
                  <a:schemeClr val="tx1"/>
                </a:solidFill>
                <a:effectLst/>
                <a:latin typeface="+mn-lt"/>
                <a:ea typeface="+mn-ea"/>
                <a:cs typeface="+mn-cs"/>
              </a:rPr>
              <a:t>🔹 </a:t>
            </a:r>
            <a:r>
              <a:rPr lang="en-US" sz="1200" b="1" i="0" u="none" strike="noStrike" kern="1200" dirty="0">
                <a:solidFill>
                  <a:schemeClr val="tx1"/>
                </a:solidFill>
                <a:effectLst/>
                <a:latin typeface="+mn-lt"/>
                <a:ea typeface="+mn-ea"/>
                <a:cs typeface="+mn-cs"/>
              </a:rPr>
              <a:t>Another Example: Google+ Failure</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Inside Google, many employees and even early testers knew user engagement on Google+ was low and that people were not inclined to leave Facebook. But leadership kept pushing the project, ignoring those internal signals.</a:t>
            </a:r>
          </a:p>
          <a:p>
            <a:r>
              <a:rPr lang="en-US" sz="1200" b="1" i="0" u="none" strike="noStrike" kern="1200" dirty="0">
                <a:solidFill>
                  <a:schemeClr val="tx1"/>
                </a:solidFill>
                <a:effectLst/>
                <a:latin typeface="+mn-lt"/>
                <a:ea typeface="+mn-ea"/>
                <a:cs typeface="+mn-cs"/>
              </a:rPr>
              <a:t>Unknown Known:</a:t>
            </a:r>
            <a:r>
              <a:rPr lang="en-US" sz="1200" b="0" i="0" u="none" strike="noStrike" kern="1200" dirty="0">
                <a:solidFill>
                  <a:schemeClr val="tx1"/>
                </a:solidFill>
                <a:effectLst/>
                <a:latin typeface="+mn-lt"/>
                <a:ea typeface="+mn-ea"/>
                <a:cs typeface="+mn-cs"/>
              </a:rPr>
              <a:t> They already knew user traction was weak, but it wasn’t acknowledged.</a:t>
            </a:r>
          </a:p>
          <a:p>
            <a:endParaRPr lang="en-US" dirty="0"/>
          </a:p>
        </p:txBody>
      </p:sp>
      <p:sp>
        <p:nvSpPr>
          <p:cNvPr id="4" name="Slide Number Placeholder 3"/>
          <p:cNvSpPr>
            <a:spLocks noGrp="1"/>
          </p:cNvSpPr>
          <p:nvPr>
            <p:ph type="sldNum" sz="quarter" idx="5"/>
          </p:nvPr>
        </p:nvSpPr>
        <p:spPr/>
        <p:txBody>
          <a:bodyPr/>
          <a:lstStyle/>
          <a:p>
            <a:fld id="{20807901-BB8B-7E4D-8FB9-39CBADF67B3C}" type="slidenum">
              <a:rPr lang="en-US" smtClean="0"/>
              <a:t>8</a:t>
            </a:fld>
            <a:endParaRPr lang="en-US"/>
          </a:p>
        </p:txBody>
      </p:sp>
    </p:spTree>
    <p:extLst>
      <p:ext uri="{BB962C8B-B14F-4D97-AF65-F5344CB8AC3E}">
        <p14:creationId xmlns:p14="http://schemas.microsoft.com/office/powerpoint/2010/main" val="23244156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49D1B-EE7C-EE48-34E3-320AF940E8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485EDA-097C-9A11-5523-8BC7CDDB70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25DBB8-2AFC-7724-9C8B-28CE12DC01D8}"/>
              </a:ext>
            </a:extLst>
          </p:cNvPr>
          <p:cNvSpPr>
            <a:spLocks noGrp="1"/>
          </p:cNvSpPr>
          <p:nvPr>
            <p:ph type="body" idx="1"/>
          </p:nvPr>
        </p:nvSpPr>
        <p:spPr/>
        <p:txBody>
          <a:bodyPr/>
          <a:lstStyle/>
          <a:p>
            <a:endParaRPr lang="en-US" dirty="0"/>
          </a:p>
          <a:p>
            <a:r>
              <a:rPr lang="en-US" b="1" dirty="0"/>
              <a:t>Unknown Known:</a:t>
            </a:r>
            <a:r>
              <a:rPr lang="en-US" dirty="0"/>
              <a:t> Tiny Speck (the company that became Slack) was building a multiplayer game called </a:t>
            </a:r>
            <a:r>
              <a:rPr lang="en-US" i="1" dirty="0"/>
              <a:t>Glitch</a:t>
            </a:r>
            <a:r>
              <a:rPr lang="en-US" dirty="0"/>
              <a:t>. To collaborate, the team had created an internal chat + file sharing tool. They knew it was useful for their own workflow, but they didn’t think of it as a “marketable product” initially.</a:t>
            </a:r>
          </a:p>
          <a:p>
            <a:r>
              <a:rPr lang="en-US" b="1" dirty="0"/>
              <a:t>Unexpected Success:</a:t>
            </a:r>
            <a:r>
              <a:rPr lang="en-US" dirty="0"/>
              <a:t> When </a:t>
            </a:r>
            <a:r>
              <a:rPr lang="en-US" i="1" dirty="0"/>
              <a:t>Glitch</a:t>
            </a:r>
            <a:r>
              <a:rPr lang="en-US" dirty="0"/>
              <a:t> failed, they pivoted the internal tool into Slack. The value (real-time team communication) was already </a:t>
            </a:r>
            <a:r>
              <a:rPr lang="en-US" i="1" dirty="0"/>
              <a:t>known internally</a:t>
            </a:r>
            <a:r>
              <a:rPr lang="en-US" dirty="0"/>
              <a:t> but not acted upon strategically until the game failed.</a:t>
            </a:r>
          </a:p>
          <a:p>
            <a:r>
              <a:rPr lang="en-US" b="1" dirty="0"/>
              <a:t>Outcome:</a:t>
            </a:r>
            <a:r>
              <a:rPr lang="en-US" dirty="0"/>
              <a:t> Slack became one of the fastest-growing B2B SaaS products in history.</a:t>
            </a:r>
          </a:p>
          <a:p>
            <a:endParaRPr lang="en-US" dirty="0"/>
          </a:p>
          <a:p>
            <a:endParaRPr lang="en-US" dirty="0"/>
          </a:p>
        </p:txBody>
      </p:sp>
      <p:sp>
        <p:nvSpPr>
          <p:cNvPr id="4" name="Slide Number Placeholder 3">
            <a:extLst>
              <a:ext uri="{FF2B5EF4-FFF2-40B4-BE49-F238E27FC236}">
                <a16:creationId xmlns:a16="http://schemas.microsoft.com/office/drawing/2014/main" id="{60D19723-82ED-D9D6-25A9-8C3930008586}"/>
              </a:ext>
            </a:extLst>
          </p:cNvPr>
          <p:cNvSpPr>
            <a:spLocks noGrp="1"/>
          </p:cNvSpPr>
          <p:nvPr>
            <p:ph type="sldNum" sz="quarter" idx="5"/>
          </p:nvPr>
        </p:nvSpPr>
        <p:spPr/>
        <p:txBody>
          <a:bodyPr/>
          <a:lstStyle/>
          <a:p>
            <a:fld id="{20807901-BB8B-7E4D-8FB9-39CBADF67B3C}" type="slidenum">
              <a:rPr lang="en-US" smtClean="0"/>
              <a:t>9</a:t>
            </a:fld>
            <a:endParaRPr lang="en-US"/>
          </a:p>
        </p:txBody>
      </p:sp>
    </p:spTree>
    <p:extLst>
      <p:ext uri="{BB962C8B-B14F-4D97-AF65-F5344CB8AC3E}">
        <p14:creationId xmlns:p14="http://schemas.microsoft.com/office/powerpoint/2010/main" val="1664260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Case: BlackBerry and the iPhone Disruption</a:t>
            </a:r>
          </a:p>
          <a:p>
            <a:pPr algn="l">
              <a:buFont typeface="Arial" panose="020B0604020202020204" pitchFamily="34" charset="0"/>
              <a:buChar char="•"/>
            </a:pPr>
            <a:r>
              <a:rPr lang="en-US" b="1" i="0" u="none" strike="noStrike" dirty="0">
                <a:solidFill>
                  <a:srgbClr val="000000"/>
                </a:solidFill>
                <a:effectLst/>
              </a:rPr>
              <a:t>Unknown Unknown:</a:t>
            </a:r>
            <a:r>
              <a:rPr lang="en-US" b="0" i="0" u="none" strike="noStrike" dirty="0">
                <a:solidFill>
                  <a:srgbClr val="000000"/>
                </a:solidFill>
                <a:effectLst/>
              </a:rPr>
              <a:t> The shift in consumer behavior towards full touchscreen smartphones and app ecosystems.</a:t>
            </a:r>
          </a:p>
          <a:p>
            <a:pPr algn="l">
              <a:buFont typeface="Arial" panose="020B0604020202020204" pitchFamily="34" charset="0"/>
              <a:buChar char="•"/>
            </a:pPr>
            <a:r>
              <a:rPr lang="en-US" b="1" i="0" u="none" strike="noStrike" dirty="0">
                <a:solidFill>
                  <a:srgbClr val="000000"/>
                </a:solidFill>
                <a:effectLst/>
              </a:rPr>
              <a:t>What Happened?</a:t>
            </a:r>
            <a:br>
              <a:rPr lang="en-US" b="0" i="0" u="none" strike="noStrike" dirty="0">
                <a:solidFill>
                  <a:srgbClr val="000000"/>
                </a:solidFill>
                <a:effectLst/>
              </a:rPr>
            </a:br>
            <a:r>
              <a:rPr lang="en-US" b="0" i="0" u="none" strike="noStrike" dirty="0">
                <a:solidFill>
                  <a:srgbClr val="000000"/>
                </a:solidFill>
                <a:effectLst/>
              </a:rPr>
              <a:t>In 2007, </a:t>
            </a:r>
            <a:r>
              <a:rPr lang="en-US" b="1" i="0" u="none" strike="noStrike" dirty="0">
                <a:solidFill>
                  <a:srgbClr val="000000"/>
                </a:solidFill>
                <a:effectLst/>
              </a:rPr>
              <a:t>BlackBerry</a:t>
            </a:r>
            <a:r>
              <a:rPr lang="en-US" b="0" i="0" u="none" strike="noStrike" dirty="0">
                <a:solidFill>
                  <a:srgbClr val="000000"/>
                </a:solidFill>
                <a:effectLst/>
              </a:rPr>
              <a:t> dominated the smartphone market with its physical keyboards and enterprise-focused security features. The company was confident in its understanding of its customers—primarily business professionals.</a:t>
            </a:r>
          </a:p>
          <a:p>
            <a:pPr algn="l">
              <a:buFont typeface="Arial" panose="020B0604020202020204" pitchFamily="34" charset="0"/>
              <a:buChar char="•"/>
            </a:pPr>
            <a:r>
              <a:rPr lang="en-US" b="0" i="0" u="none" strike="noStrike" dirty="0">
                <a:solidFill>
                  <a:srgbClr val="000000"/>
                </a:solidFill>
                <a:effectLst/>
              </a:rPr>
              <a:t>When </a:t>
            </a:r>
            <a:r>
              <a:rPr lang="en-US" b="1" i="0" u="none" strike="noStrike" dirty="0">
                <a:solidFill>
                  <a:srgbClr val="000000"/>
                </a:solidFill>
                <a:effectLst/>
              </a:rPr>
              <a:t>Apple launched the iPhone</a:t>
            </a:r>
            <a:r>
              <a:rPr lang="en-US" b="0" i="0" u="none" strike="noStrike" dirty="0">
                <a:solidFill>
                  <a:srgbClr val="000000"/>
                </a:solidFill>
                <a:effectLst/>
              </a:rPr>
              <a:t> with a full touchscreen interface and an emphasis on consumer-friendly features, BlackBerry’s leadership dismissed it. They underestimated the </a:t>
            </a:r>
            <a:r>
              <a:rPr lang="en-US" b="1" i="0" u="none" strike="noStrike" dirty="0">
                <a:solidFill>
                  <a:srgbClr val="000000"/>
                </a:solidFill>
                <a:effectLst/>
              </a:rPr>
              <a:t>massive appeal of touchscreens</a:t>
            </a:r>
            <a:r>
              <a:rPr lang="en-US" b="0" i="0" u="none" strike="noStrike" dirty="0">
                <a:solidFill>
                  <a:srgbClr val="000000"/>
                </a:solidFill>
                <a:effectLst/>
              </a:rPr>
              <a:t> and the potential of the </a:t>
            </a:r>
            <a:r>
              <a:rPr lang="en-US" b="1" i="0" u="none" strike="noStrike" dirty="0">
                <a:solidFill>
                  <a:srgbClr val="000000"/>
                </a:solidFill>
                <a:effectLst/>
              </a:rPr>
              <a:t>App Store ecosystem</a:t>
            </a:r>
            <a:r>
              <a:rPr lang="en-US" b="0" i="0" u="none" strike="noStrike" dirty="0">
                <a:solidFill>
                  <a:srgbClr val="000000"/>
                </a:solidFill>
                <a:effectLst/>
              </a:rPr>
              <a:t> to reshape user expectations.</a:t>
            </a:r>
          </a:p>
          <a:p>
            <a:pPr algn="l">
              <a:buFont typeface="Arial" panose="020B0604020202020204" pitchFamily="34" charset="0"/>
              <a:buChar char="•"/>
            </a:pPr>
            <a:r>
              <a:rPr lang="en-US" b="0" i="0" u="none" strike="noStrike" dirty="0">
                <a:solidFill>
                  <a:srgbClr val="000000"/>
                </a:solidFill>
                <a:effectLst/>
              </a:rPr>
              <a:t>The idea that business users would also desire the same sleek design, intuitive UI, and rich app ecosystem was an </a:t>
            </a:r>
            <a:r>
              <a:rPr lang="en-US" b="1" i="0" u="none" strike="noStrike" dirty="0">
                <a:solidFill>
                  <a:srgbClr val="000000"/>
                </a:solidFill>
                <a:effectLst/>
              </a:rPr>
              <a:t>unknown unknown</a:t>
            </a:r>
            <a:r>
              <a:rPr lang="en-US" b="0" i="0" u="none" strike="noStrike" dirty="0">
                <a:solidFill>
                  <a:srgbClr val="000000"/>
                </a:solidFill>
                <a:effectLst/>
              </a:rPr>
              <a:t> for BlackBerry—they didn’t know that they didn’t know their users’ latent desires.</a:t>
            </a:r>
          </a:p>
          <a:p>
            <a:pPr algn="l">
              <a:buFont typeface="Arial" panose="020B0604020202020204" pitchFamily="34" charset="0"/>
              <a:buChar char="•"/>
            </a:pPr>
            <a:r>
              <a:rPr lang="en-US" b="1" i="0" u="none" strike="noStrike" dirty="0">
                <a:solidFill>
                  <a:srgbClr val="000000"/>
                </a:solidFill>
                <a:effectLst/>
              </a:rPr>
              <a:t>Impact:</a:t>
            </a:r>
            <a:endParaRPr lang="en-US" b="0" i="0" u="none" strike="noStrike" dirty="0">
              <a:solidFill>
                <a:srgbClr val="000000"/>
              </a:solidFill>
              <a:effectLst/>
            </a:endParaRPr>
          </a:p>
          <a:p>
            <a:pPr marL="742950" lvl="1" indent="-285750" algn="l">
              <a:buFont typeface="Arial" panose="020B0604020202020204" pitchFamily="34" charset="0"/>
              <a:buChar char="•"/>
            </a:pPr>
            <a:r>
              <a:rPr lang="en-US" b="0" i="0" u="none" strike="noStrike" dirty="0">
                <a:solidFill>
                  <a:srgbClr val="000000"/>
                </a:solidFill>
                <a:effectLst/>
              </a:rPr>
              <a:t>BlackBerry </a:t>
            </a:r>
            <a:r>
              <a:rPr lang="en-US" b="1" i="0" u="none" strike="noStrike" dirty="0">
                <a:solidFill>
                  <a:srgbClr val="000000"/>
                </a:solidFill>
                <a:effectLst/>
              </a:rPr>
              <a:t>failed to pivot</a:t>
            </a:r>
            <a:r>
              <a:rPr lang="en-US" b="0" i="0" u="none" strike="noStrike" dirty="0">
                <a:solidFill>
                  <a:srgbClr val="000000"/>
                </a:solidFill>
                <a:effectLst/>
              </a:rPr>
              <a:t> quickly.</a:t>
            </a:r>
          </a:p>
          <a:p>
            <a:pPr marL="742950" lvl="1" indent="-285750" algn="l">
              <a:buFont typeface="Arial" panose="020B0604020202020204" pitchFamily="34" charset="0"/>
              <a:buChar char="•"/>
            </a:pPr>
            <a:r>
              <a:rPr lang="en-US" b="0" i="0" u="none" strike="noStrike" dirty="0">
                <a:solidFill>
                  <a:srgbClr val="000000"/>
                </a:solidFill>
                <a:effectLst/>
              </a:rPr>
              <a:t>They continued focusing on hardware keyboards and enterprise features, missing the broader market shift.</a:t>
            </a:r>
          </a:p>
          <a:p>
            <a:pPr marL="742950" lvl="1" indent="-285750" algn="l">
              <a:buFont typeface="Arial" panose="020B0604020202020204" pitchFamily="34" charset="0"/>
              <a:buChar char="•"/>
            </a:pPr>
            <a:r>
              <a:rPr lang="en-US" b="0" i="0" u="none" strike="noStrike" dirty="0">
                <a:solidFill>
                  <a:srgbClr val="000000"/>
                </a:solidFill>
                <a:effectLst/>
              </a:rPr>
              <a:t>Within a few years, </a:t>
            </a:r>
            <a:r>
              <a:rPr lang="en-US" b="1" i="0" u="none" strike="noStrike" dirty="0">
                <a:solidFill>
                  <a:srgbClr val="000000"/>
                </a:solidFill>
                <a:effectLst/>
              </a:rPr>
              <a:t>iOS and Android</a:t>
            </a:r>
            <a:r>
              <a:rPr lang="en-US" b="0" i="0" u="none" strike="noStrike" dirty="0">
                <a:solidFill>
                  <a:srgbClr val="000000"/>
                </a:solidFill>
                <a:effectLst/>
              </a:rPr>
              <a:t> took over the market, and BlackBerry’s market share </a:t>
            </a:r>
            <a:r>
              <a:rPr lang="en-US" b="1" i="0" u="none" strike="noStrike" dirty="0">
                <a:solidFill>
                  <a:srgbClr val="000000"/>
                </a:solidFill>
                <a:effectLst/>
              </a:rPr>
              <a:t>plummeted</a:t>
            </a:r>
            <a:r>
              <a:rPr lang="en-US" b="0" i="0" u="none" strike="noStrike" dirty="0">
                <a:solidFill>
                  <a:srgbClr val="000000"/>
                </a:solidFill>
                <a:effectLst/>
              </a:rPr>
              <a:t>.</a:t>
            </a:r>
          </a:p>
          <a:p>
            <a:pPr algn="l"/>
            <a:r>
              <a:rPr lang="en-US" b="1" i="0" u="none" strike="noStrike" dirty="0">
                <a:solidFill>
                  <a:srgbClr val="000000"/>
                </a:solidFill>
                <a:effectLst/>
              </a:rPr>
              <a:t>Why It’s an Unknown Unknown:</a:t>
            </a:r>
          </a:p>
          <a:p>
            <a:pPr algn="l">
              <a:buFont typeface="Arial" panose="020B0604020202020204" pitchFamily="34" charset="0"/>
              <a:buChar char="•"/>
            </a:pPr>
            <a:r>
              <a:rPr lang="en-US" b="0" i="0" u="none" strike="noStrike" dirty="0">
                <a:solidFill>
                  <a:srgbClr val="000000"/>
                </a:solidFill>
                <a:effectLst/>
              </a:rPr>
              <a:t>BlackBerry </a:t>
            </a:r>
            <a:r>
              <a:rPr lang="en-US" b="1" i="0" u="none" strike="noStrike" dirty="0">
                <a:solidFill>
                  <a:srgbClr val="000000"/>
                </a:solidFill>
                <a:effectLst/>
              </a:rPr>
              <a:t>wasn’t even aware</a:t>
            </a:r>
            <a:r>
              <a:rPr lang="en-US" b="0" i="0" u="none" strike="noStrike" dirty="0">
                <a:solidFill>
                  <a:srgbClr val="000000"/>
                </a:solidFill>
                <a:effectLst/>
              </a:rPr>
              <a:t> that user expectations were shifting so dramatically.</a:t>
            </a:r>
          </a:p>
          <a:p>
            <a:pPr algn="l">
              <a:buFont typeface="Arial" panose="020B0604020202020204" pitchFamily="34" charset="0"/>
              <a:buChar char="•"/>
            </a:pPr>
            <a:r>
              <a:rPr lang="en-US" b="0" i="0" u="none" strike="noStrike" dirty="0">
                <a:solidFill>
                  <a:srgbClr val="000000"/>
                </a:solidFill>
                <a:effectLst/>
              </a:rPr>
              <a:t>The company focused on what its current users </a:t>
            </a:r>
            <a:r>
              <a:rPr lang="en-US" b="0" i="1" u="none" strike="noStrike" dirty="0">
                <a:solidFill>
                  <a:srgbClr val="000000"/>
                </a:solidFill>
                <a:effectLst/>
              </a:rPr>
              <a:t>said</a:t>
            </a:r>
            <a:r>
              <a:rPr lang="en-US" b="0" i="0" u="none" strike="noStrike" dirty="0">
                <a:solidFill>
                  <a:srgbClr val="000000"/>
                </a:solidFill>
                <a:effectLst/>
              </a:rPr>
              <a:t> they wanted (keyboards, security) but failed to uncover what they didn’t even know they desired yet—an engaging, touchscreen-first experience with access to apps.</a:t>
            </a:r>
          </a:p>
          <a:p>
            <a:endParaRPr lang="en-US" dirty="0"/>
          </a:p>
        </p:txBody>
      </p:sp>
      <p:sp>
        <p:nvSpPr>
          <p:cNvPr id="4" name="Slide Number Placeholder 3"/>
          <p:cNvSpPr>
            <a:spLocks noGrp="1"/>
          </p:cNvSpPr>
          <p:nvPr>
            <p:ph type="sldNum" sz="quarter" idx="5"/>
          </p:nvPr>
        </p:nvSpPr>
        <p:spPr/>
        <p:txBody>
          <a:bodyPr/>
          <a:lstStyle/>
          <a:p>
            <a:fld id="{20807901-BB8B-7E4D-8FB9-39CBADF67B3C}" type="slidenum">
              <a:rPr lang="en-US" smtClean="0"/>
              <a:t>10</a:t>
            </a:fld>
            <a:endParaRPr lang="en-US"/>
          </a:p>
        </p:txBody>
      </p:sp>
    </p:spTree>
    <p:extLst>
      <p:ext uri="{BB962C8B-B14F-4D97-AF65-F5344CB8AC3E}">
        <p14:creationId xmlns:p14="http://schemas.microsoft.com/office/powerpoint/2010/main" val="2111225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Partners/ Experts</a:t>
            </a:r>
          </a:p>
        </p:txBody>
      </p:sp>
      <p:sp>
        <p:nvSpPr>
          <p:cNvPr id="4" name="Slide Number Placeholder 3"/>
          <p:cNvSpPr>
            <a:spLocks noGrp="1"/>
          </p:cNvSpPr>
          <p:nvPr>
            <p:ph type="sldNum" sz="quarter" idx="5"/>
          </p:nvPr>
        </p:nvSpPr>
        <p:spPr/>
        <p:txBody>
          <a:bodyPr/>
          <a:lstStyle/>
          <a:p>
            <a:fld id="{20807901-BB8B-7E4D-8FB9-39CBADF67B3C}" type="slidenum">
              <a:rPr lang="en-US" smtClean="0"/>
              <a:t>11</a:t>
            </a:fld>
            <a:endParaRPr lang="en-US"/>
          </a:p>
        </p:txBody>
      </p:sp>
    </p:spTree>
    <p:extLst>
      <p:ext uri="{BB962C8B-B14F-4D97-AF65-F5344CB8AC3E}">
        <p14:creationId xmlns:p14="http://schemas.microsoft.com/office/powerpoint/2010/main" val="996194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Internally you are only seeing your views – Could be biased</a:t>
            </a:r>
          </a:p>
          <a:p>
            <a:r>
              <a:rPr lang="en-US" dirty="0"/>
              <a:t>External conversations give you broader perspectives – Known Known</a:t>
            </a:r>
          </a:p>
        </p:txBody>
      </p:sp>
      <p:sp>
        <p:nvSpPr>
          <p:cNvPr id="4" name="Slide Number Placeholder 3"/>
          <p:cNvSpPr>
            <a:spLocks noGrp="1"/>
          </p:cNvSpPr>
          <p:nvPr>
            <p:ph type="sldNum" sz="quarter" idx="5"/>
          </p:nvPr>
        </p:nvSpPr>
        <p:spPr/>
        <p:txBody>
          <a:bodyPr/>
          <a:lstStyle/>
          <a:p>
            <a:fld id="{20807901-BB8B-7E4D-8FB9-39CBADF67B3C}" type="slidenum">
              <a:rPr lang="en-US" smtClean="0"/>
              <a:t>12</a:t>
            </a:fld>
            <a:endParaRPr lang="en-US"/>
          </a:p>
        </p:txBody>
      </p:sp>
    </p:spTree>
    <p:extLst>
      <p:ext uri="{BB962C8B-B14F-4D97-AF65-F5344CB8AC3E}">
        <p14:creationId xmlns:p14="http://schemas.microsoft.com/office/powerpoint/2010/main" val="27305808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32D66-49C1-ACD7-AD7E-397B1D1AA9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BD5993-37F8-78AD-47DE-8860047F75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1BB16B-7448-B9D0-085B-176509CB6A8C}"/>
              </a:ext>
            </a:extLst>
          </p:cNvPr>
          <p:cNvSpPr>
            <a:spLocks noGrp="1"/>
          </p:cNvSpPr>
          <p:nvPr>
            <p:ph type="body" idx="1"/>
          </p:nvPr>
        </p:nvSpPr>
        <p:spPr/>
        <p:txBody>
          <a:bodyPr/>
          <a:lstStyle/>
          <a:p>
            <a:r>
              <a:rPr lang="en-US" dirty="0"/>
              <a:t>Internally you are only seeing your views – Could be biased</a:t>
            </a:r>
          </a:p>
          <a:p>
            <a:r>
              <a:rPr lang="en-US" dirty="0"/>
              <a:t>External conversations give you broader perspectives – Known Known</a:t>
            </a:r>
          </a:p>
        </p:txBody>
      </p:sp>
      <p:sp>
        <p:nvSpPr>
          <p:cNvPr id="4" name="Slide Number Placeholder 3">
            <a:extLst>
              <a:ext uri="{FF2B5EF4-FFF2-40B4-BE49-F238E27FC236}">
                <a16:creationId xmlns:a16="http://schemas.microsoft.com/office/drawing/2014/main" id="{8D08FF9F-53F1-9B00-081C-D4CFBC1BC065}"/>
              </a:ext>
            </a:extLst>
          </p:cNvPr>
          <p:cNvSpPr>
            <a:spLocks noGrp="1"/>
          </p:cNvSpPr>
          <p:nvPr>
            <p:ph type="sldNum" sz="quarter" idx="5"/>
          </p:nvPr>
        </p:nvSpPr>
        <p:spPr/>
        <p:txBody>
          <a:bodyPr/>
          <a:lstStyle/>
          <a:p>
            <a:fld id="{20807901-BB8B-7E4D-8FB9-39CBADF67B3C}" type="slidenum">
              <a:rPr lang="en-US" smtClean="0"/>
              <a:t>13</a:t>
            </a:fld>
            <a:endParaRPr lang="en-US"/>
          </a:p>
        </p:txBody>
      </p:sp>
    </p:spTree>
    <p:extLst>
      <p:ext uri="{BB962C8B-B14F-4D97-AF65-F5344CB8AC3E}">
        <p14:creationId xmlns:p14="http://schemas.microsoft.com/office/powerpoint/2010/main" val="792765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external stakeholders whenever you can – Customer meetings, field visits. Share the insights you gain with your team as well.</a:t>
            </a:r>
          </a:p>
        </p:txBody>
      </p:sp>
      <p:sp>
        <p:nvSpPr>
          <p:cNvPr id="4" name="Slide Number Placeholder 3"/>
          <p:cNvSpPr>
            <a:spLocks noGrp="1"/>
          </p:cNvSpPr>
          <p:nvPr>
            <p:ph type="sldNum" sz="quarter" idx="5"/>
          </p:nvPr>
        </p:nvSpPr>
        <p:spPr/>
        <p:txBody>
          <a:bodyPr/>
          <a:lstStyle/>
          <a:p>
            <a:fld id="{20807901-BB8B-7E4D-8FB9-39CBADF67B3C}" type="slidenum">
              <a:rPr lang="en-US" smtClean="0"/>
              <a:t>20</a:t>
            </a:fld>
            <a:endParaRPr lang="en-US"/>
          </a:p>
        </p:txBody>
      </p:sp>
    </p:spTree>
    <p:extLst>
      <p:ext uri="{BB962C8B-B14F-4D97-AF65-F5344CB8AC3E}">
        <p14:creationId xmlns:p14="http://schemas.microsoft.com/office/powerpoint/2010/main" val="16479625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807901-BB8B-7E4D-8FB9-39CBADF67B3C}" type="slidenum">
              <a:rPr lang="en-US" smtClean="0"/>
              <a:t>21</a:t>
            </a:fld>
            <a:endParaRPr lang="en-US"/>
          </a:p>
        </p:txBody>
      </p:sp>
    </p:spTree>
    <p:extLst>
      <p:ext uri="{BB962C8B-B14F-4D97-AF65-F5344CB8AC3E}">
        <p14:creationId xmlns:p14="http://schemas.microsoft.com/office/powerpoint/2010/main" val="7355768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customer at conferences. Internal stakeholders for internal offsites/ sales kick off. </a:t>
            </a:r>
          </a:p>
          <a:p>
            <a:endParaRPr lang="en-US" dirty="0"/>
          </a:p>
          <a:p>
            <a:r>
              <a:rPr lang="en-US" dirty="0"/>
              <a:t>Forever thankful to my director at the time for having invested in 3 US trips for me in a span of 6 months. The relationships developed during those 3 trips helped me for the next 4 years!</a:t>
            </a:r>
          </a:p>
        </p:txBody>
      </p:sp>
      <p:sp>
        <p:nvSpPr>
          <p:cNvPr id="4" name="Slide Number Placeholder 3"/>
          <p:cNvSpPr>
            <a:spLocks noGrp="1"/>
          </p:cNvSpPr>
          <p:nvPr>
            <p:ph type="sldNum" sz="quarter" idx="5"/>
          </p:nvPr>
        </p:nvSpPr>
        <p:spPr/>
        <p:txBody>
          <a:bodyPr/>
          <a:lstStyle/>
          <a:p>
            <a:fld id="{20807901-BB8B-7E4D-8FB9-39CBADF67B3C}" type="slidenum">
              <a:rPr lang="en-US" smtClean="0"/>
              <a:t>23</a:t>
            </a:fld>
            <a:endParaRPr lang="en-US"/>
          </a:p>
        </p:txBody>
      </p:sp>
    </p:spTree>
    <p:extLst>
      <p:ext uri="{BB962C8B-B14F-4D97-AF65-F5344CB8AC3E}">
        <p14:creationId xmlns:p14="http://schemas.microsoft.com/office/powerpoint/2010/main" val="12312051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Expansion from saturated US market to European market. Working together with existing US customers to target their EU operations. Win-Win - They get familiar proven product in EU, we get to grow our business. The countries to focus on decided in partnership with customers.</a:t>
            </a:r>
          </a:p>
        </p:txBody>
      </p:sp>
      <p:sp>
        <p:nvSpPr>
          <p:cNvPr id="4" name="Slide Number Placeholder 3"/>
          <p:cNvSpPr>
            <a:spLocks noGrp="1"/>
          </p:cNvSpPr>
          <p:nvPr>
            <p:ph type="sldNum" sz="quarter" idx="5"/>
          </p:nvPr>
        </p:nvSpPr>
        <p:spPr/>
        <p:txBody>
          <a:bodyPr/>
          <a:lstStyle/>
          <a:p>
            <a:fld id="{20807901-BB8B-7E4D-8FB9-39CBADF67B3C}" type="slidenum">
              <a:rPr lang="en-US" smtClean="0"/>
              <a:t>25</a:t>
            </a:fld>
            <a:endParaRPr lang="en-US"/>
          </a:p>
        </p:txBody>
      </p:sp>
    </p:spTree>
    <p:extLst>
      <p:ext uri="{BB962C8B-B14F-4D97-AF65-F5344CB8AC3E}">
        <p14:creationId xmlns:p14="http://schemas.microsoft.com/office/powerpoint/2010/main" val="8657971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Expansion from Fortune 200 to Fortune 2000. Needed a sales team to reach the increased number of target customers and associated sales cycle. Partnered with an external agency to reach the customers. </a:t>
            </a:r>
          </a:p>
          <a:p>
            <a:r>
              <a:rPr lang="en-US" dirty="0"/>
              <a:t>Exclusivity contract with the partner for the 1</a:t>
            </a:r>
            <a:r>
              <a:rPr lang="en-US" baseline="30000" dirty="0"/>
              <a:t>st</a:t>
            </a:r>
            <a:r>
              <a:rPr lang="en-US" dirty="0"/>
              <a:t> year to help the partner gain momentum.</a:t>
            </a:r>
          </a:p>
        </p:txBody>
      </p:sp>
      <p:sp>
        <p:nvSpPr>
          <p:cNvPr id="4" name="Slide Number Placeholder 3"/>
          <p:cNvSpPr>
            <a:spLocks noGrp="1"/>
          </p:cNvSpPr>
          <p:nvPr>
            <p:ph type="sldNum" sz="quarter" idx="5"/>
          </p:nvPr>
        </p:nvSpPr>
        <p:spPr/>
        <p:txBody>
          <a:bodyPr/>
          <a:lstStyle/>
          <a:p>
            <a:fld id="{20807901-BB8B-7E4D-8FB9-39CBADF67B3C}" type="slidenum">
              <a:rPr lang="en-US" smtClean="0"/>
              <a:t>26</a:t>
            </a:fld>
            <a:endParaRPr lang="en-US"/>
          </a:p>
        </p:txBody>
      </p:sp>
    </p:spTree>
    <p:extLst>
      <p:ext uri="{BB962C8B-B14F-4D97-AF65-F5344CB8AC3E}">
        <p14:creationId xmlns:p14="http://schemas.microsoft.com/office/powerpoint/2010/main" val="25980209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www.rahulmd.com/"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www.rahulmd.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66F4C1-B371-63BC-CEA1-3E0443DF7351}"/>
              </a:ext>
            </a:extLst>
          </p:cNvPr>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dirty="0">
              <a:latin typeface="Arial" pitchFamily="34" charset="0"/>
              <a:cs typeface="Arial" pitchFamily="34" charset="0"/>
            </a:endParaRPr>
          </a:p>
        </p:txBody>
      </p:sp>
      <p:sp>
        <p:nvSpPr>
          <p:cNvPr id="3" name="Rectangle 2">
            <a:extLst>
              <a:ext uri="{FF2B5EF4-FFF2-40B4-BE49-F238E27FC236}">
                <a16:creationId xmlns:a16="http://schemas.microsoft.com/office/drawing/2014/main" id="{F907A518-0EB7-F6A5-CEB3-3B509AC9F7A8}"/>
              </a:ext>
            </a:extLst>
          </p:cNvPr>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491967A4-7E5A-F9A9-CB35-C6C7F1CEE1E5}"/>
              </a:ext>
            </a:extLst>
          </p:cNvPr>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107F13C5-8798-2C25-4493-3457A7D06054}"/>
              </a:ext>
            </a:extLst>
          </p:cNvPr>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6" name="Picture 10" descr="BITS_university_logo_whitevert.png">
            <a:extLst>
              <a:ext uri="{FF2B5EF4-FFF2-40B4-BE49-F238E27FC236}">
                <a16:creationId xmlns:a16="http://schemas.microsoft.com/office/drawing/2014/main" id="{999400A4-1CB2-9051-CB0E-0A1B5CE9DD7A}"/>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4D46F3B2-7F21-0CA8-1824-C6727EDD31FE}"/>
              </a:ext>
            </a:extLst>
          </p:cNvPr>
          <p:cNvSpPr txBox="1"/>
          <p:nvPr userDrawn="1"/>
        </p:nvSpPr>
        <p:spPr>
          <a:xfrm>
            <a:off x="-101600" y="5257800"/>
            <a:ext cx="29464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8" name="TextBox 7">
            <a:extLst>
              <a:ext uri="{FF2B5EF4-FFF2-40B4-BE49-F238E27FC236}">
                <a16:creationId xmlns:a16="http://schemas.microsoft.com/office/drawing/2014/main" id="{E5ABDD20-7142-9744-80A4-18FD33D5EAE8}"/>
              </a:ext>
            </a:extLst>
          </p:cNvPr>
          <p:cNvSpPr txBox="1"/>
          <p:nvPr userDrawn="1"/>
        </p:nvSpPr>
        <p:spPr>
          <a:xfrm>
            <a:off x="203200" y="5667376"/>
            <a:ext cx="2540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11"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005816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D5F90EC-0745-7E9F-0510-D5AB37F5CC98}"/>
              </a:ext>
            </a:extLst>
          </p:cNvPr>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1E616D80-0F45-2768-B84C-AC30A4B99677}"/>
              </a:ext>
            </a:extLst>
          </p:cNvPr>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9E90BEF9-78F1-22EC-BFE3-DBF2B053C5F2}"/>
              </a:ext>
            </a:extLst>
          </p:cNvPr>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25F01178-96C5-59E4-B790-C8A7236881AA}"/>
              </a:ext>
            </a:extLst>
          </p:cNvPr>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8" name="Picture 10" descr="BITS_university_logo_whitevert.png">
            <a:extLst>
              <a:ext uri="{FF2B5EF4-FFF2-40B4-BE49-F238E27FC236}">
                <a16:creationId xmlns:a16="http://schemas.microsoft.com/office/drawing/2014/main" id="{2F960195-B344-C921-7B59-B7C42D725794}"/>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A2B4082D-27B9-C1E8-CCB6-21398E95F666}"/>
              </a:ext>
            </a:extLst>
          </p:cNvPr>
          <p:cNvSpPr txBox="1"/>
          <p:nvPr userDrawn="1"/>
        </p:nvSpPr>
        <p:spPr>
          <a:xfrm>
            <a:off x="-101600" y="5257800"/>
            <a:ext cx="29464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F99183E4-8393-1E07-66C5-8E174C81C819}"/>
              </a:ext>
            </a:extLst>
          </p:cNvPr>
          <p:cNvSpPr txBox="1"/>
          <p:nvPr userDrawn="1"/>
        </p:nvSpPr>
        <p:spPr>
          <a:xfrm>
            <a:off x="203200" y="5667376"/>
            <a:ext cx="2540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620764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78A451AA-0746-B1D4-1762-48DF10B2EB9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FDE029DE-4E3A-4A12-A23F-4A453DA997DD}"/>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4" name="Picture 8" descr="Picture 7.png">
            <a:extLst>
              <a:ext uri="{FF2B5EF4-FFF2-40B4-BE49-F238E27FC236}">
                <a16:creationId xmlns:a16="http://schemas.microsoft.com/office/drawing/2014/main" id="{FE8D8F83-F4A7-FD02-B4A2-F2C8EC6D39B8}"/>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5D7E6AC2-3D5E-B0FB-1D8E-59C132065437}"/>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7EDBD2B7-5D34-50DC-7126-303F90B23D27}"/>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FB295F5F-CBB2-90AD-B9E2-0DE72D2B1C96}"/>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TextBox 7">
            <a:extLst>
              <a:ext uri="{FF2B5EF4-FFF2-40B4-BE49-F238E27FC236}">
                <a16:creationId xmlns:a16="http://schemas.microsoft.com/office/drawing/2014/main" id="{D0A3DD41-7D1E-2B1C-73A1-4C7C026A03FE}"/>
              </a:ext>
            </a:extLst>
          </p:cNvPr>
          <p:cNvSpPr txBox="1"/>
          <p:nvPr userDrawn="1"/>
        </p:nvSpPr>
        <p:spPr>
          <a:xfrm>
            <a:off x="9144000" y="762000"/>
            <a:ext cx="29464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5C8A837E-AE1D-1B14-93D0-EDA849DFE0C2}"/>
              </a:ext>
            </a:extLst>
          </p:cNvPr>
          <p:cNvSpPr txBox="1"/>
          <p:nvPr userDrawn="1"/>
        </p:nvSpPr>
        <p:spPr>
          <a:xfrm>
            <a:off x="9448800" y="1171576"/>
            <a:ext cx="2540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02966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8787DF-7FDC-71A0-68F1-391AA083D685}"/>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4" name="Group 11">
            <a:extLst>
              <a:ext uri="{FF2B5EF4-FFF2-40B4-BE49-F238E27FC236}">
                <a16:creationId xmlns:a16="http://schemas.microsoft.com/office/drawing/2014/main" id="{2AC9E22D-67FE-9FD6-B152-4D4A39E881E0}"/>
              </a:ext>
            </a:extLst>
          </p:cNvPr>
          <p:cNvGrpSpPr>
            <a:grpSpLocks/>
          </p:cNvGrpSpPr>
          <p:nvPr userDrawn="1"/>
        </p:nvGrpSpPr>
        <p:grpSpPr bwMode="auto">
          <a:xfrm>
            <a:off x="2779184" y="6550026"/>
            <a:ext cx="9412816" cy="49213"/>
            <a:chOff x="2083888" y="6550671"/>
            <a:chExt cx="7060112" cy="48665"/>
          </a:xfrm>
        </p:grpSpPr>
        <p:sp>
          <p:nvSpPr>
            <p:cNvPr id="5" name="Rectangle 4">
              <a:extLst>
                <a:ext uri="{FF2B5EF4-FFF2-40B4-BE49-F238E27FC236}">
                  <a16:creationId xmlns:a16="http://schemas.microsoft.com/office/drawing/2014/main" id="{754A15DE-75A2-3E13-CA96-399103A6D3FE}"/>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F46D7328-9101-702C-3349-9ECF74D00899}"/>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80FDFCFD-B7A4-9358-B321-820A79289448}"/>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3BCDBF7F-ADDC-70AC-450F-9C268E4FE72A}"/>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646D5C53-61DF-6F65-8E8D-935FC72C3DBF}"/>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87826D55-5050-1A58-84B2-387533C157D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a:extLst>
                <a:ext uri="{FF2B5EF4-FFF2-40B4-BE49-F238E27FC236}">
                  <a16:creationId xmlns:a16="http://schemas.microsoft.com/office/drawing/2014/main" id="{2E791F12-0FF1-6829-3771-BD8F023BF0E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a:extLst>
                <a:ext uri="{FF2B5EF4-FFF2-40B4-BE49-F238E27FC236}">
                  <a16:creationId xmlns:a16="http://schemas.microsoft.com/office/drawing/2014/main" id="{FC7C7F28-7FC2-D627-9757-DB8C5284732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3" name="Group 22">
            <a:extLst>
              <a:ext uri="{FF2B5EF4-FFF2-40B4-BE49-F238E27FC236}">
                <a16:creationId xmlns:a16="http://schemas.microsoft.com/office/drawing/2014/main" id="{3B449E19-05FE-0EC2-489B-1F9F40CD3807}"/>
              </a:ext>
            </a:extLst>
          </p:cNvPr>
          <p:cNvGrpSpPr>
            <a:grpSpLocks/>
          </p:cNvGrpSpPr>
          <p:nvPr userDrawn="1"/>
        </p:nvGrpSpPr>
        <p:grpSpPr bwMode="auto">
          <a:xfrm>
            <a:off x="0" y="1295400"/>
            <a:ext cx="9347200" cy="46038"/>
            <a:chOff x="1905000" y="6553200"/>
            <a:chExt cx="7010400" cy="45719"/>
          </a:xfrm>
        </p:grpSpPr>
        <p:sp>
          <p:nvSpPr>
            <p:cNvPr id="14" name="Rectangle 13">
              <a:extLst>
                <a:ext uri="{FF2B5EF4-FFF2-40B4-BE49-F238E27FC236}">
                  <a16:creationId xmlns:a16="http://schemas.microsoft.com/office/drawing/2014/main" id="{5B2BC1F6-CB3B-794E-CB2E-1491BCE5BCA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Rectangle 14">
              <a:extLst>
                <a:ext uri="{FF2B5EF4-FFF2-40B4-BE49-F238E27FC236}">
                  <a16:creationId xmlns:a16="http://schemas.microsoft.com/office/drawing/2014/main" id="{A4484643-2902-C35C-112C-56F24DA8447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Rectangle 15">
              <a:extLst>
                <a:ext uri="{FF2B5EF4-FFF2-40B4-BE49-F238E27FC236}">
                  <a16:creationId xmlns:a16="http://schemas.microsoft.com/office/drawing/2014/main" id="{0F2C65AB-C337-CB37-D234-BE4462CD0F2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75937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 name="Picture 6" descr="Picture 7.png">
            <a:extLst>
              <a:ext uri="{FF2B5EF4-FFF2-40B4-BE49-F238E27FC236}">
                <a16:creationId xmlns:a16="http://schemas.microsoft.com/office/drawing/2014/main" id="{CB3F9B1F-867C-EC25-0C04-DB341C3E5FC6}"/>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9">
            <a:extLst>
              <a:ext uri="{FF2B5EF4-FFF2-40B4-BE49-F238E27FC236}">
                <a16:creationId xmlns:a16="http://schemas.microsoft.com/office/drawing/2014/main" id="{7A459421-2319-E18E-EFA6-41A53A206A91}"/>
              </a:ext>
            </a:extLst>
          </p:cNvPr>
          <p:cNvGrpSpPr>
            <a:grpSpLocks/>
          </p:cNvGrpSpPr>
          <p:nvPr userDrawn="1"/>
        </p:nvGrpSpPr>
        <p:grpSpPr bwMode="auto">
          <a:xfrm>
            <a:off x="0" y="1295400"/>
            <a:ext cx="9347200" cy="46038"/>
            <a:chOff x="1905000" y="6553200"/>
            <a:chExt cx="7010400" cy="45719"/>
          </a:xfrm>
        </p:grpSpPr>
        <p:sp>
          <p:nvSpPr>
            <p:cNvPr id="6" name="Rectangle 5">
              <a:extLst>
                <a:ext uri="{FF2B5EF4-FFF2-40B4-BE49-F238E27FC236}">
                  <a16:creationId xmlns:a16="http://schemas.microsoft.com/office/drawing/2014/main" id="{D5EDBF78-B510-27AC-969C-A42521734AE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857C862E-1198-9607-4F16-D61277ABD57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61FC8239-77C9-521C-5942-9865AFAAB16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9" name="Group 28">
            <a:extLst>
              <a:ext uri="{FF2B5EF4-FFF2-40B4-BE49-F238E27FC236}">
                <a16:creationId xmlns:a16="http://schemas.microsoft.com/office/drawing/2014/main" id="{ED499DC2-04A4-2B05-E7FE-B30CE0FD644F}"/>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B9870F2C-C7D2-5CA1-6D1F-D360994DA04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a:extLst>
                <a:ext uri="{FF2B5EF4-FFF2-40B4-BE49-F238E27FC236}">
                  <a16:creationId xmlns:a16="http://schemas.microsoft.com/office/drawing/2014/main" id="{14C78396-65A4-2E74-0A3A-30697DD5137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a:extLst>
                <a:ext uri="{FF2B5EF4-FFF2-40B4-BE49-F238E27FC236}">
                  <a16:creationId xmlns:a16="http://schemas.microsoft.com/office/drawing/2014/main" id="{5E966ACC-7FE5-FC35-B0A9-7E723A7ED3B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13" name="TextBox 12">
            <a:extLst>
              <a:ext uri="{FF2B5EF4-FFF2-40B4-BE49-F238E27FC236}">
                <a16:creationId xmlns:a16="http://schemas.microsoft.com/office/drawing/2014/main" id="{CA110F75-1685-2FF1-C3E3-4A01AF2977B4}"/>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sz="half" idx="1"/>
          </p:nvPr>
        </p:nvSpPr>
        <p:spPr>
          <a:xfrm>
            <a:off x="609600" y="1600201"/>
            <a:ext cx="5384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6604000" y="1600201"/>
            <a:ext cx="5384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409962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2" name="Group 10">
            <a:extLst>
              <a:ext uri="{FF2B5EF4-FFF2-40B4-BE49-F238E27FC236}">
                <a16:creationId xmlns:a16="http://schemas.microsoft.com/office/drawing/2014/main" id="{E38AC30A-EA15-268D-27F6-1554AC1D06D5}"/>
              </a:ext>
            </a:extLst>
          </p:cNvPr>
          <p:cNvGrpSpPr>
            <a:grpSpLocks/>
          </p:cNvGrpSpPr>
          <p:nvPr userDrawn="1"/>
        </p:nvGrpSpPr>
        <p:grpSpPr bwMode="auto">
          <a:xfrm>
            <a:off x="0" y="1295400"/>
            <a:ext cx="9347200" cy="46038"/>
            <a:chOff x="1905000" y="6553200"/>
            <a:chExt cx="7010400" cy="45719"/>
          </a:xfrm>
        </p:grpSpPr>
        <p:sp>
          <p:nvSpPr>
            <p:cNvPr id="7" name="Rectangle 6">
              <a:extLst>
                <a:ext uri="{FF2B5EF4-FFF2-40B4-BE49-F238E27FC236}">
                  <a16:creationId xmlns:a16="http://schemas.microsoft.com/office/drawing/2014/main" id="{6737A389-B5AE-2E8B-1C0E-67F4079FECF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771E054C-4184-FC52-6081-7815548C18A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a:extLst>
                <a:ext uri="{FF2B5EF4-FFF2-40B4-BE49-F238E27FC236}">
                  <a16:creationId xmlns:a16="http://schemas.microsoft.com/office/drawing/2014/main" id="{AB76A227-11C9-7D0D-1A61-2C3E52822E6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1" name="Group 15">
            <a:extLst>
              <a:ext uri="{FF2B5EF4-FFF2-40B4-BE49-F238E27FC236}">
                <a16:creationId xmlns:a16="http://schemas.microsoft.com/office/drawing/2014/main" id="{6815CEEC-35E2-8CC7-661F-41BD08614E68}"/>
              </a:ext>
            </a:extLst>
          </p:cNvPr>
          <p:cNvGrpSpPr>
            <a:grpSpLocks/>
          </p:cNvGrpSpPr>
          <p:nvPr userDrawn="1"/>
        </p:nvGrpSpPr>
        <p:grpSpPr bwMode="auto">
          <a:xfrm>
            <a:off x="2844800" y="6553200"/>
            <a:ext cx="9347200" cy="46038"/>
            <a:chOff x="1905000" y="6553200"/>
            <a:chExt cx="7010400" cy="45719"/>
          </a:xfrm>
        </p:grpSpPr>
        <p:sp>
          <p:nvSpPr>
            <p:cNvPr id="12" name="Rectangle 11">
              <a:extLst>
                <a:ext uri="{FF2B5EF4-FFF2-40B4-BE49-F238E27FC236}">
                  <a16:creationId xmlns:a16="http://schemas.microsoft.com/office/drawing/2014/main" id="{9DF3A05D-6094-E546-768A-E69BB41C42F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a:extLst>
                <a:ext uri="{FF2B5EF4-FFF2-40B4-BE49-F238E27FC236}">
                  <a16:creationId xmlns:a16="http://schemas.microsoft.com/office/drawing/2014/main" id="{022624F4-3652-6C87-A1DC-123572BF378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4" name="Rectangle 13">
              <a:extLst>
                <a:ext uri="{FF2B5EF4-FFF2-40B4-BE49-F238E27FC236}">
                  <a16:creationId xmlns:a16="http://schemas.microsoft.com/office/drawing/2014/main" id="{5CB87FA4-EB11-A94C-B040-40A5068BFD8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5" name="Picture 14" descr="Picture 7.png">
            <a:extLst>
              <a:ext uri="{FF2B5EF4-FFF2-40B4-BE49-F238E27FC236}">
                <a16:creationId xmlns:a16="http://schemas.microsoft.com/office/drawing/2014/main" id="{BFD271EC-1594-E23F-77BD-19DE714DB0F1}"/>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6C8F2954-7E81-F252-859C-C1BAC280CA70}"/>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3" name="Text Placeholder 2"/>
          <p:cNvSpPr>
            <a:spLocks noGrp="1"/>
          </p:cNvSpPr>
          <p:nvPr>
            <p:ph type="body" idx="1"/>
          </p:nvPr>
        </p:nvSpPr>
        <p:spPr>
          <a:xfrm>
            <a:off x="609600" y="1535112"/>
            <a:ext cx="5386917"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362200"/>
            <a:ext cx="5386917"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2"/>
            <a:ext cx="5389033"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362200"/>
            <a:ext cx="5389033"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232453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8BB64361-28A6-DFFF-E85E-714AF889F0D5}"/>
              </a:ext>
            </a:extLst>
          </p:cNvPr>
          <p:cNvGrpSpPr>
            <a:grpSpLocks/>
          </p:cNvGrpSpPr>
          <p:nvPr userDrawn="1"/>
        </p:nvGrpSpPr>
        <p:grpSpPr bwMode="auto">
          <a:xfrm>
            <a:off x="0" y="1295400"/>
            <a:ext cx="9347200" cy="46038"/>
            <a:chOff x="1905000" y="6553200"/>
            <a:chExt cx="7010400" cy="45719"/>
          </a:xfrm>
        </p:grpSpPr>
        <p:sp>
          <p:nvSpPr>
            <p:cNvPr id="3" name="Rectangle 2">
              <a:extLst>
                <a:ext uri="{FF2B5EF4-FFF2-40B4-BE49-F238E27FC236}">
                  <a16:creationId xmlns:a16="http://schemas.microsoft.com/office/drawing/2014/main" id="{5F8F244C-6559-87E4-FCB4-587302A3AB3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BD605ECF-A3BC-5186-45CE-8CA88DA38C0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24806DCE-9255-F2E2-902D-27146983D3B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7" name="Group 10">
            <a:extLst>
              <a:ext uri="{FF2B5EF4-FFF2-40B4-BE49-F238E27FC236}">
                <a16:creationId xmlns:a16="http://schemas.microsoft.com/office/drawing/2014/main" id="{29692ECC-3B99-B3F3-A43B-7DA00B08E06A}"/>
              </a:ext>
            </a:extLst>
          </p:cNvPr>
          <p:cNvGrpSpPr>
            <a:grpSpLocks/>
          </p:cNvGrpSpPr>
          <p:nvPr userDrawn="1"/>
        </p:nvGrpSpPr>
        <p:grpSpPr bwMode="auto">
          <a:xfrm>
            <a:off x="2844800" y="6553200"/>
            <a:ext cx="9347200" cy="46038"/>
            <a:chOff x="1905000" y="6553200"/>
            <a:chExt cx="7010400" cy="45719"/>
          </a:xfrm>
        </p:grpSpPr>
        <p:sp>
          <p:nvSpPr>
            <p:cNvPr id="8" name="Rectangle 7">
              <a:extLst>
                <a:ext uri="{FF2B5EF4-FFF2-40B4-BE49-F238E27FC236}">
                  <a16:creationId xmlns:a16="http://schemas.microsoft.com/office/drawing/2014/main" id="{DCA5879F-260A-DD85-69E6-B59FDD95524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a:extLst>
                <a:ext uri="{FF2B5EF4-FFF2-40B4-BE49-F238E27FC236}">
                  <a16:creationId xmlns:a16="http://schemas.microsoft.com/office/drawing/2014/main" id="{381CD090-47A2-FDF6-614E-34C8D3CD229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a:extLst>
                <a:ext uri="{FF2B5EF4-FFF2-40B4-BE49-F238E27FC236}">
                  <a16:creationId xmlns:a16="http://schemas.microsoft.com/office/drawing/2014/main" id="{C462E2A2-DD41-B565-9C98-301EE42DBD3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FC1AB2B4-BB04-CE2C-DDDC-60B8A2168BCF}"/>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FCE2D532-445A-49EE-4D92-3CC2A530EA12}"/>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056628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101471E5-BA9C-C404-CBB4-AB8466FE69F4}"/>
              </a:ext>
            </a:extLst>
          </p:cNvPr>
          <p:cNvGrpSpPr>
            <a:grpSpLocks/>
          </p:cNvGrpSpPr>
          <p:nvPr userDrawn="1"/>
        </p:nvGrpSpPr>
        <p:grpSpPr bwMode="auto">
          <a:xfrm>
            <a:off x="0" y="1295400"/>
            <a:ext cx="9347200" cy="46038"/>
            <a:chOff x="1905000" y="6553200"/>
            <a:chExt cx="7010400" cy="45719"/>
          </a:xfrm>
        </p:grpSpPr>
        <p:sp>
          <p:nvSpPr>
            <p:cNvPr id="5" name="Rectangle 4">
              <a:extLst>
                <a:ext uri="{FF2B5EF4-FFF2-40B4-BE49-F238E27FC236}">
                  <a16:creationId xmlns:a16="http://schemas.microsoft.com/office/drawing/2014/main" id="{1A16240B-57B5-7899-1FBC-317BCC508FC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59C7265D-AF23-E09C-4B6B-EFED422AEFC7}"/>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EA6AA464-01AD-8E7B-F609-CB6858979D6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9" name="Group 13">
            <a:extLst>
              <a:ext uri="{FF2B5EF4-FFF2-40B4-BE49-F238E27FC236}">
                <a16:creationId xmlns:a16="http://schemas.microsoft.com/office/drawing/2014/main" id="{BC0A8C0F-11B7-7231-0B8F-1E9174B58CC2}"/>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6F89E48C-2487-7C1E-7211-34A33D0BCEE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a:extLst>
                <a:ext uri="{FF2B5EF4-FFF2-40B4-BE49-F238E27FC236}">
                  <a16:creationId xmlns:a16="http://schemas.microsoft.com/office/drawing/2014/main" id="{568DD2ED-8790-9D15-B882-0DD897F68DE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a:extLst>
                <a:ext uri="{FF2B5EF4-FFF2-40B4-BE49-F238E27FC236}">
                  <a16:creationId xmlns:a16="http://schemas.microsoft.com/office/drawing/2014/main" id="{CAB57335-2D3E-C585-DB31-B6F6F93B186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3" name="Picture 14" descr="Picture 7.png">
            <a:extLst>
              <a:ext uri="{FF2B5EF4-FFF2-40B4-BE49-F238E27FC236}">
                <a16:creationId xmlns:a16="http://schemas.microsoft.com/office/drawing/2014/main" id="{115798C1-2851-82D5-D939-2D22D1FEEF83}"/>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F2C0FF02-25BA-EC3D-C44C-782E6B250BA7}"/>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idx="1"/>
          </p:nvPr>
        </p:nvSpPr>
        <p:spPr>
          <a:xfrm>
            <a:off x="4766733" y="1600201"/>
            <a:ext cx="6815667"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600201"/>
            <a:ext cx="4011084"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89224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C5B26752-DA46-A6CC-66EF-6F22B07023D4}"/>
              </a:ext>
            </a:extLst>
          </p:cNvPr>
          <p:cNvGrpSpPr>
            <a:grpSpLocks/>
          </p:cNvGrpSpPr>
          <p:nvPr userDrawn="1"/>
        </p:nvGrpSpPr>
        <p:grpSpPr bwMode="auto">
          <a:xfrm>
            <a:off x="0" y="1295400"/>
            <a:ext cx="9347200" cy="46038"/>
            <a:chOff x="1905000" y="6553200"/>
            <a:chExt cx="7010400" cy="45719"/>
          </a:xfrm>
        </p:grpSpPr>
        <p:sp>
          <p:nvSpPr>
            <p:cNvPr id="7" name="Rectangle 6">
              <a:extLst>
                <a:ext uri="{FF2B5EF4-FFF2-40B4-BE49-F238E27FC236}">
                  <a16:creationId xmlns:a16="http://schemas.microsoft.com/office/drawing/2014/main" id="{5C393414-BE56-CF1D-6B99-CA65116798F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063161D9-0953-8CB4-06FD-977DF76B5F43}"/>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a:extLst>
                <a:ext uri="{FF2B5EF4-FFF2-40B4-BE49-F238E27FC236}">
                  <a16:creationId xmlns:a16="http://schemas.microsoft.com/office/drawing/2014/main" id="{B27CF8AD-13CB-9D3F-F983-F830F9552AA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0" name="Group 10">
            <a:extLst>
              <a:ext uri="{FF2B5EF4-FFF2-40B4-BE49-F238E27FC236}">
                <a16:creationId xmlns:a16="http://schemas.microsoft.com/office/drawing/2014/main" id="{77FACA5D-0DD0-B85B-ED1C-80232C4A7D49}"/>
              </a:ext>
            </a:extLst>
          </p:cNvPr>
          <p:cNvGrpSpPr>
            <a:grpSpLocks/>
          </p:cNvGrpSpPr>
          <p:nvPr userDrawn="1"/>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32CEFB37-B16E-85AC-06DC-22D9C9F5928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a:extLst>
                <a:ext uri="{FF2B5EF4-FFF2-40B4-BE49-F238E27FC236}">
                  <a16:creationId xmlns:a16="http://schemas.microsoft.com/office/drawing/2014/main" id="{CDFC191B-467E-2E4B-0A0B-BBE0CC15B4A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a:extLst>
                <a:ext uri="{FF2B5EF4-FFF2-40B4-BE49-F238E27FC236}">
                  <a16:creationId xmlns:a16="http://schemas.microsoft.com/office/drawing/2014/main" id="{545F7DE3-1EB0-D097-0627-684453DFB87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66A2DFAF-A763-6B62-E51F-B74570A353A6}"/>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4863C766-5AA1-A6E0-154D-9ED04E0F1ED6}"/>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2" name="Title 1"/>
          <p:cNvSpPr>
            <a:spLocks noGrp="1"/>
          </p:cNvSpPr>
          <p:nvPr>
            <p:ph type="title"/>
          </p:nvPr>
        </p:nvSpPr>
        <p:spPr>
          <a:xfrm>
            <a:off x="2389717" y="5407025"/>
            <a:ext cx="7315200" cy="304800"/>
          </a:xfrm>
        </p:spPr>
        <p:txBody>
          <a:bodyPr anchor="b"/>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2389717" y="1828800"/>
            <a:ext cx="73152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711825"/>
            <a:ext cx="73152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52789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grpSp>
        <p:nvGrpSpPr>
          <p:cNvPr id="2" name="Group 19">
            <a:extLst>
              <a:ext uri="{FF2B5EF4-FFF2-40B4-BE49-F238E27FC236}">
                <a16:creationId xmlns:a16="http://schemas.microsoft.com/office/drawing/2014/main" id="{7F7025BE-84FC-15EE-133A-3ED99C39A6C6}"/>
              </a:ext>
            </a:extLst>
          </p:cNvPr>
          <p:cNvGrpSpPr>
            <a:grpSpLocks/>
          </p:cNvGrpSpPr>
          <p:nvPr userDrawn="1"/>
        </p:nvGrpSpPr>
        <p:grpSpPr bwMode="auto">
          <a:xfrm>
            <a:off x="0" y="1295400"/>
            <a:ext cx="9347200" cy="46038"/>
            <a:chOff x="1905000" y="6553200"/>
            <a:chExt cx="7010400" cy="45719"/>
          </a:xfrm>
        </p:grpSpPr>
        <p:sp>
          <p:nvSpPr>
            <p:cNvPr id="4" name="Rectangle 3">
              <a:extLst>
                <a:ext uri="{FF2B5EF4-FFF2-40B4-BE49-F238E27FC236}">
                  <a16:creationId xmlns:a16="http://schemas.microsoft.com/office/drawing/2014/main" id="{D0C3CA4F-89EB-99CB-F01E-6827DD2BA40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21EDA2C0-B690-E0A0-3C30-2BF7FD65121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CF7F4623-0C5F-67CE-33E0-B7E85A4508A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7" name="Group 24">
            <a:extLst>
              <a:ext uri="{FF2B5EF4-FFF2-40B4-BE49-F238E27FC236}">
                <a16:creationId xmlns:a16="http://schemas.microsoft.com/office/drawing/2014/main" id="{D2F224D4-5606-AA3C-AEDD-32E4FCCF0DF4}"/>
              </a:ext>
            </a:extLst>
          </p:cNvPr>
          <p:cNvGrpSpPr>
            <a:grpSpLocks/>
          </p:cNvGrpSpPr>
          <p:nvPr userDrawn="1"/>
        </p:nvGrpSpPr>
        <p:grpSpPr bwMode="auto">
          <a:xfrm>
            <a:off x="2844800" y="6553200"/>
            <a:ext cx="9347200" cy="46038"/>
            <a:chOff x="1905000" y="6553200"/>
            <a:chExt cx="7010400" cy="45719"/>
          </a:xfrm>
        </p:grpSpPr>
        <p:sp>
          <p:nvSpPr>
            <p:cNvPr id="8" name="Rectangle 7">
              <a:extLst>
                <a:ext uri="{FF2B5EF4-FFF2-40B4-BE49-F238E27FC236}">
                  <a16:creationId xmlns:a16="http://schemas.microsoft.com/office/drawing/2014/main" id="{2F1D382F-3510-0BB8-060F-28D4FC11E22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a:extLst>
                <a:ext uri="{FF2B5EF4-FFF2-40B4-BE49-F238E27FC236}">
                  <a16:creationId xmlns:a16="http://schemas.microsoft.com/office/drawing/2014/main" id="{FD8859DB-148C-C9D6-5711-60F191E764D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a:extLst>
                <a:ext uri="{FF2B5EF4-FFF2-40B4-BE49-F238E27FC236}">
                  <a16:creationId xmlns:a16="http://schemas.microsoft.com/office/drawing/2014/main" id="{1D41F88A-372C-E3A4-6169-A279EB45F31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5A3621BA-83EF-7939-D721-1B3D2DF8AFC3}"/>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C18E6DAD-56AD-D400-3E80-0FD896897269}"/>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77012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BE37EDBC-3E48-D6CA-CFEA-9C2E47D1C44D}"/>
              </a:ext>
            </a:extLst>
          </p:cNvPr>
          <p:cNvGrpSpPr>
            <a:grpSpLocks/>
          </p:cNvGrpSpPr>
          <p:nvPr userDrawn="1"/>
        </p:nvGrpSpPr>
        <p:grpSpPr bwMode="auto">
          <a:xfrm rot="5400000">
            <a:off x="7538509" y="2560109"/>
            <a:ext cx="5181600" cy="61383"/>
            <a:chOff x="1905000" y="6553200"/>
            <a:chExt cx="7010400" cy="45719"/>
          </a:xfrm>
        </p:grpSpPr>
        <p:sp>
          <p:nvSpPr>
            <p:cNvPr id="4" name="Rectangle 3">
              <a:extLst>
                <a:ext uri="{FF2B5EF4-FFF2-40B4-BE49-F238E27FC236}">
                  <a16:creationId xmlns:a16="http://schemas.microsoft.com/office/drawing/2014/main" id="{FBB1D34B-7918-FBCA-9776-78201E819A17}"/>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7F10D5D9-AC32-C9D5-0995-40AD463F89C9}"/>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2EB6F306-BC41-3C67-1C3D-0F6D39A396E2}"/>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8" name="Picture 10" descr="Picture 7.png">
            <a:extLst>
              <a:ext uri="{FF2B5EF4-FFF2-40B4-BE49-F238E27FC236}">
                <a16:creationId xmlns:a16="http://schemas.microsoft.com/office/drawing/2014/main" id="{A78E8126-DCE3-B8CE-3755-97F5DB6E6C16}"/>
              </a:ext>
            </a:extLst>
          </p:cNvPr>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10583" y="381001"/>
            <a:ext cx="922868"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24EA246A-A909-E0AD-1AC8-82AA7CF61726}"/>
              </a:ext>
            </a:extLst>
          </p:cNvPr>
          <p:cNvSpPr txBox="1"/>
          <p:nvPr userDrawn="1"/>
        </p:nvSpPr>
        <p:spPr>
          <a:xfrm rot="5400000">
            <a:off x="-2748491" y="3808884"/>
            <a:ext cx="5867400" cy="230832"/>
          </a:xfrm>
          <a:prstGeom prst="rect">
            <a:avLst/>
          </a:prstGeom>
          <a:noFill/>
        </p:spPr>
        <p:txBody>
          <a:bodyPr>
            <a:spAutoFit/>
          </a:bodyPr>
          <a:lstStyle/>
          <a:p>
            <a:pPr algn="r" fontAlgn="auto">
              <a:spcBef>
                <a:spcPts val="0"/>
              </a:spcBef>
              <a:spcAft>
                <a:spcPts val="0"/>
              </a:spcAft>
              <a:defRPr/>
            </a:pP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a:xfrm>
            <a:off x="1625600" y="38100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8191500" y="2552700"/>
            <a:ext cx="5867400" cy="1524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505625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1626957-100C-C643-B588-44D52B9244CB}"/>
              </a:ext>
            </a:extLst>
          </p:cNvPr>
          <p:cNvSpPr>
            <a:spLocks noGrp="1"/>
          </p:cNvSpPr>
          <p:nvPr>
            <p:ph type="title" hasCustomPrompt="1"/>
          </p:nvPr>
        </p:nvSpPr>
        <p:spPr>
          <a:xfrm>
            <a:off x="838200" y="365125"/>
            <a:ext cx="9825842" cy="1039929"/>
          </a:xfrm>
        </p:spPr>
        <p:txBody>
          <a:bodyPr anchor="t">
            <a:normAutofit/>
          </a:bodyPr>
          <a:lstStyle>
            <a:lvl1pPr>
              <a:lnSpc>
                <a:spcPct val="100000"/>
              </a:lnSpc>
              <a:defRPr sz="4000" baseline="0">
                <a:solidFill>
                  <a:schemeClr val="accent3"/>
                </a:solidFill>
              </a:defRPr>
            </a:lvl1pPr>
          </a:lstStyle>
          <a:p>
            <a:r>
              <a:rPr lang="en-GB" dirty="0"/>
              <a:t>Click To Edit Master Title Style</a:t>
            </a:r>
            <a:endParaRPr lang="en-US" dirty="0"/>
          </a:p>
        </p:txBody>
      </p:sp>
      <p:cxnSp>
        <p:nvCxnSpPr>
          <p:cNvPr id="2" name="Straight Connector 1">
            <a:extLst>
              <a:ext uri="{FF2B5EF4-FFF2-40B4-BE49-F238E27FC236}">
                <a16:creationId xmlns:a16="http://schemas.microsoft.com/office/drawing/2014/main" id="{05CD131A-4297-A3D8-3C13-17D0E8697B07}"/>
              </a:ext>
            </a:extLst>
          </p:cNvPr>
          <p:cNvCxnSpPr/>
          <p:nvPr userDrawn="1"/>
        </p:nvCxnSpPr>
        <p:spPr>
          <a:xfrm>
            <a:off x="838200" y="1566543"/>
            <a:ext cx="41148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E26161A-B885-FE91-307E-8CA3F07103BD}"/>
              </a:ext>
            </a:extLst>
          </p:cNvPr>
          <p:cNvSpPr txBox="1"/>
          <p:nvPr userDrawn="1"/>
        </p:nvSpPr>
        <p:spPr>
          <a:xfrm>
            <a:off x="8302083" y="6492875"/>
            <a:ext cx="3051717" cy="276999"/>
          </a:xfrm>
          <a:prstGeom prst="rect">
            <a:avLst/>
          </a:prstGeom>
          <a:noFill/>
        </p:spPr>
        <p:txBody>
          <a:bodyPr wrap="square" rtlCol="0">
            <a:spAutoFit/>
          </a:bodyPr>
          <a:lstStyle/>
          <a:p>
            <a:pPr algn="r"/>
            <a:r>
              <a:rPr lang="en-US" sz="1200" b="0" i="0" kern="1200" spc="350" baseline="0" dirty="0" err="1">
                <a:solidFill>
                  <a:schemeClr val="accent3"/>
                </a:solidFill>
                <a:latin typeface="Rofaela" panose="02000600000000000000" pitchFamily="2" charset="0"/>
                <a:hlinkClick r:id="rId2">
                  <a:extLst>
                    <a:ext uri="{A12FA001-AC4F-418D-AE19-62706E023703}">
                      <ahyp:hlinkClr xmlns:ahyp="http://schemas.microsoft.com/office/drawing/2018/hyperlinkcolor" val="tx"/>
                    </a:ext>
                  </a:extLst>
                </a:hlinkClick>
              </a:rPr>
              <a:t>www.RahulMd.com</a:t>
            </a:r>
            <a:endParaRPr lang="en-US" sz="1200" b="0" i="0" kern="1200" spc="350" baseline="0" dirty="0">
              <a:solidFill>
                <a:schemeClr val="accent3"/>
              </a:solidFill>
              <a:latin typeface="Rofaela" panose="02000600000000000000" pitchFamily="2" charset="0"/>
            </a:endParaRPr>
          </a:p>
        </p:txBody>
      </p:sp>
    </p:spTree>
    <p:extLst>
      <p:ext uri="{BB962C8B-B14F-4D97-AF65-F5344CB8AC3E}">
        <p14:creationId xmlns:p14="http://schemas.microsoft.com/office/powerpoint/2010/main" val="651415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8D1CDC-9B81-9643-AB97-B98FC5218CFC}"/>
              </a:ext>
            </a:extLst>
          </p:cNvPr>
          <p:cNvSpPr>
            <a:spLocks noGrp="1"/>
          </p:cNvSpPr>
          <p:nvPr>
            <p:ph idx="1"/>
          </p:nvPr>
        </p:nvSpPr>
        <p:spPr>
          <a:xfrm>
            <a:off x="838200" y="2168525"/>
            <a:ext cx="10515600" cy="4008438"/>
          </a:xfrm>
        </p:spPr>
        <p:txBody>
          <a:bodyPr>
            <a:normAutofit/>
          </a:bodyPr>
          <a:lstStyle>
            <a:lvl1pPr marL="228600" indent="-228600" algn="l" defTabSz="914400" rtl="0" eaLnBrk="1" latinLnBrk="0" hangingPunct="1">
              <a:lnSpc>
                <a:spcPct val="100000"/>
              </a:lnSpc>
              <a:spcBef>
                <a:spcPts val="1000"/>
              </a:spcBef>
              <a:buFontTx/>
              <a:buChar char="-"/>
              <a:defRPr lang="en-GB" sz="2400" kern="1200" spc="150" baseline="0" dirty="0" smtClean="0">
                <a:solidFill>
                  <a:schemeClr val="tx2"/>
                </a:solidFill>
                <a:latin typeface="Avenir Book" panose="02000503020000020003" pitchFamily="2" charset="0"/>
                <a:ea typeface="+mn-ea"/>
                <a:cs typeface="+mn-cs"/>
              </a:defRPr>
            </a:lvl1pPr>
            <a:lvl2pPr marL="715963" indent="-269875" algn="l" defTabSz="914400" rtl="0" eaLnBrk="1" latinLnBrk="0" hangingPunct="1">
              <a:lnSpc>
                <a:spcPct val="100000"/>
              </a:lnSpc>
              <a:spcBef>
                <a:spcPts val="1000"/>
              </a:spcBef>
              <a:buFontTx/>
              <a:buChar char="-"/>
              <a:tabLst/>
              <a:defRPr lang="en-GB" sz="2000" kern="1200" spc="150" baseline="0" dirty="0" smtClean="0">
                <a:solidFill>
                  <a:schemeClr val="tx2"/>
                </a:solidFill>
                <a:latin typeface="Avenir Book" panose="02000503020000020003" pitchFamily="2" charset="0"/>
                <a:ea typeface="+mn-ea"/>
                <a:cs typeface="+mn-cs"/>
              </a:defRPr>
            </a:lvl2pPr>
            <a:lvl3pPr marL="228600" indent="-228600" algn="l" defTabSz="914400" rtl="0" eaLnBrk="1" latinLnBrk="0" hangingPunct="1">
              <a:lnSpc>
                <a:spcPct val="100000"/>
              </a:lnSpc>
              <a:spcBef>
                <a:spcPts val="1000"/>
              </a:spcBef>
              <a:buFontTx/>
              <a:buChar char="-"/>
              <a:defRPr lang="en-GB" sz="2400" kern="1200" dirty="0" smtClean="0">
                <a:solidFill>
                  <a:schemeClr val="accent1"/>
                </a:solidFill>
                <a:latin typeface="Avenir Book" panose="02000503020000020003" pitchFamily="2" charset="0"/>
                <a:ea typeface="+mn-ea"/>
                <a:cs typeface="+mn-cs"/>
              </a:defRPr>
            </a:lvl3pPr>
            <a:lvl4pPr marL="800100" indent="-342900" algn="l" defTabSz="914400" rtl="0" eaLnBrk="1" latinLnBrk="0" hangingPunct="1">
              <a:lnSpc>
                <a:spcPct val="100000"/>
              </a:lnSpc>
              <a:spcBef>
                <a:spcPts val="1000"/>
              </a:spcBef>
              <a:buFontTx/>
              <a:buChar char="-"/>
              <a:tabLst/>
              <a:defRPr lang="en-GB" sz="2000" kern="1200" dirty="0" smtClean="0">
                <a:solidFill>
                  <a:schemeClr val="accent1"/>
                </a:solidFill>
                <a:latin typeface="Avenir Book" panose="02000503020000020003" pitchFamily="2" charset="0"/>
                <a:ea typeface="+mn-ea"/>
                <a:cs typeface="+mn-cs"/>
              </a:defRPr>
            </a:lvl4pPr>
            <a:lvl5pPr marL="228600" indent="-228600" algn="l" defTabSz="914400" rtl="0" eaLnBrk="1" latinLnBrk="0" hangingPunct="1">
              <a:lnSpc>
                <a:spcPct val="100000"/>
              </a:lnSpc>
              <a:spcBef>
                <a:spcPts val="1000"/>
              </a:spcBef>
              <a:buFontTx/>
              <a:buChar char="-"/>
              <a:defRPr lang="en-US" sz="2400" kern="1200" dirty="0">
                <a:solidFill>
                  <a:schemeClr val="accent1"/>
                </a:solidFill>
                <a:latin typeface="Avenir Book" panose="02000503020000020003" pitchFamily="2" charset="0"/>
                <a:ea typeface="+mn-ea"/>
                <a:cs typeface="+mn-cs"/>
              </a:defRPr>
            </a:lvl5pPr>
          </a:lstStyle>
          <a:p>
            <a:pPr lvl="0"/>
            <a:r>
              <a:rPr lang="en-GB"/>
              <a:t>Click to edit Master text styles</a:t>
            </a:r>
          </a:p>
          <a:p>
            <a:pPr lvl="1"/>
            <a:r>
              <a:rPr lang="en-GB"/>
              <a:t>Second level</a:t>
            </a:r>
          </a:p>
        </p:txBody>
      </p:sp>
      <p:sp>
        <p:nvSpPr>
          <p:cNvPr id="4" name="Title 1">
            <a:extLst>
              <a:ext uri="{FF2B5EF4-FFF2-40B4-BE49-F238E27FC236}">
                <a16:creationId xmlns:a16="http://schemas.microsoft.com/office/drawing/2014/main" id="{4AF2CC04-136C-5847-4639-1A348F7E7D52}"/>
              </a:ext>
            </a:extLst>
          </p:cNvPr>
          <p:cNvSpPr>
            <a:spLocks noGrp="1"/>
          </p:cNvSpPr>
          <p:nvPr>
            <p:ph type="title" hasCustomPrompt="1"/>
          </p:nvPr>
        </p:nvSpPr>
        <p:spPr>
          <a:xfrm>
            <a:off x="838200" y="365125"/>
            <a:ext cx="9825842" cy="1039929"/>
          </a:xfrm>
        </p:spPr>
        <p:txBody>
          <a:bodyPr anchor="t">
            <a:normAutofit/>
          </a:bodyPr>
          <a:lstStyle>
            <a:lvl1pPr>
              <a:lnSpc>
                <a:spcPct val="100000"/>
              </a:lnSpc>
              <a:defRPr sz="4000" baseline="0">
                <a:solidFill>
                  <a:schemeClr val="accent3"/>
                </a:solidFill>
              </a:defRPr>
            </a:lvl1pPr>
          </a:lstStyle>
          <a:p>
            <a:r>
              <a:rPr lang="en-GB" dirty="0"/>
              <a:t>Click To Edit Master Title Style</a:t>
            </a:r>
            <a:endParaRPr lang="en-US" dirty="0"/>
          </a:p>
        </p:txBody>
      </p:sp>
      <p:cxnSp>
        <p:nvCxnSpPr>
          <p:cNvPr id="7" name="Straight Connector 6">
            <a:extLst>
              <a:ext uri="{FF2B5EF4-FFF2-40B4-BE49-F238E27FC236}">
                <a16:creationId xmlns:a16="http://schemas.microsoft.com/office/drawing/2014/main" id="{875B07FB-CE49-1E9A-A003-6C06B6022400}"/>
              </a:ext>
            </a:extLst>
          </p:cNvPr>
          <p:cNvCxnSpPr/>
          <p:nvPr userDrawn="1"/>
        </p:nvCxnSpPr>
        <p:spPr>
          <a:xfrm>
            <a:off x="838200" y="1566543"/>
            <a:ext cx="41148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186FC02-7EEB-D6D5-E9F1-040FBB15888E}"/>
              </a:ext>
            </a:extLst>
          </p:cNvPr>
          <p:cNvSpPr txBox="1"/>
          <p:nvPr userDrawn="1"/>
        </p:nvSpPr>
        <p:spPr>
          <a:xfrm>
            <a:off x="8302083" y="6492875"/>
            <a:ext cx="3051717" cy="276999"/>
          </a:xfrm>
          <a:prstGeom prst="rect">
            <a:avLst/>
          </a:prstGeom>
          <a:noFill/>
        </p:spPr>
        <p:txBody>
          <a:bodyPr wrap="square" rtlCol="0">
            <a:spAutoFit/>
          </a:bodyPr>
          <a:lstStyle/>
          <a:p>
            <a:pPr algn="r"/>
            <a:r>
              <a:rPr lang="en-US" sz="1200" b="0" i="0" kern="1200" spc="350" baseline="0" dirty="0" err="1">
                <a:solidFill>
                  <a:schemeClr val="accent3"/>
                </a:solidFill>
                <a:latin typeface="Rofaela" panose="02000600000000000000" pitchFamily="2" charset="0"/>
                <a:hlinkClick r:id="rId2">
                  <a:extLst>
                    <a:ext uri="{A12FA001-AC4F-418D-AE19-62706E023703}">
                      <ahyp:hlinkClr xmlns:ahyp="http://schemas.microsoft.com/office/drawing/2018/hyperlinkcolor" val="tx"/>
                    </a:ext>
                  </a:extLst>
                </a:hlinkClick>
              </a:rPr>
              <a:t>www.RahulMd.com</a:t>
            </a:r>
            <a:endParaRPr lang="en-US" sz="1200" b="0" i="0" kern="1200" spc="350" baseline="0" dirty="0">
              <a:solidFill>
                <a:schemeClr val="accent3"/>
              </a:solidFill>
              <a:latin typeface="Rofaela" panose="02000600000000000000" pitchFamily="2" charset="0"/>
            </a:endParaRPr>
          </a:p>
        </p:txBody>
      </p:sp>
    </p:spTree>
    <p:extLst>
      <p:ext uri="{BB962C8B-B14F-4D97-AF65-F5344CB8AC3E}">
        <p14:creationId xmlns:p14="http://schemas.microsoft.com/office/powerpoint/2010/main" val="3712775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DCF204-B4DA-19F8-A95C-600E736EA728}"/>
              </a:ext>
            </a:extLst>
          </p:cNvPr>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1027" name="Text Placeholder 2">
            <a:extLst>
              <a:ext uri="{FF2B5EF4-FFF2-40B4-BE49-F238E27FC236}">
                <a16:creationId xmlns:a16="http://schemas.microsoft.com/office/drawing/2014/main" id="{F76A98CF-2FD4-3001-9D9E-D7F37EEC1E31}"/>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06651DF7-7FE3-7456-9AB8-42ACF4AE57EF}"/>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Arial" pitchFamily="34" charset="0"/>
                <a:cs typeface="Arial" pitchFamily="34" charset="0"/>
              </a:defRPr>
            </a:lvl1pPr>
          </a:lstStyle>
          <a:p>
            <a:pPr>
              <a:defRPr/>
            </a:pPr>
            <a:fld id="{40303EFB-86DE-D646-A688-A4DEC0E087B5}" type="datetimeFigureOut">
              <a:rPr lang="en-US"/>
              <a:pPr>
                <a:defRPr/>
              </a:pPr>
              <a:t>8/30/25</a:t>
            </a:fld>
            <a:endParaRPr lang="en-US"/>
          </a:p>
        </p:txBody>
      </p:sp>
      <p:sp>
        <p:nvSpPr>
          <p:cNvPr id="5" name="Footer Placeholder 4">
            <a:extLst>
              <a:ext uri="{FF2B5EF4-FFF2-40B4-BE49-F238E27FC236}">
                <a16:creationId xmlns:a16="http://schemas.microsoft.com/office/drawing/2014/main" id="{00415557-86AA-54E4-D77C-3148B531F715}"/>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a:extLst>
              <a:ext uri="{FF2B5EF4-FFF2-40B4-BE49-F238E27FC236}">
                <a16:creationId xmlns:a16="http://schemas.microsoft.com/office/drawing/2014/main" id="{20D5BE07-73D3-50BE-02A5-B17FFB8A5050}"/>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614D22B9-C88A-F74D-986E-88AF5B093992}"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Lst>
  <p:txStyles>
    <p:title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31.sv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27.svg"/></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2.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A1E1709-732B-D83F-467D-D2FDB123E57A}"/>
              </a:ext>
            </a:extLst>
          </p:cNvPr>
          <p:cNvSpPr>
            <a:spLocks noGrp="1"/>
          </p:cNvSpPr>
          <p:nvPr>
            <p:ph type="title"/>
          </p:nvPr>
        </p:nvSpPr>
        <p:spPr/>
        <p:txBody>
          <a:bodyPr/>
          <a:lstStyle/>
          <a:p>
            <a:pPr eaLnBrk="1" fontAlgn="auto" hangingPunct="1">
              <a:spcAft>
                <a:spcPts val="0"/>
              </a:spcAft>
              <a:defRPr/>
            </a:pPr>
            <a:r>
              <a:rPr lang="en-US" dirty="0"/>
              <a:t>Communication, Estimation &amp; Negotiation</a:t>
            </a:r>
          </a:p>
        </p:txBody>
      </p:sp>
      <p:sp>
        <p:nvSpPr>
          <p:cNvPr id="13315" name="Content Placeholder 5">
            <a:extLst>
              <a:ext uri="{FF2B5EF4-FFF2-40B4-BE49-F238E27FC236}">
                <a16:creationId xmlns:a16="http://schemas.microsoft.com/office/drawing/2014/main" id="{9B2DAEF6-6F9A-B62B-285D-D897E19EEA6A}"/>
              </a:ext>
            </a:extLst>
          </p:cNvPr>
          <p:cNvSpPr>
            <a:spLocks noGrp="1"/>
          </p:cNvSpPr>
          <p:nvPr>
            <p:ph sz="quarter" idx="13"/>
          </p:nvPr>
        </p:nvSpPr>
        <p:spPr/>
        <p:txBody>
          <a:bodyPr/>
          <a:lstStyle/>
          <a:p>
            <a:pPr eaLnBrk="1" hangingPunct="1">
              <a:spcBef>
                <a:spcPct val="0"/>
              </a:spcBef>
            </a:pPr>
            <a:r>
              <a:rPr lang="en-US" altLang="en-US" dirty="0"/>
              <a:t>Rahul Mohandas</a:t>
            </a:r>
          </a:p>
          <a:p>
            <a:pPr eaLnBrk="1" hangingPunct="1">
              <a:spcBef>
                <a:spcPct val="0"/>
              </a:spcBef>
            </a:pPr>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56F6331-FA13-C3D2-E2AC-DE29B104FF03}"/>
              </a:ext>
            </a:extLst>
          </p:cNvPr>
          <p:cNvSpPr>
            <a:spLocks noGrp="1"/>
          </p:cNvSpPr>
          <p:nvPr>
            <p:ph sz="quarter" idx="10"/>
          </p:nvPr>
        </p:nvSpPr>
        <p:spPr/>
        <p:txBody>
          <a:bodyPr/>
          <a:lstStyle/>
          <a:p>
            <a:pPr eaLnBrk="1" hangingPunct="1">
              <a:spcBef>
                <a:spcPct val="0"/>
              </a:spcBef>
              <a:defRPr/>
            </a:pPr>
            <a:r>
              <a:rPr lang="en-US" sz="3200" dirty="0">
                <a:latin typeface="Arial" charset="0"/>
                <a:cs typeface="Arial" charset="0"/>
              </a:rPr>
              <a:t>S1-25_SEZG509 Communication, Estimation &amp; Negotiation</a:t>
            </a:r>
          </a:p>
          <a:p>
            <a:pPr eaLnBrk="1" hangingPunct="1">
              <a:spcBef>
                <a:spcPct val="0"/>
              </a:spcBef>
              <a:buFont typeface="Arial" charset="0"/>
              <a:buNone/>
              <a:defRPr/>
            </a:pPr>
            <a:r>
              <a:rPr lang="en-US" sz="3200" dirty="0">
                <a:latin typeface="Arial" charset="0"/>
                <a:cs typeface="Arial" charset="0"/>
              </a:rPr>
              <a:t>Session #6 – Sunday, 31 Aug 2025</a:t>
            </a:r>
          </a:p>
          <a:p>
            <a:pPr eaLnBrk="1" hangingPunct="1">
              <a:spcBef>
                <a:spcPct val="0"/>
              </a:spcBef>
              <a:buFont typeface="Arial" charset="0"/>
              <a:buNone/>
              <a:defRPr/>
            </a:pPr>
            <a:r>
              <a:rPr lang="en-US" sz="3200" dirty="0">
                <a:latin typeface="Arial" charset="0"/>
                <a:cs typeface="Arial" charset="0"/>
              </a:rPr>
              <a:t>Rahul Mohandas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B24C5C-1DD1-710D-B3A2-D1BAA5C8A334}"/>
              </a:ext>
            </a:extLst>
          </p:cNvPr>
          <p:cNvSpPr>
            <a:spLocks noGrp="1"/>
          </p:cNvSpPr>
          <p:nvPr>
            <p:ph idx="1"/>
          </p:nvPr>
        </p:nvSpPr>
        <p:spPr/>
        <p:txBody>
          <a:bodyPr/>
          <a:lstStyle/>
          <a:p>
            <a:pPr lvl="0"/>
            <a:r>
              <a:rPr lang="en-US" dirty="0"/>
              <a:t>Inspiring teams</a:t>
            </a:r>
          </a:p>
          <a:p>
            <a:pPr lvl="0"/>
            <a:r>
              <a:rPr lang="en-US" dirty="0"/>
              <a:t>Story Telling</a:t>
            </a:r>
          </a:p>
          <a:p>
            <a:pPr lvl="0"/>
            <a:r>
              <a:rPr lang="en-US" dirty="0"/>
              <a:t>Playing to your strengths</a:t>
            </a:r>
          </a:p>
          <a:p>
            <a:r>
              <a:rPr lang="en-US" dirty="0"/>
              <a:t>Transitioning from </a:t>
            </a:r>
            <a:r>
              <a:rPr lang="en-US" dirty="0" err="1"/>
              <a:t>Engg</a:t>
            </a:r>
            <a:r>
              <a:rPr lang="en-US" dirty="0"/>
              <a:t> to PM </a:t>
            </a:r>
          </a:p>
        </p:txBody>
      </p:sp>
      <p:sp>
        <p:nvSpPr>
          <p:cNvPr id="3" name="Content Placeholder 2">
            <a:extLst>
              <a:ext uri="{FF2B5EF4-FFF2-40B4-BE49-F238E27FC236}">
                <a16:creationId xmlns:a16="http://schemas.microsoft.com/office/drawing/2014/main" id="{86F6AAC4-48AB-D241-F743-C3E939A75516}"/>
              </a:ext>
            </a:extLst>
          </p:cNvPr>
          <p:cNvSpPr>
            <a:spLocks noGrp="1"/>
          </p:cNvSpPr>
          <p:nvPr>
            <p:ph sz="quarter" idx="10"/>
          </p:nvPr>
        </p:nvSpPr>
        <p:spPr/>
        <p:txBody>
          <a:bodyPr/>
          <a:lstStyle/>
          <a:p>
            <a:r>
              <a:rPr lang="en-US" dirty="0"/>
              <a:t>Discussion Topics – Week 5</a:t>
            </a:r>
          </a:p>
        </p:txBody>
      </p:sp>
      <p:sp>
        <p:nvSpPr>
          <p:cNvPr id="4" name="Slide Number Placeholder 5">
            <a:extLst>
              <a:ext uri="{FF2B5EF4-FFF2-40B4-BE49-F238E27FC236}">
                <a16:creationId xmlns:a16="http://schemas.microsoft.com/office/drawing/2014/main" id="{95A8E83E-8BB2-EB96-A6A0-CEF6E9450FFA}"/>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3</a:t>
            </a:fld>
            <a:endParaRPr lang="en-US" altLang="en-US" dirty="0"/>
          </a:p>
        </p:txBody>
      </p:sp>
    </p:spTree>
    <p:extLst>
      <p:ext uri="{BB962C8B-B14F-4D97-AF65-F5344CB8AC3E}">
        <p14:creationId xmlns:p14="http://schemas.microsoft.com/office/powerpoint/2010/main" val="1863019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6ADC1C-0818-3F64-D1AB-84F2F14DE9FC}"/>
              </a:ext>
            </a:extLst>
          </p:cNvPr>
          <p:cNvSpPr>
            <a:spLocks noGrp="1"/>
          </p:cNvSpPr>
          <p:nvPr>
            <p:ph idx="1"/>
          </p:nvPr>
        </p:nvSpPr>
        <p:spPr>
          <a:xfrm>
            <a:off x="406400" y="1493838"/>
            <a:ext cx="10972800" cy="4525963"/>
          </a:xfrm>
        </p:spPr>
        <p:txBody>
          <a:bodyPr/>
          <a:lstStyle/>
          <a:p>
            <a:r>
              <a:rPr lang="en-US" dirty="0"/>
              <a:t>Communication: External Stakeholders</a:t>
            </a:r>
          </a:p>
          <a:p>
            <a:pPr>
              <a:buFontTx/>
              <a:buChar char="-"/>
            </a:pPr>
            <a:r>
              <a:rPr lang="en-US" dirty="0"/>
              <a:t>Engaging with customers</a:t>
            </a:r>
          </a:p>
          <a:p>
            <a:pPr>
              <a:buFontTx/>
              <a:buChar char="-"/>
            </a:pPr>
            <a:r>
              <a:rPr lang="en-US" dirty="0"/>
              <a:t>Engaging with partners (suppliers/ resellers)</a:t>
            </a:r>
          </a:p>
          <a:p>
            <a:pPr>
              <a:buFontTx/>
              <a:buChar char="-"/>
            </a:pPr>
            <a:r>
              <a:rPr lang="en-US" dirty="0"/>
              <a:t>Building positive external relationships</a:t>
            </a:r>
          </a:p>
          <a:p>
            <a:pPr>
              <a:buFontTx/>
              <a:buChar char="-"/>
            </a:pPr>
            <a:r>
              <a:rPr lang="en-US" dirty="0"/>
              <a:t>Strategy Co-creation with Customers/ Partners/ Suppliers</a:t>
            </a:r>
          </a:p>
          <a:p>
            <a:pPr>
              <a:buFontTx/>
              <a:buChar char="-"/>
            </a:pPr>
            <a:r>
              <a:rPr lang="en-US" dirty="0"/>
              <a:t>Customer Advisory Boards </a:t>
            </a:r>
          </a:p>
        </p:txBody>
      </p:sp>
      <p:sp>
        <p:nvSpPr>
          <p:cNvPr id="3" name="Content Placeholder 2">
            <a:extLst>
              <a:ext uri="{FF2B5EF4-FFF2-40B4-BE49-F238E27FC236}">
                <a16:creationId xmlns:a16="http://schemas.microsoft.com/office/drawing/2014/main" id="{294A2C39-CACD-535E-7FE1-2E375D460458}"/>
              </a:ext>
            </a:extLst>
          </p:cNvPr>
          <p:cNvSpPr>
            <a:spLocks noGrp="1"/>
          </p:cNvSpPr>
          <p:nvPr>
            <p:ph sz="quarter" idx="10"/>
          </p:nvPr>
        </p:nvSpPr>
        <p:spPr>
          <a:xfrm>
            <a:off x="406400" y="152400"/>
            <a:ext cx="8432800" cy="1143000"/>
          </a:xfrm>
        </p:spPr>
        <p:txBody>
          <a:bodyPr/>
          <a:lstStyle/>
          <a:p>
            <a:r>
              <a:rPr lang="en-US" dirty="0"/>
              <a:t>Week 6</a:t>
            </a:r>
          </a:p>
        </p:txBody>
      </p:sp>
      <p:sp>
        <p:nvSpPr>
          <p:cNvPr id="4" name="Slide Number Placeholder 5">
            <a:extLst>
              <a:ext uri="{FF2B5EF4-FFF2-40B4-BE49-F238E27FC236}">
                <a16:creationId xmlns:a16="http://schemas.microsoft.com/office/drawing/2014/main" id="{180D8937-FF40-B6F9-3E32-A63FC94126A9}"/>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4</a:t>
            </a:fld>
            <a:endParaRPr lang="en-US" altLang="en-US" dirty="0"/>
          </a:p>
        </p:txBody>
      </p:sp>
    </p:spTree>
    <p:extLst>
      <p:ext uri="{BB962C8B-B14F-4D97-AF65-F5344CB8AC3E}">
        <p14:creationId xmlns:p14="http://schemas.microsoft.com/office/powerpoint/2010/main" val="3832112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FB64B4-DB32-1576-8EDD-E3428C45722E}"/>
              </a:ext>
            </a:extLst>
          </p:cNvPr>
          <p:cNvSpPr>
            <a:spLocks noGrp="1"/>
          </p:cNvSpPr>
          <p:nvPr>
            <p:ph sz="quarter" idx="10"/>
          </p:nvPr>
        </p:nvSpPr>
        <p:spPr/>
        <p:txBody>
          <a:bodyPr/>
          <a:lstStyle/>
          <a:p>
            <a:r>
              <a:rPr lang="en-US" dirty="0"/>
              <a:t>Rumsfeld Matrix</a:t>
            </a:r>
          </a:p>
        </p:txBody>
      </p:sp>
      <p:graphicFrame>
        <p:nvGraphicFramePr>
          <p:cNvPr id="4" name="Diagram 3">
            <a:extLst>
              <a:ext uri="{FF2B5EF4-FFF2-40B4-BE49-F238E27FC236}">
                <a16:creationId xmlns:a16="http://schemas.microsoft.com/office/drawing/2014/main" id="{D9B4894A-025B-1BF2-F7C0-048269226013}"/>
              </a:ext>
            </a:extLst>
          </p:cNvPr>
          <p:cNvGraphicFramePr/>
          <p:nvPr>
            <p:extLst>
              <p:ext uri="{D42A27DB-BD31-4B8C-83A1-F6EECF244321}">
                <p14:modId xmlns:p14="http://schemas.microsoft.com/office/powerpoint/2010/main" val="2225321635"/>
              </p:ext>
            </p:extLst>
          </p:nvPr>
        </p:nvGraphicFramePr>
        <p:xfrm>
          <a:off x="2032000" y="1752600"/>
          <a:ext cx="81280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5">
            <a:extLst>
              <a:ext uri="{FF2B5EF4-FFF2-40B4-BE49-F238E27FC236}">
                <a16:creationId xmlns:a16="http://schemas.microsoft.com/office/drawing/2014/main" id="{F7192638-D899-6AE7-FA77-684F5977B68A}"/>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5</a:t>
            </a:fld>
            <a:endParaRPr lang="en-US" altLang="en-US" dirty="0"/>
          </a:p>
        </p:txBody>
      </p:sp>
    </p:spTree>
    <p:extLst>
      <p:ext uri="{BB962C8B-B14F-4D97-AF65-F5344CB8AC3E}">
        <p14:creationId xmlns:p14="http://schemas.microsoft.com/office/powerpoint/2010/main" val="1420539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6DB1BC-8093-5225-143A-00F341DD5797}"/>
              </a:ext>
            </a:extLst>
          </p:cNvPr>
          <p:cNvSpPr>
            <a:spLocks noGrp="1"/>
          </p:cNvSpPr>
          <p:nvPr>
            <p:ph sz="quarter" idx="10"/>
          </p:nvPr>
        </p:nvSpPr>
        <p:spPr/>
        <p:txBody>
          <a:bodyPr/>
          <a:lstStyle/>
          <a:p>
            <a:r>
              <a:rPr lang="en-US" dirty="0"/>
              <a:t>Known Knowns</a:t>
            </a:r>
          </a:p>
        </p:txBody>
      </p:sp>
      <p:pic>
        <p:nvPicPr>
          <p:cNvPr id="1026" name="Picture 2" descr="Image result for amazon logistics">
            <a:extLst>
              <a:ext uri="{FF2B5EF4-FFF2-40B4-BE49-F238E27FC236}">
                <a16:creationId xmlns:a16="http://schemas.microsoft.com/office/drawing/2014/main" id="{1AB5F2FA-2ED5-F34A-A9AB-6D10ABE35A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2762" y="1600200"/>
            <a:ext cx="6086475" cy="4583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0931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921C45-4E44-D09C-A145-7E87FD976673}"/>
              </a:ext>
            </a:extLst>
          </p:cNvPr>
          <p:cNvSpPr>
            <a:spLocks noGrp="1"/>
          </p:cNvSpPr>
          <p:nvPr>
            <p:ph sz="quarter" idx="10"/>
          </p:nvPr>
        </p:nvSpPr>
        <p:spPr/>
        <p:txBody>
          <a:bodyPr/>
          <a:lstStyle/>
          <a:p>
            <a:r>
              <a:rPr lang="en-US" dirty="0"/>
              <a:t>Known Unknown</a:t>
            </a:r>
          </a:p>
        </p:txBody>
      </p:sp>
      <p:pic>
        <p:nvPicPr>
          <p:cNvPr id="2050" name="Picture 2" descr="Sección visual de House of Cards (Serie de TV) - FilmAffinity">
            <a:extLst>
              <a:ext uri="{FF2B5EF4-FFF2-40B4-BE49-F238E27FC236}">
                <a16:creationId xmlns:a16="http://schemas.microsoft.com/office/drawing/2014/main" id="{D5D3E139-3F78-E1DC-FC41-66104C5F42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9384" y="1600200"/>
            <a:ext cx="3133231" cy="46482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5">
            <a:extLst>
              <a:ext uri="{FF2B5EF4-FFF2-40B4-BE49-F238E27FC236}">
                <a16:creationId xmlns:a16="http://schemas.microsoft.com/office/drawing/2014/main" id="{314BBDA8-9DA2-927D-EB2F-9089EE8F4EA3}"/>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7</a:t>
            </a:fld>
            <a:endParaRPr lang="en-US" altLang="en-US" dirty="0"/>
          </a:p>
        </p:txBody>
      </p:sp>
    </p:spTree>
    <p:extLst>
      <p:ext uri="{BB962C8B-B14F-4D97-AF65-F5344CB8AC3E}">
        <p14:creationId xmlns:p14="http://schemas.microsoft.com/office/powerpoint/2010/main" val="995364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A04448-71A4-86D4-CF9B-8F6382C2CCA8}"/>
              </a:ext>
            </a:extLst>
          </p:cNvPr>
          <p:cNvSpPr>
            <a:spLocks noGrp="1"/>
          </p:cNvSpPr>
          <p:nvPr>
            <p:ph sz="quarter" idx="10"/>
          </p:nvPr>
        </p:nvSpPr>
        <p:spPr/>
        <p:txBody>
          <a:bodyPr/>
          <a:lstStyle/>
          <a:p>
            <a:r>
              <a:rPr lang="en-US" dirty="0"/>
              <a:t>Unknown Known</a:t>
            </a:r>
          </a:p>
        </p:txBody>
      </p:sp>
      <p:sp>
        <p:nvSpPr>
          <p:cNvPr id="4" name="TextBox 3">
            <a:extLst>
              <a:ext uri="{FF2B5EF4-FFF2-40B4-BE49-F238E27FC236}">
                <a16:creationId xmlns:a16="http://schemas.microsoft.com/office/drawing/2014/main" id="{66DB4BD5-3716-53DD-89CA-540C9E3DF06D}"/>
              </a:ext>
            </a:extLst>
          </p:cNvPr>
          <p:cNvSpPr txBox="1"/>
          <p:nvPr/>
        </p:nvSpPr>
        <p:spPr>
          <a:xfrm>
            <a:off x="2284640" y="5692914"/>
            <a:ext cx="7621360" cy="707886"/>
          </a:xfrm>
          <a:prstGeom prst="rect">
            <a:avLst/>
          </a:prstGeom>
          <a:solidFill>
            <a:schemeClr val="accent1"/>
          </a:solidFill>
        </p:spPr>
        <p:txBody>
          <a:bodyPr wrap="square">
            <a:spAutoFit/>
          </a:bodyPr>
          <a:lstStyle/>
          <a:p>
            <a:pPr algn="ctr"/>
            <a:r>
              <a:rPr lang="en-US" sz="2000" b="1" i="0" u="none" strike="noStrike" dirty="0">
                <a:solidFill>
                  <a:schemeClr val="bg2"/>
                </a:solidFill>
                <a:effectLst/>
              </a:rPr>
              <a:t>We </a:t>
            </a:r>
            <a:r>
              <a:rPr lang="en-US" sz="2000" b="1" i="1" u="none" strike="noStrike" dirty="0">
                <a:solidFill>
                  <a:schemeClr val="bg2"/>
                </a:solidFill>
                <a:effectLst/>
              </a:rPr>
              <a:t>know</a:t>
            </a:r>
            <a:r>
              <a:rPr lang="en-US" sz="2000" b="1" i="0" u="none" strike="noStrike" dirty="0">
                <a:solidFill>
                  <a:schemeClr val="bg2"/>
                </a:solidFill>
                <a:effectLst/>
              </a:rPr>
              <a:t> it somewhere, </a:t>
            </a:r>
          </a:p>
          <a:p>
            <a:pPr algn="ctr"/>
            <a:r>
              <a:rPr lang="en-US" sz="2000" b="1" i="0" u="none" strike="noStrike" dirty="0">
                <a:solidFill>
                  <a:schemeClr val="bg2"/>
                </a:solidFill>
                <a:effectLst/>
              </a:rPr>
              <a:t>but it’s not surfaced or used in decision-making</a:t>
            </a:r>
            <a:endParaRPr lang="en-US" sz="2000" b="1" dirty="0">
              <a:solidFill>
                <a:schemeClr val="bg2"/>
              </a:solidFill>
            </a:endParaRPr>
          </a:p>
        </p:txBody>
      </p:sp>
      <p:pic>
        <p:nvPicPr>
          <p:cNvPr id="2050" name="Picture 2" descr="nokia symbian os | nokia symbian | new nokia smartphones - Gizbot News">
            <a:extLst>
              <a:ext uri="{FF2B5EF4-FFF2-40B4-BE49-F238E27FC236}">
                <a16:creationId xmlns:a16="http://schemas.microsoft.com/office/drawing/2014/main" id="{36AC7E73-146D-5350-F48B-508DC76A25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8100" y="1895475"/>
            <a:ext cx="4495800" cy="3371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0941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533EE-5374-EDFC-6474-F5CE6793FD4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FCAFF4-FE5F-39BE-9D30-BBA15204FA42}"/>
              </a:ext>
            </a:extLst>
          </p:cNvPr>
          <p:cNvSpPr>
            <a:spLocks noGrp="1"/>
          </p:cNvSpPr>
          <p:nvPr>
            <p:ph sz="quarter" idx="10"/>
          </p:nvPr>
        </p:nvSpPr>
        <p:spPr/>
        <p:txBody>
          <a:bodyPr/>
          <a:lstStyle/>
          <a:p>
            <a:r>
              <a:rPr lang="en-US" dirty="0"/>
              <a:t>Unknown Known</a:t>
            </a:r>
          </a:p>
        </p:txBody>
      </p:sp>
      <p:sp>
        <p:nvSpPr>
          <p:cNvPr id="4" name="TextBox 3">
            <a:extLst>
              <a:ext uri="{FF2B5EF4-FFF2-40B4-BE49-F238E27FC236}">
                <a16:creationId xmlns:a16="http://schemas.microsoft.com/office/drawing/2014/main" id="{6ECD39CC-4C95-33C9-24B4-70414493E7B8}"/>
              </a:ext>
            </a:extLst>
          </p:cNvPr>
          <p:cNvSpPr txBox="1"/>
          <p:nvPr/>
        </p:nvSpPr>
        <p:spPr>
          <a:xfrm>
            <a:off x="2284640" y="5692914"/>
            <a:ext cx="7621360" cy="707886"/>
          </a:xfrm>
          <a:prstGeom prst="rect">
            <a:avLst/>
          </a:prstGeom>
          <a:solidFill>
            <a:schemeClr val="accent1"/>
          </a:solidFill>
        </p:spPr>
        <p:txBody>
          <a:bodyPr wrap="square">
            <a:spAutoFit/>
          </a:bodyPr>
          <a:lstStyle/>
          <a:p>
            <a:pPr algn="ctr"/>
            <a:r>
              <a:rPr lang="en-US" sz="2000" b="1" i="0" u="none" strike="noStrike" dirty="0">
                <a:solidFill>
                  <a:schemeClr val="bg2"/>
                </a:solidFill>
                <a:effectLst/>
              </a:rPr>
              <a:t>We </a:t>
            </a:r>
            <a:r>
              <a:rPr lang="en-US" sz="2000" b="1" i="1" u="none" strike="noStrike" dirty="0">
                <a:solidFill>
                  <a:schemeClr val="bg2"/>
                </a:solidFill>
                <a:effectLst/>
              </a:rPr>
              <a:t>know</a:t>
            </a:r>
            <a:r>
              <a:rPr lang="en-US" sz="2000" b="1" i="0" u="none" strike="noStrike" dirty="0">
                <a:solidFill>
                  <a:schemeClr val="bg2"/>
                </a:solidFill>
                <a:effectLst/>
              </a:rPr>
              <a:t> it somewhere, </a:t>
            </a:r>
          </a:p>
          <a:p>
            <a:pPr algn="ctr"/>
            <a:r>
              <a:rPr lang="en-US" sz="2000" b="1" i="0" u="none" strike="noStrike" dirty="0">
                <a:solidFill>
                  <a:schemeClr val="bg2"/>
                </a:solidFill>
                <a:effectLst/>
              </a:rPr>
              <a:t>but it’s not surfaced or used in decision-making</a:t>
            </a:r>
            <a:endParaRPr lang="en-US" sz="2000" b="1" dirty="0">
              <a:solidFill>
                <a:schemeClr val="bg2"/>
              </a:solidFill>
            </a:endParaRPr>
          </a:p>
        </p:txBody>
      </p:sp>
      <p:pic>
        <p:nvPicPr>
          <p:cNvPr id="3076" name="Picture 4" descr="Slack OKRs">
            <a:extLst>
              <a:ext uri="{FF2B5EF4-FFF2-40B4-BE49-F238E27FC236}">
                <a16:creationId xmlns:a16="http://schemas.microsoft.com/office/drawing/2014/main" id="{CEFB9016-CC93-74FC-3D39-C9C7F84345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981200"/>
            <a:ext cx="6096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917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F4B1E8-8668-493D-4968-C1D3F0634534}"/>
              </a:ext>
            </a:extLst>
          </p:cNvPr>
          <p:cNvSpPr>
            <a:spLocks noGrp="1"/>
          </p:cNvSpPr>
          <p:nvPr>
            <p:ph sz="quarter" idx="10"/>
          </p:nvPr>
        </p:nvSpPr>
        <p:spPr/>
        <p:txBody>
          <a:bodyPr/>
          <a:lstStyle/>
          <a:p>
            <a:r>
              <a:rPr lang="en-US" dirty="0"/>
              <a:t>Unknown Unknown</a:t>
            </a:r>
          </a:p>
        </p:txBody>
      </p:sp>
      <p:pic>
        <p:nvPicPr>
          <p:cNvPr id="1026" name="Picture 2" descr="Image result for blackberry">
            <a:extLst>
              <a:ext uri="{FF2B5EF4-FFF2-40B4-BE49-F238E27FC236}">
                <a16:creationId xmlns:a16="http://schemas.microsoft.com/office/drawing/2014/main" id="{D1F22AA1-757E-EAEA-6A85-9D67D645A4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9775" y="1447800"/>
            <a:ext cx="3092450" cy="484035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5">
            <a:extLst>
              <a:ext uri="{FF2B5EF4-FFF2-40B4-BE49-F238E27FC236}">
                <a16:creationId xmlns:a16="http://schemas.microsoft.com/office/drawing/2014/main" id="{E5951645-8BBF-CF7D-9A30-986CDFA5588D}"/>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10</a:t>
            </a:fld>
            <a:endParaRPr lang="en-US" altLang="en-US" dirty="0"/>
          </a:p>
        </p:txBody>
      </p:sp>
    </p:spTree>
    <p:extLst>
      <p:ext uri="{BB962C8B-B14F-4D97-AF65-F5344CB8AC3E}">
        <p14:creationId xmlns:p14="http://schemas.microsoft.com/office/powerpoint/2010/main" val="2402092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53F190-B163-54D7-96C7-438BB47A9B0C}"/>
              </a:ext>
            </a:extLst>
          </p:cNvPr>
          <p:cNvSpPr>
            <a:spLocks noGrp="1"/>
          </p:cNvSpPr>
          <p:nvPr>
            <p:ph idx="1"/>
          </p:nvPr>
        </p:nvSpPr>
        <p:spPr/>
        <p:txBody>
          <a:bodyPr/>
          <a:lstStyle/>
          <a:p>
            <a:pPr>
              <a:buFont typeface="Arial" panose="020B0604020202020204" pitchFamily="34" charset="0"/>
              <a:buChar char="•"/>
            </a:pPr>
            <a:r>
              <a:rPr lang="en-US" dirty="0"/>
              <a:t>Customers</a:t>
            </a:r>
          </a:p>
          <a:p>
            <a:pPr>
              <a:buFont typeface="Arial" panose="020B0604020202020204" pitchFamily="34" charset="0"/>
              <a:buChar char="•"/>
            </a:pPr>
            <a:r>
              <a:rPr lang="en-US" dirty="0"/>
              <a:t>Partners</a:t>
            </a:r>
          </a:p>
          <a:p>
            <a:pPr>
              <a:buFont typeface="Arial" panose="020B0604020202020204" pitchFamily="34" charset="0"/>
              <a:buChar char="•"/>
            </a:pPr>
            <a:r>
              <a:rPr lang="en-US" dirty="0"/>
              <a:t>Suppliers</a:t>
            </a:r>
          </a:p>
          <a:p>
            <a:pPr>
              <a:buFont typeface="Arial" panose="020B0604020202020204" pitchFamily="34" charset="0"/>
              <a:buChar char="•"/>
            </a:pPr>
            <a:r>
              <a:rPr lang="en-US" dirty="0"/>
              <a:t>Experts</a:t>
            </a:r>
          </a:p>
          <a:p>
            <a:pPr>
              <a:buFont typeface="Arial" panose="020B0604020202020204" pitchFamily="34" charset="0"/>
              <a:buChar char="•"/>
            </a:pPr>
            <a:r>
              <a:rPr lang="en-US" dirty="0"/>
              <a:t>Regulators</a:t>
            </a:r>
          </a:p>
          <a:p>
            <a:pPr>
              <a:buFont typeface="Arial" panose="020B0604020202020204" pitchFamily="34" charset="0"/>
              <a:buChar char="•"/>
            </a:pPr>
            <a:r>
              <a:rPr lang="en-US" dirty="0"/>
              <a:t>…</a:t>
            </a:r>
          </a:p>
        </p:txBody>
      </p:sp>
      <p:sp>
        <p:nvSpPr>
          <p:cNvPr id="3" name="Content Placeholder 2">
            <a:extLst>
              <a:ext uri="{FF2B5EF4-FFF2-40B4-BE49-F238E27FC236}">
                <a16:creationId xmlns:a16="http://schemas.microsoft.com/office/drawing/2014/main" id="{FB71C781-2A38-0E8D-1A57-7D532500D6A3}"/>
              </a:ext>
            </a:extLst>
          </p:cNvPr>
          <p:cNvSpPr>
            <a:spLocks noGrp="1"/>
          </p:cNvSpPr>
          <p:nvPr>
            <p:ph sz="quarter" idx="10"/>
          </p:nvPr>
        </p:nvSpPr>
        <p:spPr/>
        <p:txBody>
          <a:bodyPr/>
          <a:lstStyle/>
          <a:p>
            <a:r>
              <a:rPr lang="en-US" dirty="0"/>
              <a:t>Who Can Help With Unknowns?</a:t>
            </a:r>
          </a:p>
        </p:txBody>
      </p:sp>
      <p:sp>
        <p:nvSpPr>
          <p:cNvPr id="4" name="Slide Number Placeholder 5">
            <a:extLst>
              <a:ext uri="{FF2B5EF4-FFF2-40B4-BE49-F238E27FC236}">
                <a16:creationId xmlns:a16="http://schemas.microsoft.com/office/drawing/2014/main" id="{20DF914F-3C7C-3428-1755-7518248C556B}"/>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11</a:t>
            </a:fld>
            <a:endParaRPr lang="en-US" altLang="en-US" dirty="0"/>
          </a:p>
        </p:txBody>
      </p:sp>
    </p:spTree>
    <p:extLst>
      <p:ext uri="{BB962C8B-B14F-4D97-AF65-F5344CB8AC3E}">
        <p14:creationId xmlns:p14="http://schemas.microsoft.com/office/powerpoint/2010/main" val="1117999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FEFE09F-F37E-A880-8FE3-0F5BAA9AE8E9}"/>
              </a:ext>
            </a:extLst>
          </p:cNvPr>
          <p:cNvSpPr>
            <a:spLocks noGrp="1"/>
          </p:cNvSpPr>
          <p:nvPr>
            <p:ph idx="1"/>
          </p:nvPr>
        </p:nvSpPr>
        <p:spPr/>
        <p:txBody>
          <a:bodyPr/>
          <a:lstStyle/>
          <a:p>
            <a:r>
              <a:rPr lang="en-US" dirty="0"/>
              <a:t>Should you involve your customers and partners while crafting your strategy?</a:t>
            </a:r>
          </a:p>
          <a:p>
            <a:pPr>
              <a:buFontTx/>
              <a:buChar char="-"/>
            </a:pPr>
            <a:r>
              <a:rPr lang="en-US" dirty="0"/>
              <a:t>Aren’t customers beneficiaries of your output?</a:t>
            </a:r>
          </a:p>
          <a:p>
            <a:pPr>
              <a:buFontTx/>
              <a:buChar char="-"/>
            </a:pPr>
            <a:endParaRPr lang="en-US" dirty="0"/>
          </a:p>
        </p:txBody>
      </p:sp>
      <p:sp>
        <p:nvSpPr>
          <p:cNvPr id="3" name="Content Placeholder 2">
            <a:extLst>
              <a:ext uri="{FF2B5EF4-FFF2-40B4-BE49-F238E27FC236}">
                <a16:creationId xmlns:a16="http://schemas.microsoft.com/office/drawing/2014/main" id="{FB25A289-00D2-8492-813A-19809345423B}"/>
              </a:ext>
            </a:extLst>
          </p:cNvPr>
          <p:cNvSpPr>
            <a:spLocks noGrp="1"/>
          </p:cNvSpPr>
          <p:nvPr>
            <p:ph sz="quarter" idx="10"/>
          </p:nvPr>
        </p:nvSpPr>
        <p:spPr/>
        <p:txBody>
          <a:bodyPr/>
          <a:lstStyle/>
          <a:p>
            <a:r>
              <a:rPr lang="en-US" dirty="0"/>
              <a:t>Involve Your External Stakeholders?</a:t>
            </a:r>
          </a:p>
        </p:txBody>
      </p:sp>
      <p:sp>
        <p:nvSpPr>
          <p:cNvPr id="4" name="Slide Number Placeholder 5">
            <a:extLst>
              <a:ext uri="{FF2B5EF4-FFF2-40B4-BE49-F238E27FC236}">
                <a16:creationId xmlns:a16="http://schemas.microsoft.com/office/drawing/2014/main" id="{0F4B8346-9472-FC82-2769-F7DEBE1A62AB}"/>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12</a:t>
            </a:fld>
            <a:endParaRPr lang="en-US" altLang="en-US" dirty="0"/>
          </a:p>
        </p:txBody>
      </p:sp>
    </p:spTree>
    <p:extLst>
      <p:ext uri="{BB962C8B-B14F-4D97-AF65-F5344CB8AC3E}">
        <p14:creationId xmlns:p14="http://schemas.microsoft.com/office/powerpoint/2010/main" val="484839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391EF-82F2-5364-C5B3-F7C4CA1FF5D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0674E1-1093-A1AF-7BCA-BE85AFF1ED46}"/>
              </a:ext>
            </a:extLst>
          </p:cNvPr>
          <p:cNvSpPr>
            <a:spLocks noGrp="1"/>
          </p:cNvSpPr>
          <p:nvPr>
            <p:ph idx="1"/>
          </p:nvPr>
        </p:nvSpPr>
        <p:spPr/>
        <p:txBody>
          <a:bodyPr/>
          <a:lstStyle/>
          <a:p>
            <a:r>
              <a:rPr lang="en-US" dirty="0"/>
              <a:t>Should you involve your customers and partners while crafting your strategy?</a:t>
            </a:r>
          </a:p>
          <a:p>
            <a:pPr>
              <a:buFontTx/>
              <a:buChar char="-"/>
            </a:pPr>
            <a:r>
              <a:rPr lang="en-US" dirty="0"/>
              <a:t>Aren’t customers beneficiaries of your output?</a:t>
            </a:r>
          </a:p>
          <a:p>
            <a:endParaRPr lang="en-US" dirty="0"/>
          </a:p>
          <a:p>
            <a:r>
              <a:rPr lang="en-US" dirty="0"/>
              <a:t>Are there risks involved? </a:t>
            </a:r>
          </a:p>
          <a:p>
            <a:pPr>
              <a:buFontTx/>
              <a:buChar char="-"/>
            </a:pPr>
            <a:r>
              <a:rPr lang="en-US" dirty="0"/>
              <a:t>They could copy</a:t>
            </a:r>
          </a:p>
          <a:p>
            <a:pPr>
              <a:buFontTx/>
              <a:buChar char="-"/>
            </a:pPr>
            <a:r>
              <a:rPr lang="en-US" dirty="0"/>
              <a:t>Miscommunication</a:t>
            </a:r>
          </a:p>
          <a:p>
            <a:pPr>
              <a:buFontTx/>
              <a:buChar char="-"/>
            </a:pPr>
            <a:endParaRPr lang="en-US" dirty="0"/>
          </a:p>
          <a:p>
            <a:pPr marL="0" indent="0" algn="ctr"/>
            <a:endParaRPr lang="en-US" b="1" dirty="0">
              <a:solidFill>
                <a:schemeClr val="accent1"/>
              </a:solidFill>
            </a:endParaRPr>
          </a:p>
          <a:p>
            <a:pPr marL="0" indent="0" algn="ctr"/>
            <a:r>
              <a:rPr lang="en-US" b="1" dirty="0">
                <a:solidFill>
                  <a:schemeClr val="accent1"/>
                </a:solidFill>
              </a:rPr>
              <a:t>It’s a Double-Edged Sword – Handle with Care</a:t>
            </a:r>
          </a:p>
        </p:txBody>
      </p:sp>
      <p:sp>
        <p:nvSpPr>
          <p:cNvPr id="3" name="Content Placeholder 2">
            <a:extLst>
              <a:ext uri="{FF2B5EF4-FFF2-40B4-BE49-F238E27FC236}">
                <a16:creationId xmlns:a16="http://schemas.microsoft.com/office/drawing/2014/main" id="{76BEF948-55F1-1D58-D7B0-FC3404D54E1B}"/>
              </a:ext>
            </a:extLst>
          </p:cNvPr>
          <p:cNvSpPr>
            <a:spLocks noGrp="1"/>
          </p:cNvSpPr>
          <p:nvPr>
            <p:ph sz="quarter" idx="10"/>
          </p:nvPr>
        </p:nvSpPr>
        <p:spPr/>
        <p:txBody>
          <a:bodyPr/>
          <a:lstStyle/>
          <a:p>
            <a:r>
              <a:rPr lang="en-US" dirty="0"/>
              <a:t>Involve Your External Stakeholders?</a:t>
            </a:r>
          </a:p>
        </p:txBody>
      </p:sp>
      <p:sp>
        <p:nvSpPr>
          <p:cNvPr id="4" name="Slide Number Placeholder 5">
            <a:extLst>
              <a:ext uri="{FF2B5EF4-FFF2-40B4-BE49-F238E27FC236}">
                <a16:creationId xmlns:a16="http://schemas.microsoft.com/office/drawing/2014/main" id="{94F12297-0CD7-F1C1-2060-A448987B54CD}"/>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13</a:t>
            </a:fld>
            <a:endParaRPr lang="en-US" altLang="en-US" dirty="0"/>
          </a:p>
        </p:txBody>
      </p:sp>
    </p:spTree>
    <p:extLst>
      <p:ext uri="{BB962C8B-B14F-4D97-AF65-F5344CB8AC3E}">
        <p14:creationId xmlns:p14="http://schemas.microsoft.com/office/powerpoint/2010/main" val="4133333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3B568A9-8FBF-F785-4576-33043919BA7C}"/>
              </a:ext>
            </a:extLst>
          </p:cNvPr>
          <p:cNvSpPr>
            <a:spLocks noGrp="1"/>
          </p:cNvSpPr>
          <p:nvPr>
            <p:ph sz="quarter" idx="10"/>
          </p:nvPr>
        </p:nvSpPr>
        <p:spPr>
          <a:xfrm>
            <a:off x="406400" y="152400"/>
            <a:ext cx="8432800" cy="1143000"/>
          </a:xfrm>
        </p:spPr>
        <p:txBody>
          <a:bodyPr wrap="square" anchor="ctr">
            <a:normAutofit/>
          </a:bodyPr>
          <a:lstStyle/>
          <a:p>
            <a:pPr>
              <a:spcAft>
                <a:spcPts val="600"/>
              </a:spcAft>
            </a:pPr>
            <a:r>
              <a:rPr lang="en-US" dirty="0"/>
              <a:t>Building Credibility</a:t>
            </a:r>
            <a:endParaRPr lang="en-US"/>
          </a:p>
        </p:txBody>
      </p:sp>
      <p:graphicFrame>
        <p:nvGraphicFramePr>
          <p:cNvPr id="6" name="Content Placeholder 1">
            <a:extLst>
              <a:ext uri="{FF2B5EF4-FFF2-40B4-BE49-F238E27FC236}">
                <a16:creationId xmlns:a16="http://schemas.microsoft.com/office/drawing/2014/main" id="{807703DD-F203-0D6A-A736-790488403215}"/>
              </a:ext>
            </a:extLst>
          </p:cNvPr>
          <p:cNvGraphicFramePr>
            <a:graphicFrameLocks noGrp="1"/>
          </p:cNvGraphicFramePr>
          <p:nvPr>
            <p:ph idx="1"/>
            <p:extLst>
              <p:ext uri="{D42A27DB-BD31-4B8C-83A1-F6EECF244321}">
                <p14:modId xmlns:p14="http://schemas.microsoft.com/office/powerpoint/2010/main" val="3918728778"/>
              </p:ext>
            </p:extLst>
          </p:nvPr>
        </p:nvGraphicFramePr>
        <p:xfrm>
          <a:off x="3365500" y="1676400"/>
          <a:ext cx="54864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5">
            <a:extLst>
              <a:ext uri="{FF2B5EF4-FFF2-40B4-BE49-F238E27FC236}">
                <a16:creationId xmlns:a16="http://schemas.microsoft.com/office/drawing/2014/main" id="{7CFEF850-E131-1A58-B1BA-76B15C61376A}"/>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14</a:t>
            </a:fld>
            <a:endParaRPr lang="en-US" altLang="en-US" dirty="0"/>
          </a:p>
        </p:txBody>
      </p:sp>
    </p:spTree>
    <p:extLst>
      <p:ext uri="{BB962C8B-B14F-4D97-AF65-F5344CB8AC3E}">
        <p14:creationId xmlns:p14="http://schemas.microsoft.com/office/powerpoint/2010/main" val="2894385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D633C9-193B-BBB3-C530-B54076C40CE9}"/>
              </a:ext>
            </a:extLst>
          </p:cNvPr>
          <p:cNvSpPr>
            <a:spLocks noGrp="1"/>
          </p:cNvSpPr>
          <p:nvPr>
            <p:ph sz="half" idx="1"/>
          </p:nvPr>
        </p:nvSpPr>
        <p:spPr/>
        <p:txBody>
          <a:bodyPr/>
          <a:lstStyle/>
          <a:p>
            <a:pPr marL="11113" indent="-11113" algn="ctr"/>
            <a:r>
              <a:rPr lang="en-US" dirty="0"/>
              <a:t>Don’t focus on implementing the feature</a:t>
            </a:r>
          </a:p>
          <a:p>
            <a:pPr algn="ctr"/>
            <a:endParaRPr lang="en-US" dirty="0"/>
          </a:p>
          <a:p>
            <a:pPr algn="ctr"/>
            <a:r>
              <a:rPr lang="en-US" sz="2000" dirty="0"/>
              <a:t>Example: Aadhar Validation Vs DRM</a:t>
            </a:r>
          </a:p>
          <a:p>
            <a:pPr algn="ctr"/>
            <a:endParaRPr lang="en-US" sz="2000" dirty="0"/>
          </a:p>
          <a:p>
            <a:pPr algn="ctr"/>
            <a:r>
              <a:rPr lang="en-US" dirty="0">
                <a:solidFill>
                  <a:schemeClr val="accent1"/>
                </a:solidFill>
              </a:rPr>
              <a:t>Then you become a </a:t>
            </a:r>
          </a:p>
          <a:p>
            <a:pPr algn="ctr"/>
            <a:r>
              <a:rPr lang="en-US" b="1" dirty="0">
                <a:solidFill>
                  <a:schemeClr val="accent1"/>
                </a:solidFill>
              </a:rPr>
              <a:t>Problem Solver</a:t>
            </a:r>
            <a:r>
              <a:rPr lang="en-US" dirty="0">
                <a:solidFill>
                  <a:schemeClr val="accent1"/>
                </a:solidFill>
              </a:rPr>
              <a:t> </a:t>
            </a:r>
          </a:p>
          <a:p>
            <a:pPr algn="ctr"/>
            <a:r>
              <a:rPr lang="en-US" dirty="0">
                <a:solidFill>
                  <a:schemeClr val="accent1"/>
                </a:solidFill>
              </a:rPr>
              <a:t>and not just an order taker!</a:t>
            </a:r>
          </a:p>
        </p:txBody>
      </p:sp>
      <p:sp>
        <p:nvSpPr>
          <p:cNvPr id="4" name="Content Placeholder 3">
            <a:extLst>
              <a:ext uri="{FF2B5EF4-FFF2-40B4-BE49-F238E27FC236}">
                <a16:creationId xmlns:a16="http://schemas.microsoft.com/office/drawing/2014/main" id="{0D74A1AC-B6FA-4377-6E04-DBA0FAF5A8BF}"/>
              </a:ext>
            </a:extLst>
          </p:cNvPr>
          <p:cNvSpPr>
            <a:spLocks noGrp="1"/>
          </p:cNvSpPr>
          <p:nvPr>
            <p:ph sz="quarter" idx="10"/>
          </p:nvPr>
        </p:nvSpPr>
        <p:spPr/>
        <p:txBody>
          <a:bodyPr/>
          <a:lstStyle/>
          <a:p>
            <a:r>
              <a:rPr lang="en-US" dirty="0"/>
              <a:t>Focus: Solve the Problem</a:t>
            </a:r>
          </a:p>
        </p:txBody>
      </p:sp>
      <p:pic>
        <p:nvPicPr>
          <p:cNvPr id="10" name="Content Placeholder 9" descr="Fingerprint with solid fill">
            <a:extLst>
              <a:ext uri="{FF2B5EF4-FFF2-40B4-BE49-F238E27FC236}">
                <a16:creationId xmlns:a16="http://schemas.microsoft.com/office/drawing/2014/main" id="{91138E19-B488-2170-F3ED-E0C3235970B2}"/>
              </a:ext>
            </a:extLst>
          </p:cNvPr>
          <p:cNvPicPr>
            <a:picLocks noGrp="1" noChangeAspect="1"/>
          </p:cNvPicPr>
          <p:nvPr>
            <p:ph sz="half" idx="2"/>
          </p:nvPr>
        </p:nvPicPr>
        <p:blipFill>
          <a:blip r:embed="rId2">
            <a:extLst>
              <a:ext uri="{96DAC541-7B7A-43D3-8B79-37D633B846F1}">
                <asvg:svgBlip xmlns:asvg="http://schemas.microsoft.com/office/drawing/2016/SVG/main" r:embed="rId3"/>
              </a:ext>
            </a:extLst>
          </a:blip>
          <a:stretch>
            <a:fillRect/>
          </a:stretch>
        </p:blipFill>
        <p:spPr>
          <a:xfrm>
            <a:off x="7848600" y="2335609"/>
            <a:ext cx="2491581" cy="2491581"/>
          </a:xfrm>
          <a:prstGeom prst="rect">
            <a:avLst/>
          </a:prstGeom>
        </p:spPr>
      </p:pic>
      <p:sp>
        <p:nvSpPr>
          <p:cNvPr id="3" name="Slide Number Placeholder 5">
            <a:extLst>
              <a:ext uri="{FF2B5EF4-FFF2-40B4-BE49-F238E27FC236}">
                <a16:creationId xmlns:a16="http://schemas.microsoft.com/office/drawing/2014/main" id="{A45CED92-542B-302D-09C5-63799A2B15C3}"/>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15</a:t>
            </a:fld>
            <a:endParaRPr lang="en-US" altLang="en-US" dirty="0"/>
          </a:p>
        </p:txBody>
      </p:sp>
    </p:spTree>
    <p:extLst>
      <p:ext uri="{BB962C8B-B14F-4D97-AF65-F5344CB8AC3E}">
        <p14:creationId xmlns:p14="http://schemas.microsoft.com/office/powerpoint/2010/main" val="1541232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78B906-CF3D-AF75-93F0-1C0636FF462E}"/>
              </a:ext>
            </a:extLst>
          </p:cNvPr>
          <p:cNvSpPr>
            <a:spLocks noGrp="1"/>
          </p:cNvSpPr>
          <p:nvPr>
            <p:ph sz="half" idx="1"/>
          </p:nvPr>
        </p:nvSpPr>
        <p:spPr/>
        <p:txBody>
          <a:bodyPr/>
          <a:lstStyle/>
          <a:p>
            <a:r>
              <a:rPr lang="en-US" b="1" u="sng" dirty="0"/>
              <a:t>Here &amp; Now</a:t>
            </a:r>
          </a:p>
          <a:p>
            <a:r>
              <a:rPr lang="en-US" dirty="0"/>
              <a:t>Support issues – Support </a:t>
            </a:r>
          </a:p>
          <a:p>
            <a:r>
              <a:rPr lang="en-US" dirty="0"/>
              <a:t>Usage data – Metrics </a:t>
            </a:r>
          </a:p>
          <a:p>
            <a:r>
              <a:rPr lang="en-US" dirty="0"/>
              <a:t>What’s coming – Product</a:t>
            </a:r>
          </a:p>
          <a:p>
            <a:r>
              <a:rPr lang="en-US" dirty="0"/>
              <a:t>Hot Topics – Customer Success</a:t>
            </a:r>
          </a:p>
          <a:p>
            <a:endParaRPr lang="en-US" dirty="0"/>
          </a:p>
        </p:txBody>
      </p:sp>
      <p:sp>
        <p:nvSpPr>
          <p:cNvPr id="3" name="Content Placeholder 2">
            <a:extLst>
              <a:ext uri="{FF2B5EF4-FFF2-40B4-BE49-F238E27FC236}">
                <a16:creationId xmlns:a16="http://schemas.microsoft.com/office/drawing/2014/main" id="{137DC698-BD12-8690-E251-C281F690DE8A}"/>
              </a:ext>
            </a:extLst>
          </p:cNvPr>
          <p:cNvSpPr>
            <a:spLocks noGrp="1"/>
          </p:cNvSpPr>
          <p:nvPr>
            <p:ph sz="half" idx="2"/>
          </p:nvPr>
        </p:nvSpPr>
        <p:spPr/>
        <p:txBody>
          <a:bodyPr/>
          <a:lstStyle/>
          <a:p>
            <a:r>
              <a:rPr lang="en-US" b="1" u="sng" dirty="0"/>
              <a:t>Future</a:t>
            </a:r>
          </a:p>
          <a:p>
            <a:r>
              <a:rPr lang="en-US" dirty="0"/>
              <a:t>Where are you going? What are your big worries?</a:t>
            </a:r>
          </a:p>
          <a:p>
            <a:r>
              <a:rPr lang="en-US" dirty="0"/>
              <a:t>What are we thinking/ planning?</a:t>
            </a:r>
          </a:p>
        </p:txBody>
      </p:sp>
      <p:sp>
        <p:nvSpPr>
          <p:cNvPr id="4" name="Content Placeholder 3">
            <a:extLst>
              <a:ext uri="{FF2B5EF4-FFF2-40B4-BE49-F238E27FC236}">
                <a16:creationId xmlns:a16="http://schemas.microsoft.com/office/drawing/2014/main" id="{1592057A-6380-55C0-1667-EB007345F9EE}"/>
              </a:ext>
            </a:extLst>
          </p:cNvPr>
          <p:cNvSpPr>
            <a:spLocks noGrp="1"/>
          </p:cNvSpPr>
          <p:nvPr>
            <p:ph sz="quarter" idx="10"/>
          </p:nvPr>
        </p:nvSpPr>
        <p:spPr/>
        <p:txBody>
          <a:bodyPr/>
          <a:lstStyle/>
          <a:p>
            <a:r>
              <a:rPr lang="en-US" dirty="0"/>
              <a:t>Preparing for customer meet</a:t>
            </a:r>
          </a:p>
        </p:txBody>
      </p:sp>
      <p:sp>
        <p:nvSpPr>
          <p:cNvPr id="5" name="Slide Number Placeholder 5">
            <a:extLst>
              <a:ext uri="{FF2B5EF4-FFF2-40B4-BE49-F238E27FC236}">
                <a16:creationId xmlns:a16="http://schemas.microsoft.com/office/drawing/2014/main" id="{A532E825-E8CE-39FE-BD27-212AEB662338}"/>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16</a:t>
            </a:fld>
            <a:endParaRPr lang="en-US" altLang="en-US" dirty="0"/>
          </a:p>
        </p:txBody>
      </p:sp>
    </p:spTree>
    <p:extLst>
      <p:ext uri="{BB962C8B-B14F-4D97-AF65-F5344CB8AC3E}">
        <p14:creationId xmlns:p14="http://schemas.microsoft.com/office/powerpoint/2010/main" val="1106237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BA38A7-F26E-7C6F-9E76-35A70FD179DD}"/>
              </a:ext>
            </a:extLst>
          </p:cNvPr>
          <p:cNvSpPr>
            <a:spLocks noGrp="1"/>
          </p:cNvSpPr>
          <p:nvPr>
            <p:ph sz="half" idx="1"/>
          </p:nvPr>
        </p:nvSpPr>
        <p:spPr/>
        <p:txBody>
          <a:bodyPr/>
          <a:lstStyle/>
          <a:p>
            <a:r>
              <a:rPr lang="en-US" b="1" u="sng" dirty="0"/>
              <a:t>Here &amp; Now</a:t>
            </a:r>
          </a:p>
          <a:p>
            <a:r>
              <a:rPr lang="en-US" dirty="0"/>
              <a:t>Open Issues</a:t>
            </a:r>
          </a:p>
          <a:p>
            <a:r>
              <a:rPr lang="en-US" dirty="0"/>
              <a:t>Usage/ Cost data</a:t>
            </a:r>
          </a:p>
        </p:txBody>
      </p:sp>
      <p:sp>
        <p:nvSpPr>
          <p:cNvPr id="3" name="Content Placeholder 2">
            <a:extLst>
              <a:ext uri="{FF2B5EF4-FFF2-40B4-BE49-F238E27FC236}">
                <a16:creationId xmlns:a16="http://schemas.microsoft.com/office/drawing/2014/main" id="{C7C17F21-07C3-9447-46AC-9620DD3757E3}"/>
              </a:ext>
            </a:extLst>
          </p:cNvPr>
          <p:cNvSpPr>
            <a:spLocks noGrp="1"/>
          </p:cNvSpPr>
          <p:nvPr>
            <p:ph sz="half" idx="2"/>
          </p:nvPr>
        </p:nvSpPr>
        <p:spPr/>
        <p:txBody>
          <a:bodyPr/>
          <a:lstStyle/>
          <a:p>
            <a:r>
              <a:rPr lang="en-US" b="1" u="sng" dirty="0"/>
              <a:t>Future</a:t>
            </a:r>
          </a:p>
          <a:p>
            <a:r>
              <a:rPr lang="en-US" dirty="0"/>
              <a:t>Where are you going?</a:t>
            </a:r>
          </a:p>
          <a:p>
            <a:r>
              <a:rPr lang="en-US" dirty="0"/>
              <a:t>What are you thinking/ planning</a:t>
            </a:r>
          </a:p>
          <a:p>
            <a:r>
              <a:rPr lang="en-US" dirty="0"/>
              <a:t>Where are we going?</a:t>
            </a:r>
          </a:p>
          <a:p>
            <a:r>
              <a:rPr lang="en-US" dirty="0"/>
              <a:t>What are we thinking/ planning?</a:t>
            </a:r>
          </a:p>
        </p:txBody>
      </p:sp>
      <p:sp>
        <p:nvSpPr>
          <p:cNvPr id="4" name="Content Placeholder 3">
            <a:extLst>
              <a:ext uri="{FF2B5EF4-FFF2-40B4-BE49-F238E27FC236}">
                <a16:creationId xmlns:a16="http://schemas.microsoft.com/office/drawing/2014/main" id="{7FC60181-DEB8-BA03-8D3E-0A3421CBAA4A}"/>
              </a:ext>
            </a:extLst>
          </p:cNvPr>
          <p:cNvSpPr>
            <a:spLocks noGrp="1"/>
          </p:cNvSpPr>
          <p:nvPr>
            <p:ph sz="quarter" idx="10"/>
          </p:nvPr>
        </p:nvSpPr>
        <p:spPr/>
        <p:txBody>
          <a:bodyPr/>
          <a:lstStyle/>
          <a:p>
            <a:r>
              <a:rPr lang="en-US" dirty="0"/>
              <a:t>Preparing for Partner Meet</a:t>
            </a:r>
          </a:p>
        </p:txBody>
      </p:sp>
      <p:sp>
        <p:nvSpPr>
          <p:cNvPr id="5" name="Slide Number Placeholder 5">
            <a:extLst>
              <a:ext uri="{FF2B5EF4-FFF2-40B4-BE49-F238E27FC236}">
                <a16:creationId xmlns:a16="http://schemas.microsoft.com/office/drawing/2014/main" id="{F3A87DBB-009F-36EF-A4D5-578A977067AD}"/>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17</a:t>
            </a:fld>
            <a:endParaRPr lang="en-US" altLang="en-US" dirty="0"/>
          </a:p>
        </p:txBody>
      </p:sp>
    </p:spTree>
    <p:extLst>
      <p:ext uri="{BB962C8B-B14F-4D97-AF65-F5344CB8AC3E}">
        <p14:creationId xmlns:p14="http://schemas.microsoft.com/office/powerpoint/2010/main" val="13579515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EADC9A-EADF-434E-DFC6-D7B931FB53E1}"/>
              </a:ext>
            </a:extLst>
          </p:cNvPr>
          <p:cNvSpPr>
            <a:spLocks noGrp="1"/>
          </p:cNvSpPr>
          <p:nvPr>
            <p:ph idx="1"/>
          </p:nvPr>
        </p:nvSpPr>
        <p:spPr/>
        <p:txBody>
          <a:bodyPr/>
          <a:lstStyle/>
          <a:p>
            <a:pPr algn="ctr"/>
            <a:endParaRPr lang="en-US" dirty="0"/>
          </a:p>
          <a:p>
            <a:pPr algn="ctr"/>
            <a:endParaRPr lang="en-US" dirty="0"/>
          </a:p>
          <a:p>
            <a:pPr algn="ctr"/>
            <a:r>
              <a:rPr lang="en-US" dirty="0"/>
              <a:t>While I already have “this” perspective, </a:t>
            </a:r>
          </a:p>
          <a:p>
            <a:pPr algn="ctr"/>
            <a:r>
              <a:rPr lang="en-US" dirty="0"/>
              <a:t>would love to hear your perspective, </a:t>
            </a:r>
          </a:p>
          <a:p>
            <a:pPr algn="ctr"/>
            <a:r>
              <a:rPr lang="en-US" dirty="0"/>
              <a:t>so that I have a better more complete picture</a:t>
            </a:r>
          </a:p>
        </p:txBody>
      </p:sp>
      <p:sp>
        <p:nvSpPr>
          <p:cNvPr id="3" name="Content Placeholder 2">
            <a:extLst>
              <a:ext uri="{FF2B5EF4-FFF2-40B4-BE49-F238E27FC236}">
                <a16:creationId xmlns:a16="http://schemas.microsoft.com/office/drawing/2014/main" id="{EDF3487A-E26F-E1B6-B8B2-82CAFCE3DD6F}"/>
              </a:ext>
            </a:extLst>
          </p:cNvPr>
          <p:cNvSpPr>
            <a:spLocks noGrp="1"/>
          </p:cNvSpPr>
          <p:nvPr>
            <p:ph sz="quarter" idx="10"/>
          </p:nvPr>
        </p:nvSpPr>
        <p:spPr/>
        <p:txBody>
          <a:bodyPr/>
          <a:lstStyle/>
          <a:p>
            <a:r>
              <a:rPr lang="en-US" dirty="0"/>
              <a:t>What if you already know the answer?</a:t>
            </a:r>
          </a:p>
        </p:txBody>
      </p:sp>
      <p:sp>
        <p:nvSpPr>
          <p:cNvPr id="4" name="Slide Number Placeholder 5">
            <a:extLst>
              <a:ext uri="{FF2B5EF4-FFF2-40B4-BE49-F238E27FC236}">
                <a16:creationId xmlns:a16="http://schemas.microsoft.com/office/drawing/2014/main" id="{FB2AD66E-BA2E-64BC-947D-5AC9DE14E7EB}"/>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18</a:t>
            </a:fld>
            <a:endParaRPr lang="en-US" altLang="en-US" dirty="0"/>
          </a:p>
        </p:txBody>
      </p:sp>
    </p:spTree>
    <p:extLst>
      <p:ext uri="{BB962C8B-B14F-4D97-AF65-F5344CB8AC3E}">
        <p14:creationId xmlns:p14="http://schemas.microsoft.com/office/powerpoint/2010/main" val="15583654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14E1A9-C930-63AB-AFBD-0E5BFB1F03DC}"/>
              </a:ext>
            </a:extLst>
          </p:cNvPr>
          <p:cNvSpPr>
            <a:spLocks noGrp="1"/>
          </p:cNvSpPr>
          <p:nvPr>
            <p:ph sz="half" idx="1"/>
          </p:nvPr>
        </p:nvSpPr>
        <p:spPr>
          <a:xfrm>
            <a:off x="609600" y="1600201"/>
            <a:ext cx="5384800" cy="4525963"/>
          </a:xfrm>
        </p:spPr>
        <p:txBody>
          <a:bodyPr wrap="square" anchor="t">
            <a:normAutofit/>
          </a:bodyPr>
          <a:lstStyle/>
          <a:p>
            <a:pPr>
              <a:lnSpc>
                <a:spcPct val="90000"/>
              </a:lnSpc>
              <a:buFont typeface="Arial" panose="020B0604020202020204" pitchFamily="34" charset="0"/>
              <a:buChar char="•"/>
            </a:pPr>
            <a:r>
              <a:rPr lang="en-US" sz="2600"/>
              <a:t>Pick one product/ feature/ solution you’re working on</a:t>
            </a:r>
          </a:p>
          <a:p>
            <a:pPr>
              <a:lnSpc>
                <a:spcPct val="90000"/>
              </a:lnSpc>
              <a:buFont typeface="Arial" panose="020B0604020202020204" pitchFamily="34" charset="0"/>
              <a:buChar char="•"/>
            </a:pPr>
            <a:r>
              <a:rPr lang="en-US" sz="2600"/>
              <a:t>What are some Known Knowns, Known Unknowns? </a:t>
            </a:r>
          </a:p>
          <a:p>
            <a:pPr>
              <a:lnSpc>
                <a:spcPct val="90000"/>
              </a:lnSpc>
              <a:buFont typeface="Arial" panose="020B0604020202020204" pitchFamily="34" charset="0"/>
              <a:buChar char="•"/>
            </a:pPr>
            <a:r>
              <a:rPr lang="en-US" sz="2600"/>
              <a:t>What could be Unknown Knowns, and Unknown Unknowns?</a:t>
            </a:r>
          </a:p>
          <a:p>
            <a:pPr>
              <a:lnSpc>
                <a:spcPct val="90000"/>
              </a:lnSpc>
              <a:buFont typeface="Arial" panose="020B0604020202020204" pitchFamily="34" charset="0"/>
              <a:buChar char="•"/>
            </a:pPr>
            <a:r>
              <a:rPr lang="en-US" sz="2600"/>
              <a:t>Who could help move things from Unknowns to Knowns?</a:t>
            </a:r>
          </a:p>
          <a:p>
            <a:pPr>
              <a:lnSpc>
                <a:spcPct val="90000"/>
              </a:lnSpc>
              <a:buFont typeface="Arial" panose="020B0604020202020204" pitchFamily="34" charset="0"/>
              <a:buChar char="•"/>
            </a:pPr>
            <a:r>
              <a:rPr lang="en-US" sz="2600"/>
              <a:t>How should you frame that conversation?</a:t>
            </a:r>
          </a:p>
        </p:txBody>
      </p:sp>
      <p:pic>
        <p:nvPicPr>
          <p:cNvPr id="5" name="Graphic 4" descr="Radar Chart with solid fill">
            <a:extLst>
              <a:ext uri="{FF2B5EF4-FFF2-40B4-BE49-F238E27FC236}">
                <a16:creationId xmlns:a16="http://schemas.microsoft.com/office/drawing/2014/main" id="{DFA3CC29-4166-D05B-7679-EEE0E0817F8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33418" y="1600201"/>
            <a:ext cx="4525963" cy="4525963"/>
          </a:xfrm>
          <a:prstGeom prst="rect">
            <a:avLst/>
          </a:prstGeom>
        </p:spPr>
      </p:pic>
      <p:sp>
        <p:nvSpPr>
          <p:cNvPr id="3" name="Content Placeholder 2">
            <a:extLst>
              <a:ext uri="{FF2B5EF4-FFF2-40B4-BE49-F238E27FC236}">
                <a16:creationId xmlns:a16="http://schemas.microsoft.com/office/drawing/2014/main" id="{665FBCFA-A29E-6F87-4361-A82F3564392A}"/>
              </a:ext>
            </a:extLst>
          </p:cNvPr>
          <p:cNvSpPr>
            <a:spLocks noGrp="1"/>
          </p:cNvSpPr>
          <p:nvPr>
            <p:ph sz="quarter" idx="10"/>
          </p:nvPr>
        </p:nvSpPr>
        <p:spPr>
          <a:xfrm>
            <a:off x="406400" y="152400"/>
            <a:ext cx="8432800" cy="1143000"/>
          </a:xfrm>
        </p:spPr>
        <p:txBody>
          <a:bodyPr wrap="square" anchor="ctr">
            <a:normAutofit/>
          </a:bodyPr>
          <a:lstStyle/>
          <a:p>
            <a:pPr>
              <a:spcAft>
                <a:spcPts val="600"/>
              </a:spcAft>
            </a:pPr>
            <a:r>
              <a:rPr lang="en-US" dirty="0"/>
              <a:t>Breakout Room: Stakeholder Radar</a:t>
            </a:r>
            <a:endParaRPr lang="en-US"/>
          </a:p>
        </p:txBody>
      </p:sp>
    </p:spTree>
    <p:extLst>
      <p:ext uri="{BB962C8B-B14F-4D97-AF65-F5344CB8AC3E}">
        <p14:creationId xmlns:p14="http://schemas.microsoft.com/office/powerpoint/2010/main" val="2445135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B23778-BD9A-FD5C-469C-811CDFFE86CF}"/>
              </a:ext>
            </a:extLst>
          </p:cNvPr>
          <p:cNvSpPr>
            <a:spLocks noGrp="1"/>
          </p:cNvSpPr>
          <p:nvPr>
            <p:ph sz="quarter" idx="10"/>
          </p:nvPr>
        </p:nvSpPr>
        <p:spPr/>
        <p:txBody>
          <a:bodyPr/>
          <a:lstStyle/>
          <a:p>
            <a:r>
              <a:rPr lang="en-US" dirty="0"/>
              <a:t>NIHITO</a:t>
            </a:r>
          </a:p>
        </p:txBody>
      </p:sp>
      <p:pic>
        <p:nvPicPr>
          <p:cNvPr id="1026" name="Picture 2" descr="NIHITO Principles in Action: Strategies for Conducting Systematic Buyer ...">
            <a:extLst>
              <a:ext uri="{FF2B5EF4-FFF2-40B4-BE49-F238E27FC236}">
                <a16:creationId xmlns:a16="http://schemas.microsoft.com/office/drawing/2014/main" id="{6C1BBEA7-4B6A-149C-D679-4F56C47B1F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6500" y="2133600"/>
            <a:ext cx="7239000" cy="3351808"/>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5">
            <a:extLst>
              <a:ext uri="{FF2B5EF4-FFF2-40B4-BE49-F238E27FC236}">
                <a16:creationId xmlns:a16="http://schemas.microsoft.com/office/drawing/2014/main" id="{FD28FEDA-2E51-BFEA-DCE6-0DE42DDBE4C0}"/>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20</a:t>
            </a:fld>
            <a:endParaRPr lang="en-US" altLang="en-US" dirty="0"/>
          </a:p>
        </p:txBody>
      </p:sp>
    </p:spTree>
    <p:extLst>
      <p:ext uri="{BB962C8B-B14F-4D97-AF65-F5344CB8AC3E}">
        <p14:creationId xmlns:p14="http://schemas.microsoft.com/office/powerpoint/2010/main" val="11676283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2D0251-E8FD-C512-9562-99BBF9ECB0E1}"/>
              </a:ext>
            </a:extLst>
          </p:cNvPr>
          <p:cNvSpPr>
            <a:spLocks noGrp="1"/>
          </p:cNvSpPr>
          <p:nvPr>
            <p:ph sz="quarter" idx="10"/>
          </p:nvPr>
        </p:nvSpPr>
        <p:spPr/>
        <p:txBody>
          <a:bodyPr/>
          <a:lstStyle/>
          <a:p>
            <a:r>
              <a:rPr lang="en-US" dirty="0"/>
              <a:t>Geography Limitations?</a:t>
            </a:r>
          </a:p>
        </p:txBody>
      </p:sp>
      <p:pic>
        <p:nvPicPr>
          <p:cNvPr id="6" name="Graphic 5" descr="Earth globe: Americas with solid fill">
            <a:extLst>
              <a:ext uri="{FF2B5EF4-FFF2-40B4-BE49-F238E27FC236}">
                <a16:creationId xmlns:a16="http://schemas.microsoft.com/office/drawing/2014/main" id="{9668E6D7-56DF-E12B-670D-26395EE2E36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2000" y="2514600"/>
            <a:ext cx="2286000" cy="2286000"/>
          </a:xfrm>
          <a:prstGeom prst="rect">
            <a:avLst/>
          </a:prstGeom>
        </p:spPr>
      </p:pic>
      <p:pic>
        <p:nvPicPr>
          <p:cNvPr id="8" name="Graphic 7" descr="Earth globe: Africa and Europe with solid fill">
            <a:extLst>
              <a:ext uri="{FF2B5EF4-FFF2-40B4-BE49-F238E27FC236}">
                <a16:creationId xmlns:a16="http://schemas.microsoft.com/office/drawing/2014/main" id="{966A0C54-0A87-52FF-5669-37A36587298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56000" y="2514600"/>
            <a:ext cx="2286000" cy="2286000"/>
          </a:xfrm>
          <a:prstGeom prst="rect">
            <a:avLst/>
          </a:prstGeom>
        </p:spPr>
      </p:pic>
      <p:pic>
        <p:nvPicPr>
          <p:cNvPr id="10" name="Graphic 9" descr="Earth Globe - Asia with solid fill">
            <a:extLst>
              <a:ext uri="{FF2B5EF4-FFF2-40B4-BE49-F238E27FC236}">
                <a16:creationId xmlns:a16="http://schemas.microsoft.com/office/drawing/2014/main" id="{874AC1D2-B897-5785-C226-29ECD087F91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50000" y="2514600"/>
            <a:ext cx="2286000" cy="2286000"/>
          </a:xfrm>
          <a:prstGeom prst="rect">
            <a:avLst/>
          </a:prstGeom>
        </p:spPr>
      </p:pic>
      <p:pic>
        <p:nvPicPr>
          <p:cNvPr id="12" name="Graphic 11" descr="Earth globe: Asia and Australia with solid fill">
            <a:extLst>
              <a:ext uri="{FF2B5EF4-FFF2-40B4-BE49-F238E27FC236}">
                <a16:creationId xmlns:a16="http://schemas.microsoft.com/office/drawing/2014/main" id="{173714A2-87AB-D472-C63B-530CF01F0E5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144000" y="2514600"/>
            <a:ext cx="2286000" cy="2286000"/>
          </a:xfrm>
          <a:prstGeom prst="rect">
            <a:avLst/>
          </a:prstGeom>
        </p:spPr>
      </p:pic>
      <p:sp>
        <p:nvSpPr>
          <p:cNvPr id="2" name="Slide Number Placeholder 5">
            <a:extLst>
              <a:ext uri="{FF2B5EF4-FFF2-40B4-BE49-F238E27FC236}">
                <a16:creationId xmlns:a16="http://schemas.microsoft.com/office/drawing/2014/main" id="{3D1BD7BC-9DE1-1B12-E138-9A9708003D4B}"/>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21</a:t>
            </a:fld>
            <a:endParaRPr lang="en-US" altLang="en-US" dirty="0"/>
          </a:p>
        </p:txBody>
      </p:sp>
    </p:spTree>
    <p:extLst>
      <p:ext uri="{BB962C8B-B14F-4D97-AF65-F5344CB8AC3E}">
        <p14:creationId xmlns:p14="http://schemas.microsoft.com/office/powerpoint/2010/main" val="9415152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F8F173E-FB41-7CB9-4048-D2BB2010A77E}"/>
              </a:ext>
            </a:extLst>
          </p:cNvPr>
          <p:cNvSpPr>
            <a:spLocks noGrp="1"/>
          </p:cNvSpPr>
          <p:nvPr>
            <p:ph sz="half" idx="1"/>
          </p:nvPr>
        </p:nvSpPr>
        <p:spPr/>
        <p:txBody>
          <a:bodyPr/>
          <a:lstStyle/>
          <a:p>
            <a:r>
              <a:rPr lang="en-US" dirty="0"/>
              <a:t>Turn on video</a:t>
            </a:r>
          </a:p>
          <a:p>
            <a:r>
              <a:rPr lang="en-US" dirty="0"/>
              <a:t>Background blur</a:t>
            </a:r>
          </a:p>
        </p:txBody>
      </p:sp>
      <p:sp>
        <p:nvSpPr>
          <p:cNvPr id="16" name="Content Placeholder 15">
            <a:extLst>
              <a:ext uri="{FF2B5EF4-FFF2-40B4-BE49-F238E27FC236}">
                <a16:creationId xmlns:a16="http://schemas.microsoft.com/office/drawing/2014/main" id="{3693686B-133E-A69B-0666-39F9C11401B0}"/>
              </a:ext>
            </a:extLst>
          </p:cNvPr>
          <p:cNvSpPr>
            <a:spLocks noGrp="1"/>
          </p:cNvSpPr>
          <p:nvPr>
            <p:ph sz="quarter" idx="10"/>
          </p:nvPr>
        </p:nvSpPr>
        <p:spPr/>
        <p:txBody>
          <a:bodyPr/>
          <a:lstStyle/>
          <a:p>
            <a:r>
              <a:rPr lang="en-US" dirty="0"/>
              <a:t>It’s A Virtual World</a:t>
            </a:r>
          </a:p>
        </p:txBody>
      </p:sp>
      <p:pic>
        <p:nvPicPr>
          <p:cNvPr id="17" name="Content Placeholder 16" descr="Online meeting with solid fill">
            <a:extLst>
              <a:ext uri="{FF2B5EF4-FFF2-40B4-BE49-F238E27FC236}">
                <a16:creationId xmlns:a16="http://schemas.microsoft.com/office/drawing/2014/main" id="{C264DF9C-028E-7F93-969A-A9A23CF4F51A}"/>
              </a:ext>
            </a:extLst>
          </p:cNvPr>
          <p:cNvPicPr>
            <a:picLocks noGrp="1" noChangeAspect="1"/>
          </p:cNvPicPr>
          <p:nvPr>
            <p:ph sz="half" idx="2"/>
          </p:nvPr>
        </p:nvPicPr>
        <p:blipFill>
          <a:blip r:embed="rId2">
            <a:extLst>
              <a:ext uri="{96DAC541-7B7A-43D3-8B79-37D633B846F1}">
                <asvg:svgBlip xmlns:asvg="http://schemas.microsoft.com/office/drawing/2016/SVG/main" r:embed="rId3"/>
              </a:ext>
            </a:extLst>
          </a:blip>
          <a:stretch>
            <a:fillRect/>
          </a:stretch>
        </p:blipFill>
        <p:spPr>
          <a:xfrm>
            <a:off x="7391400" y="1905000"/>
            <a:ext cx="3733800" cy="3733800"/>
          </a:xfrm>
          <a:prstGeom prst="rect">
            <a:avLst/>
          </a:prstGeom>
        </p:spPr>
      </p:pic>
      <p:sp>
        <p:nvSpPr>
          <p:cNvPr id="3" name="Slide Number Placeholder 5">
            <a:extLst>
              <a:ext uri="{FF2B5EF4-FFF2-40B4-BE49-F238E27FC236}">
                <a16:creationId xmlns:a16="http://schemas.microsoft.com/office/drawing/2014/main" id="{16B86377-800E-9B56-2613-DA25C8543E89}"/>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22</a:t>
            </a:fld>
            <a:endParaRPr lang="en-US" altLang="en-US" dirty="0"/>
          </a:p>
        </p:txBody>
      </p:sp>
    </p:spTree>
    <p:extLst>
      <p:ext uri="{BB962C8B-B14F-4D97-AF65-F5344CB8AC3E}">
        <p14:creationId xmlns:p14="http://schemas.microsoft.com/office/powerpoint/2010/main" val="31889251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DF8FA2-D25A-A025-17EC-56E82C286DF9}"/>
              </a:ext>
            </a:extLst>
          </p:cNvPr>
          <p:cNvSpPr>
            <a:spLocks noGrp="1"/>
          </p:cNvSpPr>
          <p:nvPr>
            <p:ph sz="quarter" idx="10"/>
          </p:nvPr>
        </p:nvSpPr>
        <p:spPr/>
        <p:txBody>
          <a:bodyPr/>
          <a:lstStyle/>
          <a:p>
            <a:r>
              <a:rPr lang="en-US" dirty="0"/>
              <a:t>Travel for Events</a:t>
            </a:r>
          </a:p>
        </p:txBody>
      </p:sp>
      <p:pic>
        <p:nvPicPr>
          <p:cNvPr id="5" name="Graphic 4" descr="Travel with solid fill">
            <a:extLst>
              <a:ext uri="{FF2B5EF4-FFF2-40B4-BE49-F238E27FC236}">
                <a16:creationId xmlns:a16="http://schemas.microsoft.com/office/drawing/2014/main" id="{90D83D14-E36B-C0C2-5264-ACD004DCFA0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71800" y="2438400"/>
            <a:ext cx="2286000" cy="2286000"/>
          </a:xfrm>
          <a:prstGeom prst="rect">
            <a:avLst/>
          </a:prstGeom>
        </p:spPr>
      </p:pic>
      <p:pic>
        <p:nvPicPr>
          <p:cNvPr id="9" name="Graphic 8" descr="Meeting with solid fill">
            <a:extLst>
              <a:ext uri="{FF2B5EF4-FFF2-40B4-BE49-F238E27FC236}">
                <a16:creationId xmlns:a16="http://schemas.microsoft.com/office/drawing/2014/main" id="{65B60566-01B8-7BFC-3824-C93E76EF6C7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46902" y="2438400"/>
            <a:ext cx="2286000" cy="2286000"/>
          </a:xfrm>
          <a:prstGeom prst="rect">
            <a:avLst/>
          </a:prstGeom>
        </p:spPr>
      </p:pic>
      <p:sp>
        <p:nvSpPr>
          <p:cNvPr id="3" name="Slide Number Placeholder 5">
            <a:extLst>
              <a:ext uri="{FF2B5EF4-FFF2-40B4-BE49-F238E27FC236}">
                <a16:creationId xmlns:a16="http://schemas.microsoft.com/office/drawing/2014/main" id="{12E7373D-DF43-B629-89DB-6E108604642C}"/>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23</a:t>
            </a:fld>
            <a:endParaRPr lang="en-US" altLang="en-US" dirty="0"/>
          </a:p>
        </p:txBody>
      </p:sp>
    </p:spTree>
    <p:extLst>
      <p:ext uri="{BB962C8B-B14F-4D97-AF65-F5344CB8AC3E}">
        <p14:creationId xmlns:p14="http://schemas.microsoft.com/office/powerpoint/2010/main" val="24077117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9D6176-989F-E4A8-08CC-1D3383FC03A2}"/>
              </a:ext>
            </a:extLst>
          </p:cNvPr>
          <p:cNvSpPr>
            <a:spLocks noGrp="1"/>
          </p:cNvSpPr>
          <p:nvPr>
            <p:ph idx="1"/>
          </p:nvPr>
        </p:nvSpPr>
        <p:spPr/>
        <p:txBody>
          <a:bodyPr/>
          <a:lstStyle/>
          <a:p>
            <a:pPr>
              <a:buFont typeface="Arial" panose="020B0604020202020204" pitchFamily="34" charset="0"/>
              <a:buChar char="•"/>
            </a:pPr>
            <a:r>
              <a:rPr lang="en-US" dirty="0"/>
              <a:t>Why do you need a Customer Advisory Board – </a:t>
            </a:r>
          </a:p>
          <a:p>
            <a:pPr lvl="1">
              <a:buFont typeface="Arial" panose="020B0604020202020204" pitchFamily="34" charset="0"/>
              <a:buChar char="•"/>
            </a:pPr>
            <a:r>
              <a:rPr lang="en-US" dirty="0"/>
              <a:t>To advise </a:t>
            </a:r>
            <a:r>
              <a:rPr lang="en-US" b="1" u="sng" dirty="0"/>
              <a:t>you</a:t>
            </a:r>
            <a:r>
              <a:rPr lang="en-US" dirty="0"/>
              <a:t> on strategy</a:t>
            </a:r>
          </a:p>
          <a:p>
            <a:pPr>
              <a:buFont typeface="Arial" panose="020B0604020202020204" pitchFamily="34" charset="0"/>
              <a:buChar char="•"/>
            </a:pPr>
            <a:r>
              <a:rPr lang="en-US" dirty="0"/>
              <a:t>Who should be part of it?</a:t>
            </a:r>
          </a:p>
          <a:p>
            <a:pPr lvl="1">
              <a:buFont typeface="Arial" panose="020B0604020202020204" pitchFamily="34" charset="0"/>
              <a:buChar char="•"/>
            </a:pPr>
            <a:r>
              <a:rPr lang="en-US" dirty="0"/>
              <a:t>Key customers</a:t>
            </a:r>
          </a:p>
          <a:p>
            <a:pPr lvl="1">
              <a:buFont typeface="Arial" panose="020B0604020202020204" pitchFamily="34" charset="0"/>
              <a:buChar char="•"/>
            </a:pPr>
            <a:r>
              <a:rPr lang="en-US" dirty="0"/>
              <a:t>Based on nature of relationship with you</a:t>
            </a:r>
          </a:p>
          <a:p>
            <a:pPr lvl="1">
              <a:buFont typeface="Arial" panose="020B0604020202020204" pitchFamily="34" charset="0"/>
              <a:buChar char="•"/>
            </a:pPr>
            <a:r>
              <a:rPr lang="en-US" dirty="0"/>
              <a:t>Based on nature of relationship among themselves</a:t>
            </a:r>
          </a:p>
          <a:p>
            <a:pPr>
              <a:buFont typeface="Arial" panose="020B0604020202020204" pitchFamily="34" charset="0"/>
              <a:buChar char="•"/>
            </a:pPr>
            <a:r>
              <a:rPr lang="en-US" dirty="0"/>
              <a:t>How often should you meet?</a:t>
            </a:r>
          </a:p>
          <a:p>
            <a:pPr lvl="1">
              <a:buFont typeface="Arial" panose="020B0604020202020204" pitchFamily="34" charset="0"/>
              <a:buChar char="•"/>
            </a:pPr>
            <a:r>
              <a:rPr lang="en-US" dirty="0"/>
              <a:t>Quarterly (more often if needed)</a:t>
            </a:r>
          </a:p>
          <a:p>
            <a:pPr>
              <a:buFont typeface="Arial" panose="020B0604020202020204" pitchFamily="34" charset="0"/>
              <a:buChar char="•"/>
            </a:pPr>
            <a:r>
              <a:rPr lang="en-US" dirty="0"/>
              <a:t>What should be the Agenda?</a:t>
            </a:r>
          </a:p>
          <a:p>
            <a:pPr lvl="1">
              <a:buFont typeface="Arial" panose="020B0604020202020204" pitchFamily="34" charset="0"/>
              <a:buChar char="•"/>
            </a:pPr>
            <a:r>
              <a:rPr lang="en-US" dirty="0"/>
              <a:t>Validate findings/ approach</a:t>
            </a:r>
          </a:p>
          <a:p>
            <a:pPr lvl="1">
              <a:buFont typeface="Arial" panose="020B0604020202020204" pitchFamily="34" charset="0"/>
              <a:buChar char="•"/>
            </a:pPr>
            <a:r>
              <a:rPr lang="en-US" dirty="0"/>
              <a:t>Validate roadmap</a:t>
            </a:r>
          </a:p>
          <a:p>
            <a:pPr lvl="1">
              <a:buFont typeface="Arial" panose="020B0604020202020204" pitchFamily="34" charset="0"/>
              <a:buChar char="•"/>
            </a:pPr>
            <a:r>
              <a:rPr lang="en-US" dirty="0"/>
              <a:t>Identify blind spots/ gaps</a:t>
            </a:r>
          </a:p>
        </p:txBody>
      </p:sp>
      <p:sp>
        <p:nvSpPr>
          <p:cNvPr id="3" name="Content Placeholder 2">
            <a:extLst>
              <a:ext uri="{FF2B5EF4-FFF2-40B4-BE49-F238E27FC236}">
                <a16:creationId xmlns:a16="http://schemas.microsoft.com/office/drawing/2014/main" id="{CFEB02A1-5486-8D15-1315-1D041D8760FA}"/>
              </a:ext>
            </a:extLst>
          </p:cNvPr>
          <p:cNvSpPr>
            <a:spLocks noGrp="1"/>
          </p:cNvSpPr>
          <p:nvPr>
            <p:ph sz="quarter" idx="10"/>
          </p:nvPr>
        </p:nvSpPr>
        <p:spPr/>
        <p:txBody>
          <a:bodyPr/>
          <a:lstStyle/>
          <a:p>
            <a:r>
              <a:rPr lang="en-US" dirty="0"/>
              <a:t>Customer Advisory Board</a:t>
            </a:r>
          </a:p>
        </p:txBody>
      </p:sp>
      <p:sp>
        <p:nvSpPr>
          <p:cNvPr id="4" name="Slide Number Placeholder 5">
            <a:extLst>
              <a:ext uri="{FF2B5EF4-FFF2-40B4-BE49-F238E27FC236}">
                <a16:creationId xmlns:a16="http://schemas.microsoft.com/office/drawing/2014/main" id="{E2EE5CFE-9ABC-739A-5A1F-FD638B419DAB}"/>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24</a:t>
            </a:fld>
            <a:endParaRPr lang="en-US" altLang="en-US" dirty="0"/>
          </a:p>
        </p:txBody>
      </p:sp>
    </p:spTree>
    <p:extLst>
      <p:ext uri="{BB962C8B-B14F-4D97-AF65-F5344CB8AC3E}">
        <p14:creationId xmlns:p14="http://schemas.microsoft.com/office/powerpoint/2010/main" val="38176390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Europe with solid fill">
            <a:extLst>
              <a:ext uri="{FF2B5EF4-FFF2-40B4-BE49-F238E27FC236}">
                <a16:creationId xmlns:a16="http://schemas.microsoft.com/office/drawing/2014/main" id="{76A90AD6-4FCB-FF11-C381-2F7DCA42E3E3}"/>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1447800" y="2108200"/>
            <a:ext cx="2946400" cy="2946400"/>
          </a:xfrm>
        </p:spPr>
      </p:pic>
      <p:sp>
        <p:nvSpPr>
          <p:cNvPr id="3" name="Content Placeholder 2">
            <a:extLst>
              <a:ext uri="{FF2B5EF4-FFF2-40B4-BE49-F238E27FC236}">
                <a16:creationId xmlns:a16="http://schemas.microsoft.com/office/drawing/2014/main" id="{832CBF46-30FE-9009-B483-B6989EA2B375}"/>
              </a:ext>
            </a:extLst>
          </p:cNvPr>
          <p:cNvSpPr>
            <a:spLocks noGrp="1"/>
          </p:cNvSpPr>
          <p:nvPr>
            <p:ph sz="half" idx="2"/>
          </p:nvPr>
        </p:nvSpPr>
        <p:spPr/>
        <p:txBody>
          <a:bodyPr/>
          <a:lstStyle/>
          <a:p>
            <a:pPr algn="ctr"/>
            <a:endParaRPr lang="en-US" dirty="0"/>
          </a:p>
          <a:p>
            <a:pPr algn="ctr"/>
            <a:endParaRPr lang="en-US" dirty="0"/>
          </a:p>
          <a:p>
            <a:pPr algn="ctr"/>
            <a:endParaRPr lang="en-US" dirty="0"/>
          </a:p>
          <a:p>
            <a:pPr algn="ctr"/>
            <a:r>
              <a:rPr lang="en-US" dirty="0"/>
              <a:t>Expansion into Europe based on customer input</a:t>
            </a:r>
          </a:p>
        </p:txBody>
      </p:sp>
      <p:sp>
        <p:nvSpPr>
          <p:cNvPr id="4" name="Content Placeholder 3">
            <a:extLst>
              <a:ext uri="{FF2B5EF4-FFF2-40B4-BE49-F238E27FC236}">
                <a16:creationId xmlns:a16="http://schemas.microsoft.com/office/drawing/2014/main" id="{54928C91-A0FA-DEAD-7188-79B8515E2DCE}"/>
              </a:ext>
            </a:extLst>
          </p:cNvPr>
          <p:cNvSpPr>
            <a:spLocks noGrp="1"/>
          </p:cNvSpPr>
          <p:nvPr>
            <p:ph sz="quarter" idx="10"/>
          </p:nvPr>
        </p:nvSpPr>
        <p:spPr/>
        <p:txBody>
          <a:bodyPr/>
          <a:lstStyle/>
          <a:p>
            <a:r>
              <a:rPr lang="en-US" dirty="0"/>
              <a:t>CAB Driven Strategy</a:t>
            </a:r>
          </a:p>
        </p:txBody>
      </p:sp>
      <p:sp>
        <p:nvSpPr>
          <p:cNvPr id="2" name="Slide Number Placeholder 5">
            <a:extLst>
              <a:ext uri="{FF2B5EF4-FFF2-40B4-BE49-F238E27FC236}">
                <a16:creationId xmlns:a16="http://schemas.microsoft.com/office/drawing/2014/main" id="{9CC946E9-1446-0C7B-E85D-B657FA3155A3}"/>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25</a:t>
            </a:fld>
            <a:endParaRPr lang="en-US" altLang="en-US" dirty="0"/>
          </a:p>
        </p:txBody>
      </p:sp>
    </p:spTree>
    <p:extLst>
      <p:ext uri="{BB962C8B-B14F-4D97-AF65-F5344CB8AC3E}">
        <p14:creationId xmlns:p14="http://schemas.microsoft.com/office/powerpoint/2010/main" val="40667647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FBCAA0-3B60-E77C-382B-707382B4088D}"/>
              </a:ext>
            </a:extLst>
          </p:cNvPr>
          <p:cNvSpPr>
            <a:spLocks noGrp="1"/>
          </p:cNvSpPr>
          <p:nvPr>
            <p:ph sz="half" idx="1"/>
          </p:nvPr>
        </p:nvSpPr>
        <p:spPr/>
        <p:txBody>
          <a:bodyPr/>
          <a:lstStyle/>
          <a:p>
            <a:pPr algn="ctr"/>
            <a:endParaRPr lang="en-US" dirty="0"/>
          </a:p>
          <a:p>
            <a:pPr algn="ctr"/>
            <a:endParaRPr lang="en-US" dirty="0"/>
          </a:p>
          <a:p>
            <a:pPr algn="ctr"/>
            <a:endParaRPr lang="en-US" dirty="0"/>
          </a:p>
          <a:p>
            <a:pPr algn="ctr"/>
            <a:r>
              <a:rPr lang="en-US" dirty="0"/>
              <a:t>Mid Market Expansion</a:t>
            </a:r>
          </a:p>
        </p:txBody>
      </p:sp>
      <p:pic>
        <p:nvPicPr>
          <p:cNvPr id="6" name="Content Placeholder 5" descr="Travel with solid fill">
            <a:extLst>
              <a:ext uri="{FF2B5EF4-FFF2-40B4-BE49-F238E27FC236}">
                <a16:creationId xmlns:a16="http://schemas.microsoft.com/office/drawing/2014/main" id="{9B4DBC78-1B8A-659B-465D-9E7D53E63A85}"/>
              </a:ext>
            </a:extLst>
          </p:cNvPr>
          <p:cNvPicPr>
            <a:picLocks noGrp="1" noChangeAspect="1"/>
          </p:cNvPicPr>
          <p:nvPr>
            <p:ph sz="half" idx="2"/>
          </p:nvPr>
        </p:nvPicPr>
        <p:blipFill>
          <a:blip r:embed="rId3">
            <a:extLst>
              <a:ext uri="{96DAC541-7B7A-43D3-8B79-37D633B846F1}">
                <asvg:svgBlip xmlns:asvg="http://schemas.microsoft.com/office/drawing/2016/SVG/main" r:embed="rId4"/>
              </a:ext>
            </a:extLst>
          </a:blip>
          <a:stretch>
            <a:fillRect/>
          </a:stretch>
        </p:blipFill>
        <p:spPr>
          <a:xfrm>
            <a:off x="8001000" y="2324100"/>
            <a:ext cx="2514600" cy="2514600"/>
          </a:xfrm>
        </p:spPr>
      </p:pic>
      <p:sp>
        <p:nvSpPr>
          <p:cNvPr id="4" name="Content Placeholder 3">
            <a:extLst>
              <a:ext uri="{FF2B5EF4-FFF2-40B4-BE49-F238E27FC236}">
                <a16:creationId xmlns:a16="http://schemas.microsoft.com/office/drawing/2014/main" id="{3D3DB12D-C829-8842-57FF-D09D5EFE1331}"/>
              </a:ext>
            </a:extLst>
          </p:cNvPr>
          <p:cNvSpPr>
            <a:spLocks noGrp="1"/>
          </p:cNvSpPr>
          <p:nvPr>
            <p:ph sz="quarter" idx="10"/>
          </p:nvPr>
        </p:nvSpPr>
        <p:spPr/>
        <p:txBody>
          <a:bodyPr/>
          <a:lstStyle/>
          <a:p>
            <a:r>
              <a:rPr lang="en-US" dirty="0"/>
              <a:t>Partner Driven Strategy</a:t>
            </a:r>
          </a:p>
        </p:txBody>
      </p:sp>
      <p:sp>
        <p:nvSpPr>
          <p:cNvPr id="3" name="Slide Number Placeholder 5">
            <a:extLst>
              <a:ext uri="{FF2B5EF4-FFF2-40B4-BE49-F238E27FC236}">
                <a16:creationId xmlns:a16="http://schemas.microsoft.com/office/drawing/2014/main" id="{08E25314-31D2-86A8-7491-7E678EA9CC66}"/>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26</a:t>
            </a:fld>
            <a:endParaRPr lang="en-US" altLang="en-US" dirty="0"/>
          </a:p>
        </p:txBody>
      </p:sp>
    </p:spTree>
    <p:extLst>
      <p:ext uri="{BB962C8B-B14F-4D97-AF65-F5344CB8AC3E}">
        <p14:creationId xmlns:p14="http://schemas.microsoft.com/office/powerpoint/2010/main" val="10185037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1">
            <a:extLst>
              <a:ext uri="{FF2B5EF4-FFF2-40B4-BE49-F238E27FC236}">
                <a16:creationId xmlns:a16="http://schemas.microsoft.com/office/drawing/2014/main" id="{AEE069A5-E5E0-2C0A-AA13-1EE1AF0A5551}"/>
              </a:ext>
            </a:extLst>
          </p:cNvPr>
          <p:cNvGraphicFramePr>
            <a:graphicFrameLocks noGrp="1"/>
          </p:cNvGraphicFramePr>
          <p:nvPr>
            <p:ph idx="1"/>
            <p:extLst>
              <p:ext uri="{D42A27DB-BD31-4B8C-83A1-F6EECF244321}">
                <p14:modId xmlns:p14="http://schemas.microsoft.com/office/powerpoint/2010/main" val="2964110686"/>
              </p:ext>
            </p:extLst>
          </p:nvPr>
        </p:nvGraphicFramePr>
        <p:xfrm>
          <a:off x="406400" y="1493838"/>
          <a:ext cx="109728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Content Placeholder 1">
            <a:extLst>
              <a:ext uri="{FF2B5EF4-FFF2-40B4-BE49-F238E27FC236}">
                <a16:creationId xmlns:a16="http://schemas.microsoft.com/office/drawing/2014/main" id="{79550B4A-E547-E54D-E55E-B4C2EA6E418C}"/>
              </a:ext>
            </a:extLst>
          </p:cNvPr>
          <p:cNvSpPr>
            <a:spLocks noGrp="1"/>
          </p:cNvSpPr>
          <p:nvPr>
            <p:ph sz="quarter" idx="10"/>
          </p:nvPr>
        </p:nvSpPr>
        <p:spPr/>
        <p:txBody>
          <a:bodyPr/>
          <a:lstStyle/>
          <a:p>
            <a:r>
              <a:rPr lang="en-US" dirty="0"/>
              <a:t>Beta programs</a:t>
            </a:r>
          </a:p>
        </p:txBody>
      </p:sp>
      <p:sp>
        <p:nvSpPr>
          <p:cNvPr id="4" name="Slide Number Placeholder 5">
            <a:extLst>
              <a:ext uri="{FF2B5EF4-FFF2-40B4-BE49-F238E27FC236}">
                <a16:creationId xmlns:a16="http://schemas.microsoft.com/office/drawing/2014/main" id="{9AD0C0D1-062E-23F3-42F0-48C09D430962}"/>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27</a:t>
            </a:fld>
            <a:endParaRPr lang="en-US" altLang="en-US" dirty="0"/>
          </a:p>
        </p:txBody>
      </p:sp>
    </p:spTree>
    <p:extLst>
      <p:ext uri="{BB962C8B-B14F-4D97-AF65-F5344CB8AC3E}">
        <p14:creationId xmlns:p14="http://schemas.microsoft.com/office/powerpoint/2010/main" val="35178268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1">
            <a:extLst>
              <a:ext uri="{FF2B5EF4-FFF2-40B4-BE49-F238E27FC236}">
                <a16:creationId xmlns:a16="http://schemas.microsoft.com/office/drawing/2014/main" id="{6D7F1BEB-82F8-7A93-FA2B-7764B666B8EC}"/>
              </a:ext>
            </a:extLst>
          </p:cNvPr>
          <p:cNvGraphicFramePr>
            <a:graphicFrameLocks noGrp="1"/>
          </p:cNvGraphicFramePr>
          <p:nvPr>
            <p:ph idx="1"/>
            <p:extLst>
              <p:ext uri="{D42A27DB-BD31-4B8C-83A1-F6EECF244321}">
                <p14:modId xmlns:p14="http://schemas.microsoft.com/office/powerpoint/2010/main" val="3703933792"/>
              </p:ext>
            </p:extLst>
          </p:nvPr>
        </p:nvGraphicFramePr>
        <p:xfrm>
          <a:off x="406400" y="1493838"/>
          <a:ext cx="109728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Content Placeholder 1">
            <a:extLst>
              <a:ext uri="{FF2B5EF4-FFF2-40B4-BE49-F238E27FC236}">
                <a16:creationId xmlns:a16="http://schemas.microsoft.com/office/drawing/2014/main" id="{3047F479-9A74-9F6E-6117-5BB133E0B336}"/>
              </a:ext>
            </a:extLst>
          </p:cNvPr>
          <p:cNvSpPr>
            <a:spLocks noGrp="1"/>
          </p:cNvSpPr>
          <p:nvPr>
            <p:ph sz="quarter" idx="10"/>
          </p:nvPr>
        </p:nvSpPr>
        <p:spPr/>
        <p:txBody>
          <a:bodyPr/>
          <a:lstStyle/>
          <a:p>
            <a:r>
              <a:rPr lang="en-US" dirty="0"/>
              <a:t>Progress Demos</a:t>
            </a:r>
          </a:p>
        </p:txBody>
      </p:sp>
      <p:sp>
        <p:nvSpPr>
          <p:cNvPr id="4" name="Slide Number Placeholder 5">
            <a:extLst>
              <a:ext uri="{FF2B5EF4-FFF2-40B4-BE49-F238E27FC236}">
                <a16:creationId xmlns:a16="http://schemas.microsoft.com/office/drawing/2014/main" id="{B7A677C0-DE06-961A-D960-3A8DB3023FD0}"/>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28</a:t>
            </a:fld>
            <a:endParaRPr lang="en-US" altLang="en-US" dirty="0"/>
          </a:p>
        </p:txBody>
      </p:sp>
    </p:spTree>
    <p:extLst>
      <p:ext uri="{BB962C8B-B14F-4D97-AF65-F5344CB8AC3E}">
        <p14:creationId xmlns:p14="http://schemas.microsoft.com/office/powerpoint/2010/main" val="12401075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45C545-55AD-768D-DD2E-390EB683B280}"/>
              </a:ext>
            </a:extLst>
          </p:cNvPr>
          <p:cNvSpPr>
            <a:spLocks noGrp="1"/>
          </p:cNvSpPr>
          <p:nvPr>
            <p:ph idx="1"/>
          </p:nvPr>
        </p:nvSpPr>
        <p:spPr/>
        <p:txBody>
          <a:bodyPr/>
          <a:lstStyle/>
          <a:p>
            <a:pPr>
              <a:buFont typeface="Arial" panose="020B0604020202020204" pitchFamily="34" charset="0"/>
              <a:buChar char="•"/>
            </a:pPr>
            <a:r>
              <a:rPr lang="en-US" dirty="0"/>
              <a:t>Stakeholder Engagement</a:t>
            </a:r>
          </a:p>
          <a:p>
            <a:pPr>
              <a:buFont typeface="Arial" panose="020B0604020202020204" pitchFamily="34" charset="0"/>
              <a:buChar char="•"/>
            </a:pPr>
            <a:r>
              <a:rPr lang="en-US" dirty="0"/>
              <a:t>Need for Stakeholder Engagement to be Agile</a:t>
            </a:r>
          </a:p>
          <a:p>
            <a:pPr>
              <a:buFont typeface="Arial" panose="020B0604020202020204" pitchFamily="34" charset="0"/>
              <a:buChar char="•"/>
            </a:pPr>
            <a:r>
              <a:rPr lang="en-US" dirty="0"/>
              <a:t>Understand Your Audience</a:t>
            </a:r>
          </a:p>
          <a:p>
            <a:pPr>
              <a:buFont typeface="Arial" panose="020B0604020202020204" pitchFamily="34" charset="0"/>
              <a:buChar char="•"/>
            </a:pPr>
            <a:r>
              <a:rPr lang="en-US" dirty="0"/>
              <a:t>Categorizing stakeholders on Interest &amp; Influence</a:t>
            </a:r>
          </a:p>
          <a:p>
            <a:pPr>
              <a:buFont typeface="Arial" panose="020B0604020202020204" pitchFamily="34" charset="0"/>
              <a:buChar char="•"/>
            </a:pPr>
            <a:r>
              <a:rPr lang="en-US" dirty="0"/>
              <a:t>Making time to engage with stakeholders</a:t>
            </a:r>
          </a:p>
          <a:p>
            <a:pPr>
              <a:buFont typeface="Arial" panose="020B0604020202020204" pitchFamily="34" charset="0"/>
              <a:buChar char="•"/>
            </a:pPr>
            <a:r>
              <a:rPr lang="en-US" dirty="0"/>
              <a:t>Internal &amp; External stakeholders</a:t>
            </a:r>
          </a:p>
          <a:p>
            <a:endParaRPr lang="en-US" dirty="0"/>
          </a:p>
          <a:p>
            <a:pPr marL="11113" indent="-11113" algn="ctr"/>
            <a:endParaRPr lang="en-US" dirty="0"/>
          </a:p>
          <a:p>
            <a:pPr marL="11113" indent="-11113" algn="ctr"/>
            <a:r>
              <a:rPr lang="en-US" b="1" dirty="0">
                <a:solidFill>
                  <a:schemeClr val="accent1"/>
                </a:solidFill>
              </a:rPr>
              <a:t>Make time to understand the needs and pains of your stakeholders</a:t>
            </a:r>
          </a:p>
          <a:p>
            <a:endParaRPr lang="en-US" dirty="0"/>
          </a:p>
        </p:txBody>
      </p:sp>
      <p:sp>
        <p:nvSpPr>
          <p:cNvPr id="3" name="Content Placeholder 2">
            <a:extLst>
              <a:ext uri="{FF2B5EF4-FFF2-40B4-BE49-F238E27FC236}">
                <a16:creationId xmlns:a16="http://schemas.microsoft.com/office/drawing/2014/main" id="{538CC25C-BA5B-5B3C-FF13-D07117640852}"/>
              </a:ext>
            </a:extLst>
          </p:cNvPr>
          <p:cNvSpPr>
            <a:spLocks noGrp="1"/>
          </p:cNvSpPr>
          <p:nvPr>
            <p:ph sz="quarter" idx="10"/>
          </p:nvPr>
        </p:nvSpPr>
        <p:spPr/>
        <p:txBody>
          <a:bodyPr/>
          <a:lstStyle/>
          <a:p>
            <a:r>
              <a:rPr lang="en-US" dirty="0"/>
              <a:t>Module 1 – Summary</a:t>
            </a:r>
          </a:p>
        </p:txBody>
      </p:sp>
      <p:sp>
        <p:nvSpPr>
          <p:cNvPr id="4" name="Slide Number Placeholder 5">
            <a:extLst>
              <a:ext uri="{FF2B5EF4-FFF2-40B4-BE49-F238E27FC236}">
                <a16:creationId xmlns:a16="http://schemas.microsoft.com/office/drawing/2014/main" id="{B9C035F9-208E-C2EF-AEB5-4C09D93CABF1}"/>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29</a:t>
            </a:fld>
            <a:endParaRPr lang="en-US" altLang="en-US" dirty="0"/>
          </a:p>
        </p:txBody>
      </p:sp>
    </p:spTree>
    <p:extLst>
      <p:ext uri="{BB962C8B-B14F-4D97-AF65-F5344CB8AC3E}">
        <p14:creationId xmlns:p14="http://schemas.microsoft.com/office/powerpoint/2010/main" val="19080764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B75D24-968E-1C86-B04A-4889BED68BFD}"/>
              </a:ext>
            </a:extLst>
          </p:cNvPr>
          <p:cNvSpPr>
            <a:spLocks noGrp="1"/>
          </p:cNvSpPr>
          <p:nvPr>
            <p:ph sz="quarter" idx="10"/>
          </p:nvPr>
        </p:nvSpPr>
        <p:spPr>
          <a:xfrm>
            <a:off x="406400" y="152400"/>
            <a:ext cx="8432800" cy="1143000"/>
          </a:xfrm>
        </p:spPr>
        <p:txBody>
          <a:bodyPr wrap="square" anchor="ctr">
            <a:normAutofit/>
          </a:bodyPr>
          <a:lstStyle/>
          <a:p>
            <a:pPr>
              <a:spcAft>
                <a:spcPts val="600"/>
              </a:spcAft>
            </a:pPr>
            <a:r>
              <a:rPr lang="en-US" dirty="0"/>
              <a:t>Takeaway</a:t>
            </a:r>
            <a:endParaRPr lang="en-US"/>
          </a:p>
        </p:txBody>
      </p:sp>
      <p:graphicFrame>
        <p:nvGraphicFramePr>
          <p:cNvPr id="6" name="Content Placeholder 1">
            <a:extLst>
              <a:ext uri="{FF2B5EF4-FFF2-40B4-BE49-F238E27FC236}">
                <a16:creationId xmlns:a16="http://schemas.microsoft.com/office/drawing/2014/main" id="{4B5B3780-555B-CD87-9395-F80ACB489CB3}"/>
              </a:ext>
            </a:extLst>
          </p:cNvPr>
          <p:cNvGraphicFramePr>
            <a:graphicFrameLocks noGrp="1"/>
          </p:cNvGraphicFramePr>
          <p:nvPr>
            <p:ph idx="1"/>
          </p:nvPr>
        </p:nvGraphicFramePr>
        <p:xfrm>
          <a:off x="406400" y="1493838"/>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795235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C00D063-70DB-4DA2-C10A-2DFB0E4E9899}"/>
              </a:ext>
            </a:extLst>
          </p:cNvPr>
          <p:cNvSpPr>
            <a:spLocks noGrp="1"/>
          </p:cNvSpPr>
          <p:nvPr>
            <p:ph sz="quarter" idx="10"/>
          </p:nvPr>
        </p:nvSpPr>
        <p:spPr>
          <a:xfrm>
            <a:off x="406400" y="152400"/>
            <a:ext cx="8432800" cy="1143000"/>
          </a:xfrm>
        </p:spPr>
        <p:txBody>
          <a:bodyPr wrap="square" anchor="ctr">
            <a:normAutofit/>
          </a:bodyPr>
          <a:lstStyle/>
          <a:p>
            <a:pPr>
              <a:spcAft>
                <a:spcPts val="600"/>
              </a:spcAft>
            </a:pPr>
            <a:r>
              <a:rPr lang="en-US" dirty="0"/>
              <a:t>Influence Areas</a:t>
            </a:r>
            <a:endParaRPr lang="en-US"/>
          </a:p>
        </p:txBody>
      </p:sp>
      <p:graphicFrame>
        <p:nvGraphicFramePr>
          <p:cNvPr id="6" name="Content Placeholder 2">
            <a:extLst>
              <a:ext uri="{FF2B5EF4-FFF2-40B4-BE49-F238E27FC236}">
                <a16:creationId xmlns:a16="http://schemas.microsoft.com/office/drawing/2014/main" id="{764BBB18-349F-6035-75D0-5AC9F238742B}"/>
              </a:ext>
            </a:extLst>
          </p:cNvPr>
          <p:cNvGraphicFramePr>
            <a:graphicFrameLocks noGrp="1"/>
          </p:cNvGraphicFramePr>
          <p:nvPr>
            <p:ph idx="1"/>
          </p:nvPr>
        </p:nvGraphicFramePr>
        <p:xfrm>
          <a:off x="406400" y="1493838"/>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5">
            <a:extLst>
              <a:ext uri="{FF2B5EF4-FFF2-40B4-BE49-F238E27FC236}">
                <a16:creationId xmlns:a16="http://schemas.microsoft.com/office/drawing/2014/main" id="{3F7A3CB5-5D88-5B91-6A63-EF0C3B301397}"/>
              </a:ext>
            </a:extLst>
          </p:cNvPr>
          <p:cNvSpPr txBox="1">
            <a:spLocks/>
          </p:cNvSpPr>
          <p:nvPr/>
        </p:nvSpPr>
        <p:spPr>
          <a:xfrm>
            <a:off x="362537" y="6550025"/>
            <a:ext cx="2844800" cy="3079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614D22B9-C88A-F74D-986E-88AF5B093992}" type="slidenum">
              <a:rPr lang="en-US" altLang="en-US" smtClean="0"/>
              <a:pPr/>
              <a:t>31</a:t>
            </a:fld>
            <a:endParaRPr lang="en-US" altLang="en-US" dirty="0"/>
          </a:p>
        </p:txBody>
      </p:sp>
    </p:spTree>
    <p:extLst>
      <p:ext uri="{BB962C8B-B14F-4D97-AF65-F5344CB8AC3E}">
        <p14:creationId xmlns:p14="http://schemas.microsoft.com/office/powerpoint/2010/main" val="21425881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Yellow question mark">
            <a:extLst>
              <a:ext uri="{FF2B5EF4-FFF2-40B4-BE49-F238E27FC236}">
                <a16:creationId xmlns:a16="http://schemas.microsoft.com/office/drawing/2014/main" id="{945051E4-7DF1-B8D8-8CED-FBB80F8B84CF}"/>
              </a:ext>
            </a:extLst>
          </p:cNvPr>
          <p:cNvPicPr>
            <a:picLocks noChangeAspect="1"/>
          </p:cNvPicPr>
          <p:nvPr/>
        </p:nvPicPr>
        <p:blipFill rotWithShape="1">
          <a:blip r:embed="rId2"/>
          <a:srcRect t="7220" b="24035"/>
          <a:stretch/>
        </p:blipFill>
        <p:spPr>
          <a:xfrm>
            <a:off x="406400" y="1493838"/>
            <a:ext cx="10972800" cy="4525963"/>
          </a:xfrm>
          <a:prstGeom prst="rect">
            <a:avLst/>
          </a:prstGeom>
          <a:noFill/>
        </p:spPr>
      </p:pic>
      <p:sp>
        <p:nvSpPr>
          <p:cNvPr id="3" name="Content Placeholder 2">
            <a:extLst>
              <a:ext uri="{FF2B5EF4-FFF2-40B4-BE49-F238E27FC236}">
                <a16:creationId xmlns:a16="http://schemas.microsoft.com/office/drawing/2014/main" id="{3D05FEBE-E629-CB0D-C790-59E04B28EFE3}"/>
              </a:ext>
            </a:extLst>
          </p:cNvPr>
          <p:cNvSpPr>
            <a:spLocks noGrp="1"/>
          </p:cNvSpPr>
          <p:nvPr>
            <p:ph sz="quarter" idx="10"/>
          </p:nvPr>
        </p:nvSpPr>
        <p:spPr>
          <a:xfrm>
            <a:off x="406400" y="152400"/>
            <a:ext cx="8432800" cy="1143000"/>
          </a:xfrm>
        </p:spPr>
        <p:txBody>
          <a:bodyPr wrap="square" anchor="ctr">
            <a:normAutofit/>
          </a:bodyPr>
          <a:lstStyle/>
          <a:p>
            <a:pPr>
              <a:spcAft>
                <a:spcPts val="600"/>
              </a:spcAft>
            </a:pPr>
            <a:r>
              <a:rPr lang="en-US" dirty="0"/>
              <a:t>Questions</a:t>
            </a:r>
            <a:endParaRPr lang="en-US"/>
          </a:p>
        </p:txBody>
      </p:sp>
    </p:spTree>
    <p:extLst>
      <p:ext uri="{BB962C8B-B14F-4D97-AF65-F5344CB8AC3E}">
        <p14:creationId xmlns:p14="http://schemas.microsoft.com/office/powerpoint/2010/main" val="14048162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2F12238A47FFD45821235F014964B92" ma:contentTypeVersion="7" ma:contentTypeDescription="Create a new document." ma:contentTypeScope="" ma:versionID="524f645c567f48f68415b738ed3c3e5a">
  <xsd:schema xmlns:xsd="http://www.w3.org/2001/XMLSchema" xmlns:xs="http://www.w3.org/2001/XMLSchema" xmlns:p="http://schemas.microsoft.com/office/2006/metadata/properties" xmlns:ns2="62c752f1-bd77-4b32-bcd5-44afe1204fc4" targetNamespace="http://schemas.microsoft.com/office/2006/metadata/properties" ma:root="true" ma:fieldsID="ad7003b6bdea35659c5076b91058063b" ns2:_="">
    <xsd:import namespace="62c752f1-bd77-4b32-bcd5-44afe1204fc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c752f1-bd77-4b32-bcd5-44afe1204f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FE409E7-D364-43FC-95C4-053FC2035BE8}"/>
</file>

<file path=customXml/itemProps2.xml><?xml version="1.0" encoding="utf-8"?>
<ds:datastoreItem xmlns:ds="http://schemas.openxmlformats.org/officeDocument/2006/customXml" ds:itemID="{1C59A064-44F2-440A-9B6F-21AAC1D4083B}"/>
</file>

<file path=customXml/itemProps3.xml><?xml version="1.0" encoding="utf-8"?>
<ds:datastoreItem xmlns:ds="http://schemas.openxmlformats.org/officeDocument/2006/customXml" ds:itemID="{52970803-7013-4EC9-B399-730595CA79C1}"/>
</file>

<file path=docProps/app.xml><?xml version="1.0" encoding="utf-8"?>
<Properties xmlns="http://schemas.openxmlformats.org/officeDocument/2006/extended-properties" xmlns:vt="http://schemas.openxmlformats.org/officeDocument/2006/docPropsVTypes">
  <Template/>
  <TotalTime>12299</TotalTime>
  <Words>1917</Words>
  <Application>Microsoft Macintosh PowerPoint</Application>
  <PresentationFormat>Widescreen</PresentationFormat>
  <Paragraphs>250</Paragraphs>
  <Slides>32</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Aptos</vt:lpstr>
      <vt:lpstr>Arial</vt:lpstr>
      <vt:lpstr>Avenir Book</vt:lpstr>
      <vt:lpstr>Rofaela</vt:lpstr>
      <vt:lpstr>Office Theme</vt:lpstr>
      <vt:lpstr>Communication, Estimation &amp; Negotiation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Rahul Mohandas (RMd)</cp:lastModifiedBy>
  <cp:revision>116</cp:revision>
  <dcterms:created xsi:type="dcterms:W3CDTF">2011-09-14T09:42:05Z</dcterms:created>
  <dcterms:modified xsi:type="dcterms:W3CDTF">2025-08-31T02:26:08Z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0x010100C2F12238A47FFD45821235F014964B92</vt:lpwstr>
  </property>
</Properties>
</file>